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1"/>
  </p:notesMasterIdLst>
  <p:sldIdLst>
    <p:sldId id="256" r:id="rId2"/>
    <p:sldId id="257" r:id="rId3"/>
    <p:sldId id="258" r:id="rId4"/>
    <p:sldId id="260" r:id="rId5"/>
    <p:sldId id="261" r:id="rId6"/>
    <p:sldId id="265" r:id="rId7"/>
    <p:sldId id="262" r:id="rId8"/>
    <p:sldId id="266" r:id="rId9"/>
    <p:sldId id="263" r:id="rId10"/>
    <p:sldId id="267" r:id="rId11"/>
    <p:sldId id="264" r:id="rId12"/>
    <p:sldId id="268" r:id="rId13"/>
    <p:sldId id="270" r:id="rId14"/>
    <p:sldId id="269" r:id="rId15"/>
    <p:sldId id="271" r:id="rId16"/>
    <p:sldId id="272" r:id="rId17"/>
    <p:sldId id="273" r:id="rId18"/>
    <p:sldId id="274" r:id="rId19"/>
    <p:sldId id="275" r:id="rId20"/>
    <p:sldId id="276" r:id="rId21"/>
    <p:sldId id="277" r:id="rId22"/>
    <p:sldId id="278" r:id="rId23"/>
    <p:sldId id="279" r:id="rId24"/>
    <p:sldId id="280" r:id="rId25"/>
    <p:sldId id="281" r:id="rId26"/>
    <p:sldId id="282" r:id="rId27"/>
    <p:sldId id="283" r:id="rId28"/>
    <p:sldId id="284" r:id="rId29"/>
    <p:sldId id="285" r:id="rId30"/>
    <p:sldId id="286" r:id="rId31"/>
    <p:sldId id="287" r:id="rId32"/>
    <p:sldId id="288" r:id="rId33"/>
    <p:sldId id="289" r:id="rId34"/>
    <p:sldId id="291" r:id="rId35"/>
    <p:sldId id="292" r:id="rId36"/>
    <p:sldId id="290" r:id="rId37"/>
    <p:sldId id="293" r:id="rId38"/>
    <p:sldId id="295" r:id="rId39"/>
    <p:sldId id="296" r:id="rId40"/>
    <p:sldId id="297" r:id="rId41"/>
    <p:sldId id="298" r:id="rId42"/>
    <p:sldId id="299" r:id="rId43"/>
    <p:sldId id="300" r:id="rId44"/>
    <p:sldId id="301" r:id="rId45"/>
    <p:sldId id="302" r:id="rId46"/>
    <p:sldId id="303" r:id="rId47"/>
    <p:sldId id="304" r:id="rId48"/>
    <p:sldId id="305" r:id="rId49"/>
    <p:sldId id="259" r:id="rId5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1442F02-3345-4BB8-8B0E-23C8E3F94CAE}" v="83" dt="2018-11-09T08:51:16.367"/>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9906" autoAdjust="0"/>
    <p:restoredTop sz="94660"/>
  </p:normalViewPr>
  <p:slideViewPr>
    <p:cSldViewPr snapToGrid="0">
      <p:cViewPr>
        <p:scale>
          <a:sx n="75" d="100"/>
          <a:sy n="75" d="100"/>
        </p:scale>
        <p:origin x="136" y="40"/>
      </p:cViewPr>
      <p:guideLst/>
    </p:cSldViewPr>
  </p:slideViewPr>
  <p:notesTextViewPr>
    <p:cViewPr>
      <p:scale>
        <a:sx n="1" d="1"/>
        <a:sy n="1" d="1"/>
      </p:scale>
      <p:origin x="0" y="0"/>
    </p:cViewPr>
  </p:notesTextViewPr>
  <p:notesViewPr>
    <p:cSldViewPr snapToGrid="0">
      <p:cViewPr varScale="1">
        <p:scale>
          <a:sx n="87" d="100"/>
          <a:sy n="87" d="100"/>
        </p:scale>
        <p:origin x="3840" y="90"/>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microsoft.com/office/2016/11/relationships/changesInfo" Target="changesInfos/changesInfo1.xml"/><Relationship Id="rId8" Type="http://schemas.openxmlformats.org/officeDocument/2006/relationships/slide" Target="slides/slide7.xml"/><Relationship Id="rId51" Type="http://schemas.openxmlformats.org/officeDocument/2006/relationships/notesMaster" Target="notesMasters/notesMaster1.xml"/><Relationship Id="rId3"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ony Toe" userId="8901cf30983edc6b" providerId="LiveId" clId="{C1442F02-3345-4BB8-8B0E-23C8E3F94CAE}"/>
    <pc:docChg chg="undo custSel mod addSld modSld modMainMaster">
      <pc:chgData name="Tony Toe" userId="8901cf30983edc6b" providerId="LiveId" clId="{C1442F02-3345-4BB8-8B0E-23C8E3F94CAE}" dt="2018-11-09T08:53:22.890" v="1735" actId="20577"/>
      <pc:docMkLst>
        <pc:docMk/>
      </pc:docMkLst>
      <pc:sldChg chg="addSp delSp modSp add mod setBg">
        <pc:chgData name="Tony Toe" userId="8901cf30983edc6b" providerId="LiveId" clId="{C1442F02-3345-4BB8-8B0E-23C8E3F94CAE}" dt="2018-11-07T03:53:50.766" v="1417" actId="14100"/>
        <pc:sldMkLst>
          <pc:docMk/>
          <pc:sldMk cId="2878228141" sldId="259"/>
        </pc:sldMkLst>
        <pc:spChg chg="mod">
          <ac:chgData name="Tony Toe" userId="8901cf30983edc6b" providerId="LiveId" clId="{C1442F02-3345-4BB8-8B0E-23C8E3F94CAE}" dt="2018-11-07T02:39:52.629" v="8" actId="20577"/>
          <ac:spMkLst>
            <pc:docMk/>
            <pc:sldMk cId="2878228141" sldId="259"/>
            <ac:spMk id="2" creationId="{3695336E-06B7-426C-8AC1-BDC6371EE292}"/>
          </ac:spMkLst>
        </pc:spChg>
        <pc:spChg chg="mod">
          <ac:chgData name="Tony Toe" userId="8901cf30983edc6b" providerId="LiveId" clId="{C1442F02-3345-4BB8-8B0E-23C8E3F94CAE}" dt="2018-11-07T03:53:50.766" v="1417" actId="14100"/>
          <ac:spMkLst>
            <pc:docMk/>
            <pc:sldMk cId="2878228141" sldId="259"/>
            <ac:spMk id="3" creationId="{0493722E-AC09-4849-9057-7BBCE811B926}"/>
          </ac:spMkLst>
        </pc:spChg>
        <pc:spChg chg="add del">
          <ac:chgData name="Tony Toe" userId="8901cf30983edc6b" providerId="LiveId" clId="{C1442F02-3345-4BB8-8B0E-23C8E3F94CAE}" dt="2018-11-07T02:38:35.854" v="2" actId="478"/>
          <ac:spMkLst>
            <pc:docMk/>
            <pc:sldMk cId="2878228141" sldId="259"/>
            <ac:spMk id="4" creationId="{816C93EB-31D2-4026-9714-1D432D7FCA03}"/>
          </ac:spMkLst>
        </pc:spChg>
        <pc:picChg chg="add del mod">
          <ac:chgData name="Tony Toe" userId="8901cf30983edc6b" providerId="LiveId" clId="{C1442F02-3345-4BB8-8B0E-23C8E3F94CAE}" dt="2018-11-07T03:53:44.648" v="1415" actId="478"/>
          <ac:picMkLst>
            <pc:docMk/>
            <pc:sldMk cId="2878228141" sldId="259"/>
            <ac:picMk id="1028" creationId="{1CAD0328-5E1A-49B6-8DBA-C3EC54AFDBF5}"/>
          </ac:picMkLst>
        </pc:picChg>
      </pc:sldChg>
      <pc:sldChg chg="modSp add">
        <pc:chgData name="Tony Toe" userId="8901cf30983edc6b" providerId="LiveId" clId="{C1442F02-3345-4BB8-8B0E-23C8E3F94CAE}" dt="2018-11-07T02:47:13.229" v="65" actId="20577"/>
        <pc:sldMkLst>
          <pc:docMk/>
          <pc:sldMk cId="1900627532" sldId="260"/>
        </pc:sldMkLst>
        <pc:spChg chg="mod">
          <ac:chgData name="Tony Toe" userId="8901cf30983edc6b" providerId="LiveId" clId="{C1442F02-3345-4BB8-8B0E-23C8E3F94CAE}" dt="2018-11-07T02:40:56.142" v="33" actId="20577"/>
          <ac:spMkLst>
            <pc:docMk/>
            <pc:sldMk cId="1900627532" sldId="260"/>
            <ac:spMk id="2" creationId="{45F803A7-FACA-4F16-B76C-A9AB4CDF6334}"/>
          </ac:spMkLst>
        </pc:spChg>
        <pc:spChg chg="mod">
          <ac:chgData name="Tony Toe" userId="8901cf30983edc6b" providerId="LiveId" clId="{C1442F02-3345-4BB8-8B0E-23C8E3F94CAE}" dt="2018-11-07T02:47:13.229" v="65" actId="20577"/>
          <ac:spMkLst>
            <pc:docMk/>
            <pc:sldMk cId="1900627532" sldId="260"/>
            <ac:spMk id="3" creationId="{A3A52AE1-D289-4E7A-88F2-F05F7F4EDB0D}"/>
          </ac:spMkLst>
        </pc:spChg>
      </pc:sldChg>
      <pc:sldChg chg="addSp delSp modSp add mod setBg">
        <pc:chgData name="Tony Toe" userId="8901cf30983edc6b" providerId="LiveId" clId="{C1442F02-3345-4BB8-8B0E-23C8E3F94CAE}" dt="2018-11-07T02:48:15.523" v="134" actId="26606"/>
        <pc:sldMkLst>
          <pc:docMk/>
          <pc:sldMk cId="113529752" sldId="261"/>
        </pc:sldMkLst>
        <pc:spChg chg="mod">
          <ac:chgData name="Tony Toe" userId="8901cf30983edc6b" providerId="LiveId" clId="{C1442F02-3345-4BB8-8B0E-23C8E3F94CAE}" dt="2018-11-07T02:48:15.523" v="134" actId="26606"/>
          <ac:spMkLst>
            <pc:docMk/>
            <pc:sldMk cId="113529752" sldId="261"/>
            <ac:spMk id="2" creationId="{EEB12D6D-EBBC-42A7-A5F6-857F56F83A98}"/>
          </ac:spMkLst>
        </pc:spChg>
        <pc:spChg chg="del">
          <ac:chgData name="Tony Toe" userId="8901cf30983edc6b" providerId="LiveId" clId="{C1442F02-3345-4BB8-8B0E-23C8E3F94CAE}" dt="2018-11-07T02:47:48.649" v="131" actId="26606"/>
          <ac:spMkLst>
            <pc:docMk/>
            <pc:sldMk cId="113529752" sldId="261"/>
            <ac:spMk id="3" creationId="{509542F9-F69C-4EB1-8492-84FD69DF1DCA}"/>
          </ac:spMkLst>
        </pc:spChg>
        <pc:graphicFrameChg chg="add mod modGraphic">
          <ac:chgData name="Tony Toe" userId="8901cf30983edc6b" providerId="LiveId" clId="{C1442F02-3345-4BB8-8B0E-23C8E3F94CAE}" dt="2018-11-07T02:48:15.523" v="134" actId="26606"/>
          <ac:graphicFrameMkLst>
            <pc:docMk/>
            <pc:sldMk cId="113529752" sldId="261"/>
            <ac:graphicFrameMk id="4" creationId="{1C9A4696-1632-48E4-8722-567C739AB91B}"/>
          </ac:graphicFrameMkLst>
        </pc:graphicFrameChg>
      </pc:sldChg>
      <pc:sldChg chg="addSp modSp add">
        <pc:chgData name="Tony Toe" userId="8901cf30983edc6b" providerId="LiveId" clId="{C1442F02-3345-4BB8-8B0E-23C8E3F94CAE}" dt="2018-11-07T02:51:21.716" v="234" actId="20577"/>
        <pc:sldMkLst>
          <pc:docMk/>
          <pc:sldMk cId="3969558563" sldId="262"/>
        </pc:sldMkLst>
        <pc:spChg chg="mod">
          <ac:chgData name="Tony Toe" userId="8901cf30983edc6b" providerId="LiveId" clId="{C1442F02-3345-4BB8-8B0E-23C8E3F94CAE}" dt="2018-11-07T02:48:27.173" v="154" actId="20577"/>
          <ac:spMkLst>
            <pc:docMk/>
            <pc:sldMk cId="3969558563" sldId="262"/>
            <ac:spMk id="2" creationId="{5F131AFE-C8A2-4D1F-BD60-9842204D5183}"/>
          </ac:spMkLst>
        </pc:spChg>
        <pc:spChg chg="mod">
          <ac:chgData name="Tony Toe" userId="8901cf30983edc6b" providerId="LiveId" clId="{C1442F02-3345-4BB8-8B0E-23C8E3F94CAE}" dt="2018-11-07T02:49:18.077" v="205" actId="20577"/>
          <ac:spMkLst>
            <pc:docMk/>
            <pc:sldMk cId="3969558563" sldId="262"/>
            <ac:spMk id="3" creationId="{A7D5A1EC-D487-4379-B861-BFD03ABBEDF2}"/>
          </ac:spMkLst>
        </pc:spChg>
        <pc:spChg chg="add mod">
          <ac:chgData name="Tony Toe" userId="8901cf30983edc6b" providerId="LiveId" clId="{C1442F02-3345-4BB8-8B0E-23C8E3F94CAE}" dt="2018-11-07T02:49:43.518" v="213" actId="1076"/>
          <ac:spMkLst>
            <pc:docMk/>
            <pc:sldMk cId="3969558563" sldId="262"/>
            <ac:spMk id="4" creationId="{65F0777D-C1B3-4AC9-8236-74EAE95320B6}"/>
          </ac:spMkLst>
        </pc:spChg>
        <pc:spChg chg="add mod">
          <ac:chgData name="Tony Toe" userId="8901cf30983edc6b" providerId="LiveId" clId="{C1442F02-3345-4BB8-8B0E-23C8E3F94CAE}" dt="2018-11-07T02:50:50.878" v="219" actId="1076"/>
          <ac:spMkLst>
            <pc:docMk/>
            <pc:sldMk cId="3969558563" sldId="262"/>
            <ac:spMk id="5" creationId="{4D661E92-FEE9-4003-A583-1C73125C079E}"/>
          </ac:spMkLst>
        </pc:spChg>
        <pc:spChg chg="add mod">
          <ac:chgData name="Tony Toe" userId="8901cf30983edc6b" providerId="LiveId" clId="{C1442F02-3345-4BB8-8B0E-23C8E3F94CAE}" dt="2018-11-07T02:51:21.716" v="234" actId="20577"/>
          <ac:spMkLst>
            <pc:docMk/>
            <pc:sldMk cId="3969558563" sldId="262"/>
            <ac:spMk id="6" creationId="{935E57C7-408F-45E9-A6DD-6FD9D2A09C31}"/>
          </ac:spMkLst>
        </pc:spChg>
      </pc:sldChg>
      <pc:sldChg chg="modSp add">
        <pc:chgData name="Tony Toe" userId="8901cf30983edc6b" providerId="LiveId" clId="{C1442F02-3345-4BB8-8B0E-23C8E3F94CAE}" dt="2018-11-07T02:52:17.709" v="290" actId="20577"/>
        <pc:sldMkLst>
          <pc:docMk/>
          <pc:sldMk cId="559869889" sldId="263"/>
        </pc:sldMkLst>
        <pc:spChg chg="mod">
          <ac:chgData name="Tony Toe" userId="8901cf30983edc6b" providerId="LiveId" clId="{C1442F02-3345-4BB8-8B0E-23C8E3F94CAE}" dt="2018-11-07T02:52:03.525" v="247" actId="20577"/>
          <ac:spMkLst>
            <pc:docMk/>
            <pc:sldMk cId="559869889" sldId="263"/>
            <ac:spMk id="2" creationId="{381301AC-9853-4354-A499-D62DDE9405F5}"/>
          </ac:spMkLst>
        </pc:spChg>
        <pc:spChg chg="mod">
          <ac:chgData name="Tony Toe" userId="8901cf30983edc6b" providerId="LiveId" clId="{C1442F02-3345-4BB8-8B0E-23C8E3F94CAE}" dt="2018-11-07T02:52:17.709" v="290" actId="20577"/>
          <ac:spMkLst>
            <pc:docMk/>
            <pc:sldMk cId="559869889" sldId="263"/>
            <ac:spMk id="3" creationId="{A848DCD5-3BE6-4EC6-A161-81F30994B542}"/>
          </ac:spMkLst>
        </pc:spChg>
      </pc:sldChg>
      <pc:sldChg chg="modSp add">
        <pc:chgData name="Tony Toe" userId="8901cf30983edc6b" providerId="LiveId" clId="{C1442F02-3345-4BB8-8B0E-23C8E3F94CAE}" dt="2018-11-07T02:53:39.390" v="311" actId="20577"/>
        <pc:sldMkLst>
          <pc:docMk/>
          <pc:sldMk cId="2663059022" sldId="264"/>
        </pc:sldMkLst>
        <pc:spChg chg="mod">
          <ac:chgData name="Tony Toe" userId="8901cf30983edc6b" providerId="LiveId" clId="{C1442F02-3345-4BB8-8B0E-23C8E3F94CAE}" dt="2018-11-07T02:53:02.812" v="304" actId="20577"/>
          <ac:spMkLst>
            <pc:docMk/>
            <pc:sldMk cId="2663059022" sldId="264"/>
            <ac:spMk id="2" creationId="{56C38C1D-E5D3-491E-AB5C-FD264E405F84}"/>
          </ac:spMkLst>
        </pc:spChg>
        <pc:spChg chg="mod">
          <ac:chgData name="Tony Toe" userId="8901cf30983edc6b" providerId="LiveId" clId="{C1442F02-3345-4BB8-8B0E-23C8E3F94CAE}" dt="2018-11-07T02:53:39.390" v="311" actId="20577"/>
          <ac:spMkLst>
            <pc:docMk/>
            <pc:sldMk cId="2663059022" sldId="264"/>
            <ac:spMk id="3" creationId="{D170DBF4-03B0-46C7-8921-AC850D27F341}"/>
          </ac:spMkLst>
        </pc:spChg>
      </pc:sldChg>
      <pc:sldChg chg="modSp add">
        <pc:chgData name="Tony Toe" userId="8901cf30983edc6b" providerId="LiveId" clId="{C1442F02-3345-4BB8-8B0E-23C8E3F94CAE}" dt="2018-11-07T02:54:18.012" v="332" actId="20577"/>
        <pc:sldMkLst>
          <pc:docMk/>
          <pc:sldMk cId="767239538" sldId="265"/>
        </pc:sldMkLst>
        <pc:spChg chg="mod">
          <ac:chgData name="Tony Toe" userId="8901cf30983edc6b" providerId="LiveId" clId="{C1442F02-3345-4BB8-8B0E-23C8E3F94CAE}" dt="2018-11-07T02:54:02.781" v="326" actId="20577"/>
          <ac:spMkLst>
            <pc:docMk/>
            <pc:sldMk cId="767239538" sldId="265"/>
            <ac:spMk id="2" creationId="{D5DA16FE-8B01-4D89-9A03-706D9BB3FA13}"/>
          </ac:spMkLst>
        </pc:spChg>
        <pc:spChg chg="mod">
          <ac:chgData name="Tony Toe" userId="8901cf30983edc6b" providerId="LiveId" clId="{C1442F02-3345-4BB8-8B0E-23C8E3F94CAE}" dt="2018-11-07T02:54:18.012" v="332" actId="20577"/>
          <ac:spMkLst>
            <pc:docMk/>
            <pc:sldMk cId="767239538" sldId="265"/>
            <ac:spMk id="3" creationId="{AD2B53B1-8061-44BD-95CC-40420DB8CBE5}"/>
          </ac:spMkLst>
        </pc:spChg>
      </pc:sldChg>
      <pc:sldChg chg="addSp modSp add">
        <pc:chgData name="Tony Toe" userId="8901cf30983edc6b" providerId="LiveId" clId="{C1442F02-3345-4BB8-8B0E-23C8E3F94CAE}" dt="2018-11-07T02:56:07.607" v="468" actId="1076"/>
        <pc:sldMkLst>
          <pc:docMk/>
          <pc:sldMk cId="2036393543" sldId="266"/>
        </pc:sldMkLst>
        <pc:spChg chg="mod">
          <ac:chgData name="Tony Toe" userId="8901cf30983edc6b" providerId="LiveId" clId="{C1442F02-3345-4BB8-8B0E-23C8E3F94CAE}" dt="2018-11-07T02:55:19.723" v="413" actId="20577"/>
          <ac:spMkLst>
            <pc:docMk/>
            <pc:sldMk cId="2036393543" sldId="266"/>
            <ac:spMk id="2" creationId="{CAAE499C-48D2-4FF9-9C18-FE32A3DA42D3}"/>
          </ac:spMkLst>
        </pc:spChg>
        <pc:spChg chg="mod">
          <ac:chgData name="Tony Toe" userId="8901cf30983edc6b" providerId="LiveId" clId="{C1442F02-3345-4BB8-8B0E-23C8E3F94CAE}" dt="2018-11-07T02:55:43.388" v="460" actId="20577"/>
          <ac:spMkLst>
            <pc:docMk/>
            <pc:sldMk cId="2036393543" sldId="266"/>
            <ac:spMk id="3" creationId="{5A577533-217A-4D1C-8533-D565EC3A1507}"/>
          </ac:spMkLst>
        </pc:spChg>
        <pc:spChg chg="add mod">
          <ac:chgData name="Tony Toe" userId="8901cf30983edc6b" providerId="LiveId" clId="{C1442F02-3345-4BB8-8B0E-23C8E3F94CAE}" dt="2018-11-07T02:56:07.607" v="468" actId="1076"/>
          <ac:spMkLst>
            <pc:docMk/>
            <pc:sldMk cId="2036393543" sldId="266"/>
            <ac:spMk id="4" creationId="{3B37C893-FE76-45E0-9010-2C273797A4CD}"/>
          </ac:spMkLst>
        </pc:spChg>
      </pc:sldChg>
      <pc:sldChg chg="addSp modSp add">
        <pc:chgData name="Tony Toe" userId="8901cf30983edc6b" providerId="LiveId" clId="{C1442F02-3345-4BB8-8B0E-23C8E3F94CAE}" dt="2018-11-07T03:02:05.063" v="475" actId="1076"/>
        <pc:sldMkLst>
          <pc:docMk/>
          <pc:sldMk cId="2616453588" sldId="267"/>
        </pc:sldMkLst>
        <pc:spChg chg="add mod">
          <ac:chgData name="Tony Toe" userId="8901cf30983edc6b" providerId="LiveId" clId="{C1442F02-3345-4BB8-8B0E-23C8E3F94CAE}" dt="2018-11-07T03:02:05.063" v="475" actId="1076"/>
          <ac:spMkLst>
            <pc:docMk/>
            <pc:sldMk cId="2616453588" sldId="267"/>
            <ac:spMk id="4" creationId="{972503FA-87D8-4690-9B27-39B72E6FEEF2}"/>
          </ac:spMkLst>
        </pc:spChg>
      </pc:sldChg>
      <pc:sldChg chg="addSp modSp add">
        <pc:chgData name="Tony Toe" userId="8901cf30983edc6b" providerId="LiveId" clId="{C1442F02-3345-4BB8-8B0E-23C8E3F94CAE}" dt="2018-11-07T03:23:44.043" v="697" actId="13926"/>
        <pc:sldMkLst>
          <pc:docMk/>
          <pc:sldMk cId="1867288806" sldId="268"/>
        </pc:sldMkLst>
        <pc:spChg chg="mod">
          <ac:chgData name="Tony Toe" userId="8901cf30983edc6b" providerId="LiveId" clId="{C1442F02-3345-4BB8-8B0E-23C8E3F94CAE}" dt="2018-11-07T03:21:49.203" v="560" actId="20577"/>
          <ac:spMkLst>
            <pc:docMk/>
            <pc:sldMk cId="1867288806" sldId="268"/>
            <ac:spMk id="2" creationId="{FFB80AD2-0F53-4F63-9C39-445785BC8CC8}"/>
          </ac:spMkLst>
        </pc:spChg>
        <pc:spChg chg="mod">
          <ac:chgData name="Tony Toe" userId="8901cf30983edc6b" providerId="LiveId" clId="{C1442F02-3345-4BB8-8B0E-23C8E3F94CAE}" dt="2018-11-07T03:23:44.043" v="697" actId="13926"/>
          <ac:spMkLst>
            <pc:docMk/>
            <pc:sldMk cId="1867288806" sldId="268"/>
            <ac:spMk id="3" creationId="{EDAEE099-9176-44BC-908E-F9E0EB7AC08A}"/>
          </ac:spMkLst>
        </pc:spChg>
        <pc:spChg chg="add mod">
          <ac:chgData name="Tony Toe" userId="8901cf30983edc6b" providerId="LiveId" clId="{C1442F02-3345-4BB8-8B0E-23C8E3F94CAE}" dt="2018-11-07T03:13:17.815" v="485" actId="1076"/>
          <ac:spMkLst>
            <pc:docMk/>
            <pc:sldMk cId="1867288806" sldId="268"/>
            <ac:spMk id="4" creationId="{61BFF04E-3C15-46A9-BD09-A562632B2385}"/>
          </ac:spMkLst>
        </pc:spChg>
      </pc:sldChg>
      <pc:sldChg chg="modSp add">
        <pc:chgData name="Tony Toe" userId="8901cf30983edc6b" providerId="LiveId" clId="{C1442F02-3345-4BB8-8B0E-23C8E3F94CAE}" dt="2018-11-07T03:24:16.345" v="747" actId="20577"/>
        <pc:sldMkLst>
          <pc:docMk/>
          <pc:sldMk cId="1395854422" sldId="269"/>
        </pc:sldMkLst>
        <pc:spChg chg="mod">
          <ac:chgData name="Tony Toe" userId="8901cf30983edc6b" providerId="LiveId" clId="{C1442F02-3345-4BB8-8B0E-23C8E3F94CAE}" dt="2018-11-07T03:24:06.186" v="712" actId="20577"/>
          <ac:spMkLst>
            <pc:docMk/>
            <pc:sldMk cId="1395854422" sldId="269"/>
            <ac:spMk id="2" creationId="{307E50DE-A596-4547-AC5F-B36ADA737D9C}"/>
          </ac:spMkLst>
        </pc:spChg>
        <pc:spChg chg="mod">
          <ac:chgData name="Tony Toe" userId="8901cf30983edc6b" providerId="LiveId" clId="{C1442F02-3345-4BB8-8B0E-23C8E3F94CAE}" dt="2018-11-07T03:24:16.345" v="747" actId="20577"/>
          <ac:spMkLst>
            <pc:docMk/>
            <pc:sldMk cId="1395854422" sldId="269"/>
            <ac:spMk id="3" creationId="{4CCFF443-4F39-41CB-9279-D4203F0AA836}"/>
          </ac:spMkLst>
        </pc:spChg>
      </pc:sldChg>
      <pc:sldChg chg="addSp modSp add">
        <pc:chgData name="Tony Toe" userId="8901cf30983edc6b" providerId="LiveId" clId="{C1442F02-3345-4BB8-8B0E-23C8E3F94CAE}" dt="2018-11-07T03:25:47.010" v="804" actId="1076"/>
        <pc:sldMkLst>
          <pc:docMk/>
          <pc:sldMk cId="3231123048" sldId="270"/>
        </pc:sldMkLst>
        <pc:spChg chg="mod">
          <ac:chgData name="Tony Toe" userId="8901cf30983edc6b" providerId="LiveId" clId="{C1442F02-3345-4BB8-8B0E-23C8E3F94CAE}" dt="2018-11-07T03:25:10.275" v="782" actId="20577"/>
          <ac:spMkLst>
            <pc:docMk/>
            <pc:sldMk cId="3231123048" sldId="270"/>
            <ac:spMk id="2" creationId="{17D525A4-FA0D-4B6A-89EB-086373F965A4}"/>
          </ac:spMkLst>
        </pc:spChg>
        <pc:spChg chg="mod">
          <ac:chgData name="Tony Toe" userId="8901cf30983edc6b" providerId="LiveId" clId="{C1442F02-3345-4BB8-8B0E-23C8E3F94CAE}" dt="2018-11-07T03:25:17.129" v="802" actId="20577"/>
          <ac:spMkLst>
            <pc:docMk/>
            <pc:sldMk cId="3231123048" sldId="270"/>
            <ac:spMk id="3" creationId="{855CD4D5-F530-40B6-B0E4-2C0F3E49ADA0}"/>
          </ac:spMkLst>
        </pc:spChg>
        <pc:spChg chg="add mod">
          <ac:chgData name="Tony Toe" userId="8901cf30983edc6b" providerId="LiveId" clId="{C1442F02-3345-4BB8-8B0E-23C8E3F94CAE}" dt="2018-11-07T03:25:47.010" v="804" actId="1076"/>
          <ac:spMkLst>
            <pc:docMk/>
            <pc:sldMk cId="3231123048" sldId="270"/>
            <ac:spMk id="4" creationId="{B2929AF2-E606-4604-B7BE-09C0B9FC731D}"/>
          </ac:spMkLst>
        </pc:spChg>
      </pc:sldChg>
      <pc:sldChg chg="addSp modSp add">
        <pc:chgData name="Tony Toe" userId="8901cf30983edc6b" providerId="LiveId" clId="{C1442F02-3345-4BB8-8B0E-23C8E3F94CAE}" dt="2018-11-07T03:27:28.563" v="842" actId="313"/>
        <pc:sldMkLst>
          <pc:docMk/>
          <pc:sldMk cId="2226938883" sldId="271"/>
        </pc:sldMkLst>
        <pc:spChg chg="mod">
          <ac:chgData name="Tony Toe" userId="8901cf30983edc6b" providerId="LiveId" clId="{C1442F02-3345-4BB8-8B0E-23C8E3F94CAE}" dt="2018-11-07T03:27:28.563" v="842" actId="313"/>
          <ac:spMkLst>
            <pc:docMk/>
            <pc:sldMk cId="2226938883" sldId="271"/>
            <ac:spMk id="2" creationId="{A33D42EA-4F61-4A75-8A34-428F5477EE5B}"/>
          </ac:spMkLst>
        </pc:spChg>
        <pc:spChg chg="mod">
          <ac:chgData name="Tony Toe" userId="8901cf30983edc6b" providerId="LiveId" clId="{C1442F02-3345-4BB8-8B0E-23C8E3F94CAE}" dt="2018-11-07T03:26:56.939" v="833" actId="313"/>
          <ac:spMkLst>
            <pc:docMk/>
            <pc:sldMk cId="2226938883" sldId="271"/>
            <ac:spMk id="3" creationId="{D2898233-4A8B-4FC8-9357-7D461A4B2BA7}"/>
          </ac:spMkLst>
        </pc:spChg>
        <pc:spChg chg="add mod">
          <ac:chgData name="Tony Toe" userId="8901cf30983edc6b" providerId="LiveId" clId="{C1442F02-3345-4BB8-8B0E-23C8E3F94CAE}" dt="2018-11-07T03:27:26.223" v="841" actId="13926"/>
          <ac:spMkLst>
            <pc:docMk/>
            <pc:sldMk cId="2226938883" sldId="271"/>
            <ac:spMk id="4" creationId="{CB4F1EEB-0FB4-472A-9480-C01B4FDBD131}"/>
          </ac:spMkLst>
        </pc:spChg>
      </pc:sldChg>
      <pc:sldChg chg="modSp add">
        <pc:chgData name="Tony Toe" userId="8901cf30983edc6b" providerId="LiveId" clId="{C1442F02-3345-4BB8-8B0E-23C8E3F94CAE}" dt="2018-11-07T03:27:52.250" v="892" actId="20577"/>
        <pc:sldMkLst>
          <pc:docMk/>
          <pc:sldMk cId="1347873503" sldId="272"/>
        </pc:sldMkLst>
        <pc:spChg chg="mod">
          <ac:chgData name="Tony Toe" userId="8901cf30983edc6b" providerId="LiveId" clId="{C1442F02-3345-4BB8-8B0E-23C8E3F94CAE}" dt="2018-11-07T03:27:41.722" v="855" actId="20577"/>
          <ac:spMkLst>
            <pc:docMk/>
            <pc:sldMk cId="1347873503" sldId="272"/>
            <ac:spMk id="2" creationId="{BC1E6C45-5A91-4137-800A-D9BB4E569DD3}"/>
          </ac:spMkLst>
        </pc:spChg>
        <pc:spChg chg="mod">
          <ac:chgData name="Tony Toe" userId="8901cf30983edc6b" providerId="LiveId" clId="{C1442F02-3345-4BB8-8B0E-23C8E3F94CAE}" dt="2018-11-07T03:27:52.250" v="892" actId="20577"/>
          <ac:spMkLst>
            <pc:docMk/>
            <pc:sldMk cId="1347873503" sldId="272"/>
            <ac:spMk id="3" creationId="{63F16016-25AA-440C-9266-145D9817099E}"/>
          </ac:spMkLst>
        </pc:spChg>
      </pc:sldChg>
      <pc:sldChg chg="addSp modSp add">
        <pc:chgData name="Tony Toe" userId="8901cf30983edc6b" providerId="LiveId" clId="{C1442F02-3345-4BB8-8B0E-23C8E3F94CAE}" dt="2018-11-07T03:29:41.595" v="898" actId="1076"/>
        <pc:sldMkLst>
          <pc:docMk/>
          <pc:sldMk cId="3830724426" sldId="273"/>
        </pc:sldMkLst>
        <pc:spChg chg="mod">
          <ac:chgData name="Tony Toe" userId="8901cf30983edc6b" providerId="LiveId" clId="{C1442F02-3345-4BB8-8B0E-23C8E3F94CAE}" dt="2018-11-07T03:29:08.148" v="895" actId="20577"/>
          <ac:spMkLst>
            <pc:docMk/>
            <pc:sldMk cId="3830724426" sldId="273"/>
            <ac:spMk id="2" creationId="{0E765B06-95B3-4634-B01B-77D8EF067F87}"/>
          </ac:spMkLst>
        </pc:spChg>
        <pc:spChg chg="mod">
          <ac:chgData name="Tony Toe" userId="8901cf30983edc6b" providerId="LiveId" clId="{C1442F02-3345-4BB8-8B0E-23C8E3F94CAE}" dt="2018-11-07T03:29:25.043" v="896" actId="1076"/>
          <ac:spMkLst>
            <pc:docMk/>
            <pc:sldMk cId="3830724426" sldId="273"/>
            <ac:spMk id="3" creationId="{AD0BE510-A2FB-462A-A645-CD725DC831F5}"/>
          </ac:spMkLst>
        </pc:spChg>
        <pc:spChg chg="add mod">
          <ac:chgData name="Tony Toe" userId="8901cf30983edc6b" providerId="LiveId" clId="{C1442F02-3345-4BB8-8B0E-23C8E3F94CAE}" dt="2018-11-07T03:29:41.595" v="898" actId="1076"/>
          <ac:spMkLst>
            <pc:docMk/>
            <pc:sldMk cId="3830724426" sldId="273"/>
            <ac:spMk id="4" creationId="{ABF220DE-02F4-4CEE-BD55-E3AD5B70CBFA}"/>
          </ac:spMkLst>
        </pc:spChg>
      </pc:sldChg>
      <pc:sldChg chg="addSp delSp modSp add">
        <pc:chgData name="Tony Toe" userId="8901cf30983edc6b" providerId="LiveId" clId="{C1442F02-3345-4BB8-8B0E-23C8E3F94CAE}" dt="2018-11-07T03:30:14.895" v="926" actId="1076"/>
        <pc:sldMkLst>
          <pc:docMk/>
          <pc:sldMk cId="1251736921" sldId="274"/>
        </pc:sldMkLst>
        <pc:spChg chg="mod">
          <ac:chgData name="Tony Toe" userId="8901cf30983edc6b" providerId="LiveId" clId="{C1442F02-3345-4BB8-8B0E-23C8E3F94CAE}" dt="2018-11-07T03:29:59.266" v="922" actId="20577"/>
          <ac:spMkLst>
            <pc:docMk/>
            <pc:sldMk cId="1251736921" sldId="274"/>
            <ac:spMk id="2" creationId="{1C511B08-FC97-4809-BDBE-64B0651BFE8D}"/>
          </ac:spMkLst>
        </pc:spChg>
        <pc:spChg chg="del">
          <ac:chgData name="Tony Toe" userId="8901cf30983edc6b" providerId="LiveId" clId="{C1442F02-3345-4BB8-8B0E-23C8E3F94CAE}" dt="2018-11-07T03:30:11.345" v="925" actId="478"/>
          <ac:spMkLst>
            <pc:docMk/>
            <pc:sldMk cId="1251736921" sldId="274"/>
            <ac:spMk id="3" creationId="{5AB02C63-1A5A-4096-B978-1708337BA9AB}"/>
          </ac:spMkLst>
        </pc:spChg>
        <pc:spChg chg="add mod">
          <ac:chgData name="Tony Toe" userId="8901cf30983edc6b" providerId="LiveId" clId="{C1442F02-3345-4BB8-8B0E-23C8E3F94CAE}" dt="2018-11-07T03:30:14.895" v="926" actId="1076"/>
          <ac:spMkLst>
            <pc:docMk/>
            <pc:sldMk cId="1251736921" sldId="274"/>
            <ac:spMk id="4" creationId="{9D120C2A-7C72-47C6-85AD-36B172660C4A}"/>
          </ac:spMkLst>
        </pc:spChg>
      </pc:sldChg>
      <pc:sldChg chg="modSp add">
        <pc:chgData name="Tony Toe" userId="8901cf30983edc6b" providerId="LiveId" clId="{C1442F02-3345-4BB8-8B0E-23C8E3F94CAE}" dt="2018-11-07T03:30:50.653" v="954" actId="20577"/>
        <pc:sldMkLst>
          <pc:docMk/>
          <pc:sldMk cId="3084603823" sldId="275"/>
        </pc:sldMkLst>
        <pc:spChg chg="mod">
          <ac:chgData name="Tony Toe" userId="8901cf30983edc6b" providerId="LiveId" clId="{C1442F02-3345-4BB8-8B0E-23C8E3F94CAE}" dt="2018-11-07T03:30:35.721" v="951" actId="20577"/>
          <ac:spMkLst>
            <pc:docMk/>
            <pc:sldMk cId="3084603823" sldId="275"/>
            <ac:spMk id="2" creationId="{831DEFDB-D9B9-44D9-B481-729A02A77A05}"/>
          </ac:spMkLst>
        </pc:spChg>
        <pc:spChg chg="mod">
          <ac:chgData name="Tony Toe" userId="8901cf30983edc6b" providerId="LiveId" clId="{C1442F02-3345-4BB8-8B0E-23C8E3F94CAE}" dt="2018-11-07T03:30:50.653" v="954" actId="20577"/>
          <ac:spMkLst>
            <pc:docMk/>
            <pc:sldMk cId="3084603823" sldId="275"/>
            <ac:spMk id="3" creationId="{38805D42-842E-480E-BAB0-725A05CFE8E1}"/>
          </ac:spMkLst>
        </pc:spChg>
      </pc:sldChg>
      <pc:sldChg chg="addSp modSp add">
        <pc:chgData name="Tony Toe" userId="8901cf30983edc6b" providerId="LiveId" clId="{C1442F02-3345-4BB8-8B0E-23C8E3F94CAE}" dt="2018-11-07T03:31:40.113" v="978" actId="13926"/>
        <pc:sldMkLst>
          <pc:docMk/>
          <pc:sldMk cId="1438324259" sldId="276"/>
        </pc:sldMkLst>
        <pc:spChg chg="mod">
          <ac:chgData name="Tony Toe" userId="8901cf30983edc6b" providerId="LiveId" clId="{C1442F02-3345-4BB8-8B0E-23C8E3F94CAE}" dt="2018-11-07T03:31:12.585" v="971" actId="20577"/>
          <ac:spMkLst>
            <pc:docMk/>
            <pc:sldMk cId="1438324259" sldId="276"/>
            <ac:spMk id="2" creationId="{01A772CF-92EF-464C-85AE-5D6816092E33}"/>
          </ac:spMkLst>
        </pc:spChg>
        <pc:spChg chg="mod">
          <ac:chgData name="Tony Toe" userId="8901cf30983edc6b" providerId="LiveId" clId="{C1442F02-3345-4BB8-8B0E-23C8E3F94CAE}" dt="2018-11-07T03:31:21.164" v="972" actId="13926"/>
          <ac:spMkLst>
            <pc:docMk/>
            <pc:sldMk cId="1438324259" sldId="276"/>
            <ac:spMk id="3" creationId="{1080FF5B-12C0-4E71-A4AB-44C2777599A9}"/>
          </ac:spMkLst>
        </pc:spChg>
        <pc:spChg chg="add mod">
          <ac:chgData name="Tony Toe" userId="8901cf30983edc6b" providerId="LiveId" clId="{C1442F02-3345-4BB8-8B0E-23C8E3F94CAE}" dt="2018-11-07T03:31:40.113" v="978" actId="13926"/>
          <ac:spMkLst>
            <pc:docMk/>
            <pc:sldMk cId="1438324259" sldId="276"/>
            <ac:spMk id="4" creationId="{F65E28A2-8C94-4B19-B7B1-E84A7FA22D03}"/>
          </ac:spMkLst>
        </pc:spChg>
      </pc:sldChg>
      <pc:sldChg chg="addSp modSp add">
        <pc:chgData name="Tony Toe" userId="8901cf30983edc6b" providerId="LiveId" clId="{C1442F02-3345-4BB8-8B0E-23C8E3F94CAE}" dt="2018-11-07T03:39:27.803" v="1124" actId="1076"/>
        <pc:sldMkLst>
          <pc:docMk/>
          <pc:sldMk cId="3797467521" sldId="277"/>
        </pc:sldMkLst>
        <pc:spChg chg="mod">
          <ac:chgData name="Tony Toe" userId="8901cf30983edc6b" providerId="LiveId" clId="{C1442F02-3345-4BB8-8B0E-23C8E3F94CAE}" dt="2018-11-07T03:33:36.785" v="1035" actId="20577"/>
          <ac:spMkLst>
            <pc:docMk/>
            <pc:sldMk cId="3797467521" sldId="277"/>
            <ac:spMk id="2" creationId="{43D3CC60-1B8D-4160-B2C4-16837B745B18}"/>
          </ac:spMkLst>
        </pc:spChg>
        <pc:spChg chg="mod">
          <ac:chgData name="Tony Toe" userId="8901cf30983edc6b" providerId="LiveId" clId="{C1442F02-3345-4BB8-8B0E-23C8E3F94CAE}" dt="2018-11-07T03:39:13.191" v="1122" actId="20577"/>
          <ac:spMkLst>
            <pc:docMk/>
            <pc:sldMk cId="3797467521" sldId="277"/>
            <ac:spMk id="3" creationId="{D4BA7592-B468-4766-8160-AD8DF5A25C0D}"/>
          </ac:spMkLst>
        </pc:spChg>
        <pc:spChg chg="add mod">
          <ac:chgData name="Tony Toe" userId="8901cf30983edc6b" providerId="LiveId" clId="{C1442F02-3345-4BB8-8B0E-23C8E3F94CAE}" dt="2018-11-07T03:39:27.803" v="1124" actId="1076"/>
          <ac:spMkLst>
            <pc:docMk/>
            <pc:sldMk cId="3797467521" sldId="277"/>
            <ac:spMk id="4" creationId="{98AEF56F-4B54-491B-A4B7-14DCE9048D7B}"/>
          </ac:spMkLst>
        </pc:spChg>
      </pc:sldChg>
      <pc:sldChg chg="modSp add">
        <pc:chgData name="Tony Toe" userId="8901cf30983edc6b" providerId="LiveId" clId="{C1442F02-3345-4BB8-8B0E-23C8E3F94CAE}" dt="2018-11-07T03:39:58.521" v="1197" actId="20577"/>
        <pc:sldMkLst>
          <pc:docMk/>
          <pc:sldMk cId="870818330" sldId="278"/>
        </pc:sldMkLst>
        <pc:spChg chg="mod">
          <ac:chgData name="Tony Toe" userId="8901cf30983edc6b" providerId="LiveId" clId="{C1442F02-3345-4BB8-8B0E-23C8E3F94CAE}" dt="2018-11-07T03:39:41.025" v="1139" actId="20577"/>
          <ac:spMkLst>
            <pc:docMk/>
            <pc:sldMk cId="870818330" sldId="278"/>
            <ac:spMk id="2" creationId="{788B429D-28D7-429B-A1BA-00B451086C32}"/>
          </ac:spMkLst>
        </pc:spChg>
        <pc:spChg chg="mod">
          <ac:chgData name="Tony Toe" userId="8901cf30983edc6b" providerId="LiveId" clId="{C1442F02-3345-4BB8-8B0E-23C8E3F94CAE}" dt="2018-11-07T03:39:58.521" v="1197" actId="20577"/>
          <ac:spMkLst>
            <pc:docMk/>
            <pc:sldMk cId="870818330" sldId="278"/>
            <ac:spMk id="3" creationId="{1F301E4E-04E6-41DB-98AB-ABE1BD812B06}"/>
          </ac:spMkLst>
        </pc:spChg>
      </pc:sldChg>
      <pc:sldChg chg="addSp delSp modSp add">
        <pc:chgData name="Tony Toe" userId="8901cf30983edc6b" providerId="LiveId" clId="{C1442F02-3345-4BB8-8B0E-23C8E3F94CAE}" dt="2018-11-07T03:40:39.511" v="1216" actId="1076"/>
        <pc:sldMkLst>
          <pc:docMk/>
          <pc:sldMk cId="1756175335" sldId="279"/>
        </pc:sldMkLst>
        <pc:spChg chg="mod">
          <ac:chgData name="Tony Toe" userId="8901cf30983edc6b" providerId="LiveId" clId="{C1442F02-3345-4BB8-8B0E-23C8E3F94CAE}" dt="2018-11-07T03:40:30.265" v="1213" actId="20577"/>
          <ac:spMkLst>
            <pc:docMk/>
            <pc:sldMk cId="1756175335" sldId="279"/>
            <ac:spMk id="2" creationId="{F4726761-D2AC-4EE2-B8F8-CDA23138D106}"/>
          </ac:spMkLst>
        </pc:spChg>
        <pc:spChg chg="del">
          <ac:chgData name="Tony Toe" userId="8901cf30983edc6b" providerId="LiveId" clId="{C1442F02-3345-4BB8-8B0E-23C8E3F94CAE}" dt="2018-11-07T03:40:33.521" v="1214" actId="478"/>
          <ac:spMkLst>
            <pc:docMk/>
            <pc:sldMk cId="1756175335" sldId="279"/>
            <ac:spMk id="3" creationId="{3D4A8FE1-6858-4AF5-A3DC-EEDEA06D87B3}"/>
          </ac:spMkLst>
        </pc:spChg>
        <pc:spChg chg="add mod">
          <ac:chgData name="Tony Toe" userId="8901cf30983edc6b" providerId="LiveId" clId="{C1442F02-3345-4BB8-8B0E-23C8E3F94CAE}" dt="2018-11-07T03:40:39.511" v="1216" actId="1076"/>
          <ac:spMkLst>
            <pc:docMk/>
            <pc:sldMk cId="1756175335" sldId="279"/>
            <ac:spMk id="4" creationId="{0EA7A70B-D9C3-4E32-B520-4DF8FE4015B5}"/>
          </ac:spMkLst>
        </pc:spChg>
      </pc:sldChg>
      <pc:sldChg chg="addSp delSp modSp add">
        <pc:chgData name="Tony Toe" userId="8901cf30983edc6b" providerId="LiveId" clId="{C1442F02-3345-4BB8-8B0E-23C8E3F94CAE}" dt="2018-11-07T03:40:57.817" v="1238" actId="1076"/>
        <pc:sldMkLst>
          <pc:docMk/>
          <pc:sldMk cId="1845229966" sldId="280"/>
        </pc:sldMkLst>
        <pc:spChg chg="mod">
          <ac:chgData name="Tony Toe" userId="8901cf30983edc6b" providerId="LiveId" clId="{C1442F02-3345-4BB8-8B0E-23C8E3F94CAE}" dt="2018-11-07T03:40:46.561" v="1235" actId="20577"/>
          <ac:spMkLst>
            <pc:docMk/>
            <pc:sldMk cId="1845229966" sldId="280"/>
            <ac:spMk id="2" creationId="{57480F1F-F645-4AFD-98AD-1F1D58C1E7BD}"/>
          </ac:spMkLst>
        </pc:spChg>
        <pc:spChg chg="del">
          <ac:chgData name="Tony Toe" userId="8901cf30983edc6b" providerId="LiveId" clId="{C1442F02-3345-4BB8-8B0E-23C8E3F94CAE}" dt="2018-11-07T03:40:54.393" v="1237" actId="478"/>
          <ac:spMkLst>
            <pc:docMk/>
            <pc:sldMk cId="1845229966" sldId="280"/>
            <ac:spMk id="3" creationId="{3FE6BD24-8395-4D1B-9FBC-16B3640B1948}"/>
          </ac:spMkLst>
        </pc:spChg>
        <pc:spChg chg="add mod">
          <ac:chgData name="Tony Toe" userId="8901cf30983edc6b" providerId="LiveId" clId="{C1442F02-3345-4BB8-8B0E-23C8E3F94CAE}" dt="2018-11-07T03:40:57.817" v="1238" actId="1076"/>
          <ac:spMkLst>
            <pc:docMk/>
            <pc:sldMk cId="1845229966" sldId="280"/>
            <ac:spMk id="4" creationId="{C2884227-5DE1-4705-9E64-143E38DFD107}"/>
          </ac:spMkLst>
        </pc:spChg>
      </pc:sldChg>
      <pc:sldChg chg="addSp delSp modSp add mod setBg">
        <pc:chgData name="Tony Toe" userId="8901cf30983edc6b" providerId="LiveId" clId="{C1442F02-3345-4BB8-8B0E-23C8E3F94CAE}" dt="2018-11-07T03:43:49.182" v="1292" actId="13926"/>
        <pc:sldMkLst>
          <pc:docMk/>
          <pc:sldMk cId="2012060342" sldId="281"/>
        </pc:sldMkLst>
        <pc:spChg chg="mod">
          <ac:chgData name="Tony Toe" userId="8901cf30983edc6b" providerId="LiveId" clId="{C1442F02-3345-4BB8-8B0E-23C8E3F94CAE}" dt="2018-11-07T03:41:37.430" v="1281" actId="26606"/>
          <ac:spMkLst>
            <pc:docMk/>
            <pc:sldMk cId="2012060342" sldId="281"/>
            <ac:spMk id="2" creationId="{66A0CB76-ACF6-417C-8714-F84BE47CAF67}"/>
          </ac:spMkLst>
        </pc:spChg>
        <pc:spChg chg="add del">
          <ac:chgData name="Tony Toe" userId="8901cf30983edc6b" providerId="LiveId" clId="{C1442F02-3345-4BB8-8B0E-23C8E3F94CAE}" dt="2018-11-07T03:41:32.103" v="1279" actId="13926"/>
          <ac:spMkLst>
            <pc:docMk/>
            <pc:sldMk cId="2012060342" sldId="281"/>
            <ac:spMk id="3" creationId="{CA104CC2-8AD4-40BB-AD29-A01981FF1F31}"/>
          </ac:spMkLst>
        </pc:spChg>
        <pc:spChg chg="add del">
          <ac:chgData name="Tony Toe" userId="8901cf30983edc6b" providerId="LiveId" clId="{C1442F02-3345-4BB8-8B0E-23C8E3F94CAE}" dt="2018-11-07T03:41:14.793" v="1241" actId="13926"/>
          <ac:spMkLst>
            <pc:docMk/>
            <pc:sldMk cId="2012060342" sldId="281"/>
            <ac:spMk id="5" creationId="{5F1C5B7B-EE78-423E-8F19-7E8A66F339C1}"/>
          </ac:spMkLst>
        </pc:spChg>
        <pc:spChg chg="add mod">
          <ac:chgData name="Tony Toe" userId="8901cf30983edc6b" providerId="LiveId" clId="{C1442F02-3345-4BB8-8B0E-23C8E3F94CAE}" dt="2018-11-07T03:43:49.182" v="1292" actId="13926"/>
          <ac:spMkLst>
            <pc:docMk/>
            <pc:sldMk cId="2012060342" sldId="281"/>
            <ac:spMk id="7" creationId="{5500E125-A739-445A-A976-BF0C3E1B2C8A}"/>
          </ac:spMkLst>
        </pc:spChg>
        <pc:spChg chg="add mod">
          <ac:chgData name="Tony Toe" userId="8901cf30983edc6b" providerId="LiveId" clId="{C1442F02-3345-4BB8-8B0E-23C8E3F94CAE}" dt="2018-11-07T03:42:42.598" v="1290" actId="11529"/>
          <ac:spMkLst>
            <pc:docMk/>
            <pc:sldMk cId="2012060342" sldId="281"/>
            <ac:spMk id="8" creationId="{1C434B31-0DF0-450D-BB3D-A815E87F3BE5}"/>
          </ac:spMkLst>
        </pc:spChg>
        <pc:graphicFrameChg chg="add del mod">
          <ac:chgData name="Tony Toe" userId="8901cf30983edc6b" providerId="LiveId" clId="{C1442F02-3345-4BB8-8B0E-23C8E3F94CAE}" dt="2018-11-07T03:41:14.793" v="1241" actId="13926"/>
          <ac:graphicFrameMkLst>
            <pc:docMk/>
            <pc:sldMk cId="2012060342" sldId="281"/>
            <ac:graphicFrameMk id="4" creationId="{80857680-7C3B-42E6-ABAC-C090F0FA6C72}"/>
          </ac:graphicFrameMkLst>
        </pc:graphicFrameChg>
        <pc:graphicFrameChg chg="add mod modGraphic">
          <ac:chgData name="Tony Toe" userId="8901cf30983edc6b" providerId="LiveId" clId="{C1442F02-3345-4BB8-8B0E-23C8E3F94CAE}" dt="2018-11-07T03:43:43.368" v="1291" actId="13926"/>
          <ac:graphicFrameMkLst>
            <pc:docMk/>
            <pc:sldMk cId="2012060342" sldId="281"/>
            <ac:graphicFrameMk id="6" creationId="{EA7F043D-9C5E-4AB9-990E-B6787FFAB1F6}"/>
          </ac:graphicFrameMkLst>
        </pc:graphicFrameChg>
      </pc:sldChg>
      <pc:sldChg chg="addSp delSp modSp add">
        <pc:chgData name="Tony Toe" userId="8901cf30983edc6b" providerId="LiveId" clId="{C1442F02-3345-4BB8-8B0E-23C8E3F94CAE}" dt="2018-11-07T03:46:21.533" v="1312" actId="1076"/>
        <pc:sldMkLst>
          <pc:docMk/>
          <pc:sldMk cId="2731599334" sldId="282"/>
        </pc:sldMkLst>
        <pc:spChg chg="mod">
          <ac:chgData name="Tony Toe" userId="8901cf30983edc6b" providerId="LiveId" clId="{C1442F02-3345-4BB8-8B0E-23C8E3F94CAE}" dt="2018-11-07T03:44:01.900" v="1294" actId="1076"/>
          <ac:spMkLst>
            <pc:docMk/>
            <pc:sldMk cId="2731599334" sldId="282"/>
            <ac:spMk id="2" creationId="{82E46549-2BF2-49DC-94E1-AB1C80B67F5B}"/>
          </ac:spMkLst>
        </pc:spChg>
        <pc:spChg chg="del">
          <ac:chgData name="Tony Toe" userId="8901cf30983edc6b" providerId="LiveId" clId="{C1442F02-3345-4BB8-8B0E-23C8E3F94CAE}" dt="2018-11-07T03:44:10.784" v="1295" actId="478"/>
          <ac:spMkLst>
            <pc:docMk/>
            <pc:sldMk cId="2731599334" sldId="282"/>
            <ac:spMk id="3" creationId="{E80BD6E0-4760-46E4-A115-836CD89F0C03}"/>
          </ac:spMkLst>
        </pc:spChg>
        <pc:spChg chg="add mod">
          <ac:chgData name="Tony Toe" userId="8901cf30983edc6b" providerId="LiveId" clId="{C1442F02-3345-4BB8-8B0E-23C8E3F94CAE}" dt="2018-11-07T03:45:39.098" v="1308" actId="13926"/>
          <ac:spMkLst>
            <pc:docMk/>
            <pc:sldMk cId="2731599334" sldId="282"/>
            <ac:spMk id="5" creationId="{C7A88ABA-E7FF-48FA-90FA-236DFE77513F}"/>
          </ac:spMkLst>
        </pc:spChg>
        <pc:spChg chg="add mod">
          <ac:chgData name="Tony Toe" userId="8901cf30983edc6b" providerId="LiveId" clId="{C1442F02-3345-4BB8-8B0E-23C8E3F94CAE}" dt="2018-11-07T03:45:18.955" v="1306" actId="11529"/>
          <ac:spMkLst>
            <pc:docMk/>
            <pc:sldMk cId="2731599334" sldId="282"/>
            <ac:spMk id="6" creationId="{80CC9286-5D88-4997-B5DE-EC62946F42BA}"/>
          </ac:spMkLst>
        </pc:spChg>
        <pc:spChg chg="add mod">
          <ac:chgData name="Tony Toe" userId="8901cf30983edc6b" providerId="LiveId" clId="{C1442F02-3345-4BB8-8B0E-23C8E3F94CAE}" dt="2018-11-07T03:46:21.533" v="1312" actId="1076"/>
          <ac:spMkLst>
            <pc:docMk/>
            <pc:sldMk cId="2731599334" sldId="282"/>
            <ac:spMk id="7" creationId="{48C477FB-E3CD-484A-A319-69D7A1BCC76C}"/>
          </ac:spMkLst>
        </pc:spChg>
        <pc:graphicFrameChg chg="add mod modGraphic">
          <ac:chgData name="Tony Toe" userId="8901cf30983edc6b" providerId="LiveId" clId="{C1442F02-3345-4BB8-8B0E-23C8E3F94CAE}" dt="2018-11-07T03:44:42.164" v="1300" actId="13926"/>
          <ac:graphicFrameMkLst>
            <pc:docMk/>
            <pc:sldMk cId="2731599334" sldId="282"/>
            <ac:graphicFrameMk id="4" creationId="{C8705313-9BAF-46D7-BDD3-BF42C029BF80}"/>
          </ac:graphicFrameMkLst>
        </pc:graphicFrameChg>
      </pc:sldChg>
      <pc:sldChg chg="addSp delSp modSp add">
        <pc:chgData name="Tony Toe" userId="8901cf30983edc6b" providerId="LiveId" clId="{C1442F02-3345-4BB8-8B0E-23C8E3F94CAE}" dt="2018-11-07T03:47:43.289" v="1336" actId="11529"/>
        <pc:sldMkLst>
          <pc:docMk/>
          <pc:sldMk cId="224454288" sldId="283"/>
        </pc:sldMkLst>
        <pc:spChg chg="mod">
          <ac:chgData name="Tony Toe" userId="8901cf30983edc6b" providerId="LiveId" clId="{C1442F02-3345-4BB8-8B0E-23C8E3F94CAE}" dt="2018-11-07T03:46:36.728" v="1328" actId="20577"/>
          <ac:spMkLst>
            <pc:docMk/>
            <pc:sldMk cId="224454288" sldId="283"/>
            <ac:spMk id="2" creationId="{8C6843A6-A07F-4D10-A33D-9F9125BB865E}"/>
          </ac:spMkLst>
        </pc:spChg>
        <pc:spChg chg="del">
          <ac:chgData name="Tony Toe" userId="8901cf30983edc6b" providerId="LiveId" clId="{C1442F02-3345-4BB8-8B0E-23C8E3F94CAE}" dt="2018-11-07T03:46:43.888" v="1329" actId="478"/>
          <ac:spMkLst>
            <pc:docMk/>
            <pc:sldMk cId="224454288" sldId="283"/>
            <ac:spMk id="3" creationId="{38B80C75-8FB6-45DE-A341-B20E0A3EE076}"/>
          </ac:spMkLst>
        </pc:spChg>
        <pc:graphicFrameChg chg="add mod modGraphic">
          <ac:chgData name="Tony Toe" userId="8901cf30983edc6b" providerId="LiveId" clId="{C1442F02-3345-4BB8-8B0E-23C8E3F94CAE}" dt="2018-11-07T03:47:31.465" v="1335" actId="1076"/>
          <ac:graphicFrameMkLst>
            <pc:docMk/>
            <pc:sldMk cId="224454288" sldId="283"/>
            <ac:graphicFrameMk id="4" creationId="{195B6503-894C-4CD4-A82B-AC29E1B75DD7}"/>
          </ac:graphicFrameMkLst>
        </pc:graphicFrameChg>
        <pc:cxnChg chg="add mod">
          <ac:chgData name="Tony Toe" userId="8901cf30983edc6b" providerId="LiveId" clId="{C1442F02-3345-4BB8-8B0E-23C8E3F94CAE}" dt="2018-11-07T03:47:43.289" v="1336" actId="11529"/>
          <ac:cxnSpMkLst>
            <pc:docMk/>
            <pc:sldMk cId="224454288" sldId="283"/>
            <ac:cxnSpMk id="6" creationId="{C8ABCF21-64EE-448A-B4E5-CB7B047819F1}"/>
          </ac:cxnSpMkLst>
        </pc:cxnChg>
      </pc:sldChg>
      <pc:sldChg chg="addSp delSp modSp add">
        <pc:chgData name="Tony Toe" userId="8901cf30983edc6b" providerId="LiveId" clId="{C1442F02-3345-4BB8-8B0E-23C8E3F94CAE}" dt="2018-11-07T03:48:44.486" v="1366" actId="11529"/>
        <pc:sldMkLst>
          <pc:docMk/>
          <pc:sldMk cId="1353420490" sldId="284"/>
        </pc:sldMkLst>
        <pc:spChg chg="mod">
          <ac:chgData name="Tony Toe" userId="8901cf30983edc6b" providerId="LiveId" clId="{C1442F02-3345-4BB8-8B0E-23C8E3F94CAE}" dt="2018-11-07T03:48:07.102" v="1359" actId="313"/>
          <ac:spMkLst>
            <pc:docMk/>
            <pc:sldMk cId="1353420490" sldId="284"/>
            <ac:spMk id="2" creationId="{59CC1552-B16F-43C9-96C2-1F34D60FB217}"/>
          </ac:spMkLst>
        </pc:spChg>
        <pc:spChg chg="del">
          <ac:chgData name="Tony Toe" userId="8901cf30983edc6b" providerId="LiveId" clId="{C1442F02-3345-4BB8-8B0E-23C8E3F94CAE}" dt="2018-11-07T03:47:58.512" v="1357" actId="478"/>
          <ac:spMkLst>
            <pc:docMk/>
            <pc:sldMk cId="1353420490" sldId="284"/>
            <ac:spMk id="3" creationId="{FEBD7888-0B1E-4F9A-8969-CCA2CD033303}"/>
          </ac:spMkLst>
        </pc:spChg>
        <pc:graphicFrameChg chg="add mod modGraphic">
          <ac:chgData name="Tony Toe" userId="8901cf30983edc6b" providerId="LiveId" clId="{C1442F02-3345-4BB8-8B0E-23C8E3F94CAE}" dt="2018-11-07T03:48:36.819" v="1365" actId="1076"/>
          <ac:graphicFrameMkLst>
            <pc:docMk/>
            <pc:sldMk cId="1353420490" sldId="284"/>
            <ac:graphicFrameMk id="4" creationId="{2AACF460-ECA9-4BC9-881A-AA8A6D676B32}"/>
          </ac:graphicFrameMkLst>
        </pc:graphicFrameChg>
        <pc:cxnChg chg="add mod">
          <ac:chgData name="Tony Toe" userId="8901cf30983edc6b" providerId="LiveId" clId="{C1442F02-3345-4BB8-8B0E-23C8E3F94CAE}" dt="2018-11-07T03:48:44.486" v="1366" actId="11529"/>
          <ac:cxnSpMkLst>
            <pc:docMk/>
            <pc:sldMk cId="1353420490" sldId="284"/>
            <ac:cxnSpMk id="6" creationId="{5D2B5455-F3D5-4063-8979-A2D587E37E58}"/>
          </ac:cxnSpMkLst>
        </pc:cxnChg>
      </pc:sldChg>
      <pc:sldChg chg="modSp add">
        <pc:chgData name="Tony Toe" userId="8901cf30983edc6b" providerId="LiveId" clId="{C1442F02-3345-4BB8-8B0E-23C8E3F94CAE}" dt="2018-11-07T03:49:15.072" v="1414" actId="20577"/>
        <pc:sldMkLst>
          <pc:docMk/>
          <pc:sldMk cId="842387938" sldId="285"/>
        </pc:sldMkLst>
        <pc:spChg chg="mod">
          <ac:chgData name="Tony Toe" userId="8901cf30983edc6b" providerId="LiveId" clId="{C1442F02-3345-4BB8-8B0E-23C8E3F94CAE}" dt="2018-11-07T03:49:05.617" v="1379" actId="20577"/>
          <ac:spMkLst>
            <pc:docMk/>
            <pc:sldMk cId="842387938" sldId="285"/>
            <ac:spMk id="2" creationId="{87CC4303-961B-4F9E-8A46-0F809C33ED94}"/>
          </ac:spMkLst>
        </pc:spChg>
        <pc:spChg chg="mod">
          <ac:chgData name="Tony Toe" userId="8901cf30983edc6b" providerId="LiveId" clId="{C1442F02-3345-4BB8-8B0E-23C8E3F94CAE}" dt="2018-11-07T03:49:15.072" v="1414" actId="20577"/>
          <ac:spMkLst>
            <pc:docMk/>
            <pc:sldMk cId="842387938" sldId="285"/>
            <ac:spMk id="3" creationId="{D3635190-C5CA-45F1-B3DE-3ED97404023E}"/>
          </ac:spMkLst>
        </pc:spChg>
      </pc:sldChg>
      <pc:sldChg chg="modSp add">
        <pc:chgData name="Tony Toe" userId="8901cf30983edc6b" providerId="LiveId" clId="{C1442F02-3345-4BB8-8B0E-23C8E3F94CAE}" dt="2018-11-09T08:53:22.890" v="1735" actId="20577"/>
        <pc:sldMkLst>
          <pc:docMk/>
          <pc:sldMk cId="1800740791" sldId="286"/>
        </pc:sldMkLst>
        <pc:spChg chg="mod">
          <ac:chgData name="Tony Toe" userId="8901cf30983edc6b" providerId="LiveId" clId="{C1442F02-3345-4BB8-8B0E-23C8E3F94CAE}" dt="2018-11-09T08:51:20.450" v="1552" actId="20577"/>
          <ac:spMkLst>
            <pc:docMk/>
            <pc:sldMk cId="1800740791" sldId="286"/>
            <ac:spMk id="2" creationId="{B5015436-C8EC-4095-8DF1-C55DFC3843E5}"/>
          </ac:spMkLst>
        </pc:spChg>
        <pc:spChg chg="mod">
          <ac:chgData name="Tony Toe" userId="8901cf30983edc6b" providerId="LiveId" clId="{C1442F02-3345-4BB8-8B0E-23C8E3F94CAE}" dt="2018-11-09T08:53:22.890" v="1735" actId="20577"/>
          <ac:spMkLst>
            <pc:docMk/>
            <pc:sldMk cId="1800740791" sldId="286"/>
            <ac:spMk id="3" creationId="{63C27EF6-3248-4E49-A5C5-7826FDFEAB5D}"/>
          </ac:spMkLst>
        </pc:spChg>
      </pc:sldChg>
      <pc:sldMasterChg chg="modSldLayout">
        <pc:chgData name="Tony Toe" userId="8901cf30983edc6b" providerId="LiveId" clId="{C1442F02-3345-4BB8-8B0E-23C8E3F94CAE}" dt="2018-11-07T03:59:46.980" v="1540" actId="20577"/>
        <pc:sldMasterMkLst>
          <pc:docMk/>
          <pc:sldMasterMk cId="236828940" sldId="2147483648"/>
        </pc:sldMasterMkLst>
        <pc:sldLayoutChg chg="addSp">
          <pc:chgData name="Tony Toe" userId="8901cf30983edc6b" providerId="LiveId" clId="{C1442F02-3345-4BB8-8B0E-23C8E3F94CAE}" dt="2018-11-07T03:59:46.980" v="1540" actId="20577"/>
          <pc:sldLayoutMkLst>
            <pc:docMk/>
            <pc:sldMasterMk cId="236828940" sldId="2147483648"/>
            <pc:sldLayoutMk cId="4054162043" sldId="2147483649"/>
          </pc:sldLayoutMkLst>
          <pc:spChg chg="add">
            <ac:chgData name="Tony Toe" userId="8901cf30983edc6b" providerId="LiveId" clId="{C1442F02-3345-4BB8-8B0E-23C8E3F94CAE}" dt="2018-11-07T03:59:46.980" v="1540" actId="20577"/>
            <ac:spMkLst>
              <pc:docMk/>
              <pc:sldMasterMk cId="236828940" sldId="2147483648"/>
              <pc:sldLayoutMk cId="4054162043" sldId="2147483649"/>
              <ac:spMk id="8" creationId="{B9059644-BD68-48DA-B90B-E97D932F04F4}"/>
            </ac:spMkLst>
          </pc:spChg>
          <pc:spChg chg="add">
            <ac:chgData name="Tony Toe" userId="8901cf30983edc6b" providerId="LiveId" clId="{C1442F02-3345-4BB8-8B0E-23C8E3F94CAE}" dt="2018-11-07T03:59:46.980" v="1540" actId="20577"/>
            <ac:spMkLst>
              <pc:docMk/>
              <pc:sldMasterMk cId="236828940" sldId="2147483648"/>
              <pc:sldLayoutMk cId="4054162043" sldId="2147483649"/>
              <ac:spMk id="9" creationId="{3AEF5720-1197-40C8-BFBA-5BF0AC560111}"/>
            </ac:spMkLst>
          </pc:spChg>
          <pc:picChg chg="add">
            <ac:chgData name="Tony Toe" userId="8901cf30983edc6b" providerId="LiveId" clId="{C1442F02-3345-4BB8-8B0E-23C8E3F94CAE}" dt="2018-11-07T03:59:46.980" v="1540" actId="20577"/>
            <ac:picMkLst>
              <pc:docMk/>
              <pc:sldMasterMk cId="236828940" sldId="2147483648"/>
              <pc:sldLayoutMk cId="4054162043" sldId="2147483649"/>
              <ac:picMk id="10" creationId="{81CE94B4-04F5-4161-95DF-2EB53BA97E45}"/>
            </ac:picMkLst>
          </pc:picChg>
          <pc:cxnChg chg="add">
            <ac:chgData name="Tony Toe" userId="8901cf30983edc6b" providerId="LiveId" clId="{C1442F02-3345-4BB8-8B0E-23C8E3F94CAE}" dt="2018-11-07T03:59:46.980" v="1540" actId="20577"/>
            <ac:cxnSpMkLst>
              <pc:docMk/>
              <pc:sldMasterMk cId="236828940" sldId="2147483648"/>
              <pc:sldLayoutMk cId="4054162043" sldId="2147483649"/>
              <ac:cxnSpMk id="7" creationId="{35D354F6-1E43-4FE2-9416-04E184CE86D7}"/>
            </ac:cxnSpMkLst>
          </pc:cxnChg>
        </pc:sldLayoutChg>
        <pc:sldLayoutChg chg="addSp delSp modSp">
          <pc:chgData name="Tony Toe" userId="8901cf30983edc6b" providerId="LiveId" clId="{C1442F02-3345-4BB8-8B0E-23C8E3F94CAE}" dt="2018-11-07T03:59:12.708" v="1539" actId="167"/>
          <pc:sldLayoutMkLst>
            <pc:docMk/>
            <pc:sldMasterMk cId="236828940" sldId="2147483648"/>
            <pc:sldLayoutMk cId="1864361372" sldId="2147483650"/>
          </pc:sldLayoutMkLst>
          <pc:spChg chg="add mod">
            <ac:chgData name="Tony Toe" userId="8901cf30983edc6b" providerId="LiveId" clId="{C1442F02-3345-4BB8-8B0E-23C8E3F94CAE}" dt="2018-11-07T03:56:20.415" v="1462" actId="14100"/>
            <ac:spMkLst>
              <pc:docMk/>
              <pc:sldMasterMk cId="236828940" sldId="2147483648"/>
              <pc:sldLayoutMk cId="1864361372" sldId="2147483650"/>
              <ac:spMk id="9" creationId="{7F2E3DB5-B764-4A40-95A7-3FCFC0735F10}"/>
            </ac:spMkLst>
          </pc:spChg>
          <pc:spChg chg="add mod">
            <ac:chgData name="Tony Toe" userId="8901cf30983edc6b" providerId="LiveId" clId="{C1442F02-3345-4BB8-8B0E-23C8E3F94CAE}" dt="2018-11-07T03:57:48.350" v="1474" actId="14100"/>
            <ac:spMkLst>
              <pc:docMk/>
              <pc:sldMasterMk cId="236828940" sldId="2147483648"/>
              <pc:sldLayoutMk cId="1864361372" sldId="2147483650"/>
              <ac:spMk id="12" creationId="{8DDA959D-3244-40DF-8C39-48899F94628E}"/>
            </ac:spMkLst>
          </pc:spChg>
          <pc:picChg chg="add mod ord">
            <ac:chgData name="Tony Toe" userId="8901cf30983edc6b" providerId="LiveId" clId="{C1442F02-3345-4BB8-8B0E-23C8E3F94CAE}" dt="2018-11-07T03:57:53.712" v="1479" actId="1038"/>
            <ac:picMkLst>
              <pc:docMk/>
              <pc:sldMasterMk cId="236828940" sldId="2147483648"/>
              <pc:sldLayoutMk cId="1864361372" sldId="2147483650"/>
              <ac:picMk id="11" creationId="{0E49D956-4E7D-4FF0-9764-CA5EA52DF041}"/>
            </ac:picMkLst>
          </pc:picChg>
          <pc:cxnChg chg="add del mod">
            <ac:chgData name="Tony Toe" userId="8901cf30983edc6b" providerId="LiveId" clId="{C1442F02-3345-4BB8-8B0E-23C8E3F94CAE}" dt="2018-11-07T03:58:16.759" v="1526" actId="478"/>
            <ac:cxnSpMkLst>
              <pc:docMk/>
              <pc:sldMasterMk cId="236828940" sldId="2147483648"/>
              <pc:sldLayoutMk cId="1864361372" sldId="2147483650"/>
              <ac:cxnSpMk id="14" creationId="{5E4C11DD-567C-46CF-8316-3D294DCDDC45}"/>
            </ac:cxnSpMkLst>
          </pc:cxnChg>
          <pc:cxnChg chg="add mod ord">
            <ac:chgData name="Tony Toe" userId="8901cf30983edc6b" providerId="LiveId" clId="{C1442F02-3345-4BB8-8B0E-23C8E3F94CAE}" dt="2018-11-07T03:59:12.708" v="1539" actId="167"/>
            <ac:cxnSpMkLst>
              <pc:docMk/>
              <pc:sldMasterMk cId="236828940" sldId="2147483648"/>
              <pc:sldLayoutMk cId="1864361372" sldId="2147483650"/>
              <ac:cxnSpMk id="16" creationId="{3572CAD7-C006-4353-A7EB-D4461834FFBC}"/>
            </ac:cxnSpMkLst>
          </pc:cxnChg>
        </pc:sldLayoutChg>
      </pc:sldMasterChg>
    </pc:docChg>
  </pc:docChgLst>
</pc:chgInfo>
</file>

<file path=ppt/diagrams/_rels/data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svg"/><Relationship Id="rId1" Type="http://schemas.openxmlformats.org/officeDocument/2006/relationships/image" Target="../media/image2.png"/><Relationship Id="rId6" Type="http://schemas.openxmlformats.org/officeDocument/2006/relationships/image" Target="../media/image7.svg"/><Relationship Id="rId5" Type="http://schemas.openxmlformats.org/officeDocument/2006/relationships/image" Target="../media/image6.png"/><Relationship Id="rId4" Type="http://schemas.openxmlformats.org/officeDocument/2006/relationships/image" Target="../media/image5.svg"/></Relationships>
</file>

<file path=ppt/diagrams/_rels/drawing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svg"/><Relationship Id="rId1" Type="http://schemas.openxmlformats.org/officeDocument/2006/relationships/image" Target="../media/image2.png"/><Relationship Id="rId6" Type="http://schemas.openxmlformats.org/officeDocument/2006/relationships/image" Target="../media/image7.svg"/><Relationship Id="rId5" Type="http://schemas.openxmlformats.org/officeDocument/2006/relationships/image" Target="../media/image6.png"/><Relationship Id="rId4" Type="http://schemas.openxmlformats.org/officeDocument/2006/relationships/image" Target="../media/image5.svg"/></Relationships>
</file>

<file path=ppt/diagrams/colors1.xml><?xml version="1.0" encoding="utf-8"?>
<dgm:colorsDef xmlns:dgm="http://schemas.openxmlformats.org/drawingml/2006/diagram" xmlns:a="http://schemas.openxmlformats.org/drawingml/2006/main" uniqueId="urn:microsoft.com/office/officeart/2018/5/colors/Iconchunking_neutralicon_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F6E9F948-0A45-4C7F-96EB-4B6D8F401FC2}" type="doc">
      <dgm:prSet loTypeId="urn:microsoft.com/office/officeart/2018/5/layout/IconLeafLabelList" loCatId="icon" qsTypeId="urn:microsoft.com/office/officeart/2005/8/quickstyle/simple1" qsCatId="simple" csTypeId="urn:microsoft.com/office/officeart/2018/5/colors/Iconchunking_neutralicon_colorful5" csCatId="colorful" phldr="1"/>
      <dgm:spPr/>
      <dgm:t>
        <a:bodyPr/>
        <a:lstStyle/>
        <a:p>
          <a:endParaRPr lang="en-US"/>
        </a:p>
      </dgm:t>
    </dgm:pt>
    <dgm:pt modelId="{FCFF76A9-E76D-4C39-AF2C-DC909D2BDFE7}">
      <dgm:prSet custT="1"/>
      <dgm:spPr/>
      <dgm:t>
        <a:bodyPr/>
        <a:lstStyle/>
        <a:p>
          <a:pPr>
            <a:lnSpc>
              <a:spcPct val="100000"/>
            </a:lnSpc>
            <a:defRPr cap="all"/>
          </a:pPr>
          <a:r>
            <a:rPr lang="en-US" sz="1800" dirty="0"/>
            <a:t>Template that determines the way that your online store looks and feels. </a:t>
          </a:r>
        </a:p>
      </dgm:t>
    </dgm:pt>
    <dgm:pt modelId="{0D5EDFEC-9650-4D08-87DB-2ED4D2D52131}" type="parTrans" cxnId="{BF45597F-6FA5-4CDE-8DA0-B8EAF05C5D76}">
      <dgm:prSet/>
      <dgm:spPr/>
      <dgm:t>
        <a:bodyPr/>
        <a:lstStyle/>
        <a:p>
          <a:endParaRPr lang="en-US"/>
        </a:p>
      </dgm:t>
    </dgm:pt>
    <dgm:pt modelId="{AB55AEC0-F623-493B-A96D-E9063774FD55}" type="sibTrans" cxnId="{BF45597F-6FA5-4CDE-8DA0-B8EAF05C5D76}">
      <dgm:prSet/>
      <dgm:spPr/>
      <dgm:t>
        <a:bodyPr/>
        <a:lstStyle/>
        <a:p>
          <a:pPr>
            <a:lnSpc>
              <a:spcPct val="100000"/>
            </a:lnSpc>
          </a:pPr>
          <a:endParaRPr lang="en-US"/>
        </a:p>
      </dgm:t>
    </dgm:pt>
    <dgm:pt modelId="{99A174C7-BA04-480A-B39F-F3DC6C91C382}">
      <dgm:prSet custT="1"/>
      <dgm:spPr/>
      <dgm:t>
        <a:bodyPr/>
        <a:lstStyle/>
        <a:p>
          <a:pPr>
            <a:lnSpc>
              <a:spcPct val="100000"/>
            </a:lnSpc>
            <a:defRPr cap="all"/>
          </a:pPr>
          <a:r>
            <a:rPr lang="en-US" sz="1800" dirty="0"/>
            <a:t>Different themes have different styles and layouts and offer a different experience for your customers. </a:t>
          </a:r>
        </a:p>
      </dgm:t>
    </dgm:pt>
    <dgm:pt modelId="{E57BCA18-9A32-422B-A802-F26E6DBE31FA}" type="parTrans" cxnId="{95E68350-68B6-4565-A0B9-928B40F86F32}">
      <dgm:prSet/>
      <dgm:spPr/>
      <dgm:t>
        <a:bodyPr/>
        <a:lstStyle/>
        <a:p>
          <a:endParaRPr lang="en-US"/>
        </a:p>
      </dgm:t>
    </dgm:pt>
    <dgm:pt modelId="{2FB595DD-B987-45A6-9230-76E258340FBD}" type="sibTrans" cxnId="{95E68350-68B6-4565-A0B9-928B40F86F32}">
      <dgm:prSet/>
      <dgm:spPr/>
      <dgm:t>
        <a:bodyPr/>
        <a:lstStyle/>
        <a:p>
          <a:pPr>
            <a:lnSpc>
              <a:spcPct val="100000"/>
            </a:lnSpc>
          </a:pPr>
          <a:endParaRPr lang="en-US"/>
        </a:p>
      </dgm:t>
    </dgm:pt>
    <dgm:pt modelId="{B2CF7127-AF5A-4B9F-BDE9-1F48D17D43EF}">
      <dgm:prSet/>
      <dgm:spPr/>
      <dgm:t>
        <a:bodyPr/>
        <a:lstStyle/>
        <a:p>
          <a:pPr>
            <a:lnSpc>
              <a:spcPct val="100000"/>
            </a:lnSpc>
            <a:defRPr cap="all"/>
          </a:pPr>
          <a:r>
            <a:rPr lang="en-US"/>
            <a:t>You can customize the theme of your site by going through the Admin dashboard of your Shopify site</a:t>
          </a:r>
        </a:p>
      </dgm:t>
    </dgm:pt>
    <dgm:pt modelId="{CAB561C0-5671-4AFF-99C9-3359376AA279}" type="parTrans" cxnId="{F0CF14E5-3C69-424B-8CC7-BA9AE20FF72C}">
      <dgm:prSet/>
      <dgm:spPr/>
      <dgm:t>
        <a:bodyPr/>
        <a:lstStyle/>
        <a:p>
          <a:endParaRPr lang="en-US"/>
        </a:p>
      </dgm:t>
    </dgm:pt>
    <dgm:pt modelId="{BDBA8E65-982A-48E2-ABFF-4A9466472135}" type="sibTrans" cxnId="{F0CF14E5-3C69-424B-8CC7-BA9AE20FF72C}">
      <dgm:prSet/>
      <dgm:spPr/>
      <dgm:t>
        <a:bodyPr/>
        <a:lstStyle/>
        <a:p>
          <a:endParaRPr lang="en-US"/>
        </a:p>
      </dgm:t>
    </dgm:pt>
    <dgm:pt modelId="{73A822C5-63ED-4B10-A5B7-F8AF6968A9D8}" type="pres">
      <dgm:prSet presAssocID="{F6E9F948-0A45-4C7F-96EB-4B6D8F401FC2}" presName="root" presStyleCnt="0">
        <dgm:presLayoutVars>
          <dgm:dir/>
          <dgm:resizeHandles val="exact"/>
        </dgm:presLayoutVars>
      </dgm:prSet>
      <dgm:spPr/>
    </dgm:pt>
    <dgm:pt modelId="{21B3877A-D6C3-4A93-A618-23850432A89C}" type="pres">
      <dgm:prSet presAssocID="{FCFF76A9-E76D-4C39-AF2C-DC909D2BDFE7}" presName="compNode" presStyleCnt="0"/>
      <dgm:spPr/>
    </dgm:pt>
    <dgm:pt modelId="{5CEC9931-C6CF-4585-9E6A-CB70778264A3}" type="pres">
      <dgm:prSet presAssocID="{FCFF76A9-E76D-4C39-AF2C-DC909D2BDFE7}" presName="iconBgRect" presStyleLbl="bgShp" presStyleIdx="0" presStyleCnt="3"/>
      <dgm:spPr>
        <a:prstGeom prst="round2DiagRect">
          <a:avLst>
            <a:gd name="adj1" fmla="val 29727"/>
            <a:gd name="adj2" fmla="val 0"/>
          </a:avLst>
        </a:prstGeom>
      </dgm:spPr>
    </dgm:pt>
    <dgm:pt modelId="{D0D625FE-4BE8-4637-997B-9AFD9D271F34}" type="pres">
      <dgm:prSet presAssocID="{FCFF76A9-E76D-4C39-AF2C-DC909D2BDFE7}"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Influencer"/>
        </a:ext>
      </dgm:extLst>
    </dgm:pt>
    <dgm:pt modelId="{38258D86-343C-4282-8615-664D4D3E7B2B}" type="pres">
      <dgm:prSet presAssocID="{FCFF76A9-E76D-4C39-AF2C-DC909D2BDFE7}" presName="spaceRect" presStyleCnt="0"/>
      <dgm:spPr/>
    </dgm:pt>
    <dgm:pt modelId="{D4FD58AE-6301-42BE-B2FE-852012C85B40}" type="pres">
      <dgm:prSet presAssocID="{FCFF76A9-E76D-4C39-AF2C-DC909D2BDFE7}" presName="textRect" presStyleLbl="revTx" presStyleIdx="0" presStyleCnt="3">
        <dgm:presLayoutVars>
          <dgm:chMax val="1"/>
          <dgm:chPref val="1"/>
        </dgm:presLayoutVars>
      </dgm:prSet>
      <dgm:spPr/>
    </dgm:pt>
    <dgm:pt modelId="{7A578A84-321F-4277-9F95-FD352BCA80A7}" type="pres">
      <dgm:prSet presAssocID="{AB55AEC0-F623-493B-A96D-E9063774FD55}" presName="sibTrans" presStyleCnt="0"/>
      <dgm:spPr/>
    </dgm:pt>
    <dgm:pt modelId="{104CDEE1-33FB-4C07-A0F4-EE50C0EA0928}" type="pres">
      <dgm:prSet presAssocID="{99A174C7-BA04-480A-B39F-F3DC6C91C382}" presName="compNode" presStyleCnt="0"/>
      <dgm:spPr/>
    </dgm:pt>
    <dgm:pt modelId="{AA2A0BC8-CF98-423B-B71F-A61F68BFD1CB}" type="pres">
      <dgm:prSet presAssocID="{99A174C7-BA04-480A-B39F-F3DC6C91C382}" presName="iconBgRect" presStyleLbl="bgShp" presStyleIdx="1" presStyleCnt="3"/>
      <dgm:spPr>
        <a:prstGeom prst="round2DiagRect">
          <a:avLst>
            <a:gd name="adj1" fmla="val 29727"/>
            <a:gd name="adj2" fmla="val 0"/>
          </a:avLst>
        </a:prstGeom>
      </dgm:spPr>
    </dgm:pt>
    <dgm:pt modelId="{23CDAFFA-E71E-47BA-9B06-B95E7BB945BC}" type="pres">
      <dgm:prSet presAssocID="{99A174C7-BA04-480A-B39F-F3DC6C91C382}"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Ecommerce"/>
        </a:ext>
      </dgm:extLst>
    </dgm:pt>
    <dgm:pt modelId="{72706C80-BAFD-4EDD-8731-2C4C5F658C54}" type="pres">
      <dgm:prSet presAssocID="{99A174C7-BA04-480A-B39F-F3DC6C91C382}" presName="spaceRect" presStyleCnt="0"/>
      <dgm:spPr/>
    </dgm:pt>
    <dgm:pt modelId="{7CF237F4-FAEF-451B-BC36-FB5E5F0F415C}" type="pres">
      <dgm:prSet presAssocID="{99A174C7-BA04-480A-B39F-F3DC6C91C382}" presName="textRect" presStyleLbl="revTx" presStyleIdx="1" presStyleCnt="3">
        <dgm:presLayoutVars>
          <dgm:chMax val="1"/>
          <dgm:chPref val="1"/>
        </dgm:presLayoutVars>
      </dgm:prSet>
      <dgm:spPr/>
    </dgm:pt>
    <dgm:pt modelId="{740D3A7C-7028-4BA2-8A00-E4AC53EC64EC}" type="pres">
      <dgm:prSet presAssocID="{2FB595DD-B987-45A6-9230-76E258340FBD}" presName="sibTrans" presStyleCnt="0"/>
      <dgm:spPr/>
    </dgm:pt>
    <dgm:pt modelId="{1ED723EC-2E53-4530-81D0-0700A5741262}" type="pres">
      <dgm:prSet presAssocID="{B2CF7127-AF5A-4B9F-BDE9-1F48D17D43EF}" presName="compNode" presStyleCnt="0"/>
      <dgm:spPr/>
    </dgm:pt>
    <dgm:pt modelId="{52375FC9-62DE-409F-9856-1E82DBAF8885}" type="pres">
      <dgm:prSet presAssocID="{B2CF7127-AF5A-4B9F-BDE9-1F48D17D43EF}" presName="iconBgRect" presStyleLbl="bgShp" presStyleIdx="2" presStyleCnt="3"/>
      <dgm:spPr>
        <a:prstGeom prst="round2DiagRect">
          <a:avLst>
            <a:gd name="adj1" fmla="val 29727"/>
            <a:gd name="adj2" fmla="val 0"/>
          </a:avLst>
        </a:prstGeom>
      </dgm:spPr>
    </dgm:pt>
    <dgm:pt modelId="{F2000B28-E24E-4D56-AFAD-C71F3A22600B}" type="pres">
      <dgm:prSet presAssocID="{B2CF7127-AF5A-4B9F-BDE9-1F48D17D43EF}"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Hierarchy"/>
        </a:ext>
      </dgm:extLst>
    </dgm:pt>
    <dgm:pt modelId="{0F123622-648F-472E-931F-5192D0B8398A}" type="pres">
      <dgm:prSet presAssocID="{B2CF7127-AF5A-4B9F-BDE9-1F48D17D43EF}" presName="spaceRect" presStyleCnt="0"/>
      <dgm:spPr/>
    </dgm:pt>
    <dgm:pt modelId="{B7619AED-09A9-4BEF-B998-14AB554977B5}" type="pres">
      <dgm:prSet presAssocID="{B2CF7127-AF5A-4B9F-BDE9-1F48D17D43EF}" presName="textRect" presStyleLbl="revTx" presStyleIdx="2" presStyleCnt="3">
        <dgm:presLayoutVars>
          <dgm:chMax val="1"/>
          <dgm:chPref val="1"/>
        </dgm:presLayoutVars>
      </dgm:prSet>
      <dgm:spPr/>
    </dgm:pt>
  </dgm:ptLst>
  <dgm:cxnLst>
    <dgm:cxn modelId="{FE95E634-8500-4E56-BCFC-F1E140AC1E9A}" type="presOf" srcId="{99A174C7-BA04-480A-B39F-F3DC6C91C382}" destId="{7CF237F4-FAEF-451B-BC36-FB5E5F0F415C}" srcOrd="0" destOrd="0" presId="urn:microsoft.com/office/officeart/2018/5/layout/IconLeafLabelList"/>
    <dgm:cxn modelId="{CFF85361-7EB6-4089-89B0-428A6746AE1D}" type="presOf" srcId="{F6E9F948-0A45-4C7F-96EB-4B6D8F401FC2}" destId="{73A822C5-63ED-4B10-A5B7-F8AF6968A9D8}" srcOrd="0" destOrd="0" presId="urn:microsoft.com/office/officeart/2018/5/layout/IconLeafLabelList"/>
    <dgm:cxn modelId="{95E68350-68B6-4565-A0B9-928B40F86F32}" srcId="{F6E9F948-0A45-4C7F-96EB-4B6D8F401FC2}" destId="{99A174C7-BA04-480A-B39F-F3DC6C91C382}" srcOrd="1" destOrd="0" parTransId="{E57BCA18-9A32-422B-A802-F26E6DBE31FA}" sibTransId="{2FB595DD-B987-45A6-9230-76E258340FBD}"/>
    <dgm:cxn modelId="{BF45597F-6FA5-4CDE-8DA0-B8EAF05C5D76}" srcId="{F6E9F948-0A45-4C7F-96EB-4B6D8F401FC2}" destId="{FCFF76A9-E76D-4C39-AF2C-DC909D2BDFE7}" srcOrd="0" destOrd="0" parTransId="{0D5EDFEC-9650-4D08-87DB-2ED4D2D52131}" sibTransId="{AB55AEC0-F623-493B-A96D-E9063774FD55}"/>
    <dgm:cxn modelId="{49AECF91-F4C3-48F4-B51A-24CEDE900386}" type="presOf" srcId="{FCFF76A9-E76D-4C39-AF2C-DC909D2BDFE7}" destId="{D4FD58AE-6301-42BE-B2FE-852012C85B40}" srcOrd="0" destOrd="0" presId="urn:microsoft.com/office/officeart/2018/5/layout/IconLeafLabelList"/>
    <dgm:cxn modelId="{37388196-FE6C-47B8-B73F-A593A055ACB8}" type="presOf" srcId="{B2CF7127-AF5A-4B9F-BDE9-1F48D17D43EF}" destId="{B7619AED-09A9-4BEF-B998-14AB554977B5}" srcOrd="0" destOrd="0" presId="urn:microsoft.com/office/officeart/2018/5/layout/IconLeafLabelList"/>
    <dgm:cxn modelId="{F0CF14E5-3C69-424B-8CC7-BA9AE20FF72C}" srcId="{F6E9F948-0A45-4C7F-96EB-4B6D8F401FC2}" destId="{B2CF7127-AF5A-4B9F-BDE9-1F48D17D43EF}" srcOrd="2" destOrd="0" parTransId="{CAB561C0-5671-4AFF-99C9-3359376AA279}" sibTransId="{BDBA8E65-982A-48E2-ABFF-4A9466472135}"/>
    <dgm:cxn modelId="{A752AE82-5479-41B6-BB46-64098CB3E3A0}" type="presParOf" srcId="{73A822C5-63ED-4B10-A5B7-F8AF6968A9D8}" destId="{21B3877A-D6C3-4A93-A618-23850432A89C}" srcOrd="0" destOrd="0" presId="urn:microsoft.com/office/officeart/2018/5/layout/IconLeafLabelList"/>
    <dgm:cxn modelId="{E0D9EFBF-3643-47BE-BE46-B5DAEFCE5BBC}" type="presParOf" srcId="{21B3877A-D6C3-4A93-A618-23850432A89C}" destId="{5CEC9931-C6CF-4585-9E6A-CB70778264A3}" srcOrd="0" destOrd="0" presId="urn:microsoft.com/office/officeart/2018/5/layout/IconLeafLabelList"/>
    <dgm:cxn modelId="{AF7AFB82-6855-4DFA-814F-58298C2FC648}" type="presParOf" srcId="{21B3877A-D6C3-4A93-A618-23850432A89C}" destId="{D0D625FE-4BE8-4637-997B-9AFD9D271F34}" srcOrd="1" destOrd="0" presId="urn:microsoft.com/office/officeart/2018/5/layout/IconLeafLabelList"/>
    <dgm:cxn modelId="{77A45A47-CAC8-420E-86C9-B5D767B2465C}" type="presParOf" srcId="{21B3877A-D6C3-4A93-A618-23850432A89C}" destId="{38258D86-343C-4282-8615-664D4D3E7B2B}" srcOrd="2" destOrd="0" presId="urn:microsoft.com/office/officeart/2018/5/layout/IconLeafLabelList"/>
    <dgm:cxn modelId="{CB30B794-0DC9-4639-980E-EA597A04886C}" type="presParOf" srcId="{21B3877A-D6C3-4A93-A618-23850432A89C}" destId="{D4FD58AE-6301-42BE-B2FE-852012C85B40}" srcOrd="3" destOrd="0" presId="urn:microsoft.com/office/officeart/2018/5/layout/IconLeafLabelList"/>
    <dgm:cxn modelId="{11DCF57E-27E7-4914-B623-FEBA151052B1}" type="presParOf" srcId="{73A822C5-63ED-4B10-A5B7-F8AF6968A9D8}" destId="{7A578A84-321F-4277-9F95-FD352BCA80A7}" srcOrd="1" destOrd="0" presId="urn:microsoft.com/office/officeart/2018/5/layout/IconLeafLabelList"/>
    <dgm:cxn modelId="{5B4B8E1A-B789-4653-BDAF-63D85EA8F1C5}" type="presParOf" srcId="{73A822C5-63ED-4B10-A5B7-F8AF6968A9D8}" destId="{104CDEE1-33FB-4C07-A0F4-EE50C0EA0928}" srcOrd="2" destOrd="0" presId="urn:microsoft.com/office/officeart/2018/5/layout/IconLeafLabelList"/>
    <dgm:cxn modelId="{B97D142A-44B1-4C73-9C02-276E4B691482}" type="presParOf" srcId="{104CDEE1-33FB-4C07-A0F4-EE50C0EA0928}" destId="{AA2A0BC8-CF98-423B-B71F-A61F68BFD1CB}" srcOrd="0" destOrd="0" presId="urn:microsoft.com/office/officeart/2018/5/layout/IconLeafLabelList"/>
    <dgm:cxn modelId="{9D27AA39-B125-4B36-9219-4DA4DA6173B0}" type="presParOf" srcId="{104CDEE1-33FB-4C07-A0F4-EE50C0EA0928}" destId="{23CDAFFA-E71E-47BA-9B06-B95E7BB945BC}" srcOrd="1" destOrd="0" presId="urn:microsoft.com/office/officeart/2018/5/layout/IconLeafLabelList"/>
    <dgm:cxn modelId="{E53ADE95-9F08-4293-857E-A60C9989C686}" type="presParOf" srcId="{104CDEE1-33FB-4C07-A0F4-EE50C0EA0928}" destId="{72706C80-BAFD-4EDD-8731-2C4C5F658C54}" srcOrd="2" destOrd="0" presId="urn:microsoft.com/office/officeart/2018/5/layout/IconLeafLabelList"/>
    <dgm:cxn modelId="{7EC2B447-8A52-4CB2-831C-3DD8D02EFDBD}" type="presParOf" srcId="{104CDEE1-33FB-4C07-A0F4-EE50C0EA0928}" destId="{7CF237F4-FAEF-451B-BC36-FB5E5F0F415C}" srcOrd="3" destOrd="0" presId="urn:microsoft.com/office/officeart/2018/5/layout/IconLeafLabelList"/>
    <dgm:cxn modelId="{35A1B797-C311-44FD-BB3E-821DD64027E2}" type="presParOf" srcId="{73A822C5-63ED-4B10-A5B7-F8AF6968A9D8}" destId="{740D3A7C-7028-4BA2-8A00-E4AC53EC64EC}" srcOrd="3" destOrd="0" presId="urn:microsoft.com/office/officeart/2018/5/layout/IconLeafLabelList"/>
    <dgm:cxn modelId="{F90DC69D-973F-473B-B645-5B10787E4F30}" type="presParOf" srcId="{73A822C5-63ED-4B10-A5B7-F8AF6968A9D8}" destId="{1ED723EC-2E53-4530-81D0-0700A5741262}" srcOrd="4" destOrd="0" presId="urn:microsoft.com/office/officeart/2018/5/layout/IconLeafLabelList"/>
    <dgm:cxn modelId="{DC896206-4B53-4781-8C27-B19D1DF97C20}" type="presParOf" srcId="{1ED723EC-2E53-4530-81D0-0700A5741262}" destId="{52375FC9-62DE-409F-9856-1E82DBAF8885}" srcOrd="0" destOrd="0" presId="urn:microsoft.com/office/officeart/2018/5/layout/IconLeafLabelList"/>
    <dgm:cxn modelId="{10CE1EA0-5262-4629-8476-011AED2B8EDF}" type="presParOf" srcId="{1ED723EC-2E53-4530-81D0-0700A5741262}" destId="{F2000B28-E24E-4D56-AFAD-C71F3A22600B}" srcOrd="1" destOrd="0" presId="urn:microsoft.com/office/officeart/2018/5/layout/IconLeafLabelList"/>
    <dgm:cxn modelId="{51685BC8-1FAF-4178-B108-42D4E5349F6B}" type="presParOf" srcId="{1ED723EC-2E53-4530-81D0-0700A5741262}" destId="{0F123622-648F-472E-931F-5192D0B8398A}" srcOrd="2" destOrd="0" presId="urn:microsoft.com/office/officeart/2018/5/layout/IconLeafLabelList"/>
    <dgm:cxn modelId="{7BDF1E6A-9788-4309-9964-25C2C9802246}" type="presParOf" srcId="{1ED723EC-2E53-4530-81D0-0700A5741262}" destId="{B7619AED-09A9-4BEF-B998-14AB554977B5}" srcOrd="3" destOrd="0" presId="urn:microsoft.com/office/officeart/2018/5/layout/IconLeaf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11987641-F271-40F7-8213-608636224BC2}" type="doc">
      <dgm:prSet loTypeId="urn:microsoft.com/office/officeart/2016/7/layout/ChevronBlockProcess" loCatId="process" qsTypeId="urn:microsoft.com/office/officeart/2005/8/quickstyle/simple1" qsCatId="simple" csTypeId="urn:microsoft.com/office/officeart/2005/8/colors/colorful2" csCatId="colorful" phldr="1"/>
      <dgm:spPr/>
      <dgm:t>
        <a:bodyPr/>
        <a:lstStyle/>
        <a:p>
          <a:endParaRPr lang="en-US"/>
        </a:p>
      </dgm:t>
    </dgm:pt>
    <dgm:pt modelId="{039451B3-179E-4681-B39D-AB251E191A9E}">
      <dgm:prSet/>
      <dgm:spPr/>
      <dgm:t>
        <a:bodyPr/>
        <a:lstStyle/>
        <a:p>
          <a:r>
            <a:rPr lang="en-US" dirty="0"/>
            <a:t>1. Upload</a:t>
          </a:r>
        </a:p>
      </dgm:t>
    </dgm:pt>
    <dgm:pt modelId="{1AA76045-ECA4-4549-9B18-5458B9F43226}" type="parTrans" cxnId="{D9E3342F-7285-409F-8BDD-DF9CF33558AB}">
      <dgm:prSet/>
      <dgm:spPr/>
      <dgm:t>
        <a:bodyPr/>
        <a:lstStyle/>
        <a:p>
          <a:endParaRPr lang="en-US"/>
        </a:p>
      </dgm:t>
    </dgm:pt>
    <dgm:pt modelId="{88F63693-755B-4094-B48D-9B1B597F83F1}" type="sibTrans" cxnId="{D9E3342F-7285-409F-8BDD-DF9CF33558AB}">
      <dgm:prSet/>
      <dgm:spPr/>
      <dgm:t>
        <a:bodyPr/>
        <a:lstStyle/>
        <a:p>
          <a:endParaRPr lang="en-US"/>
        </a:p>
      </dgm:t>
    </dgm:pt>
    <dgm:pt modelId="{940B664D-533E-4A50-B374-5CBFC089D273}">
      <dgm:prSet/>
      <dgm:spPr/>
      <dgm:t>
        <a:bodyPr/>
        <a:lstStyle/>
        <a:p>
          <a:r>
            <a:rPr lang="en-US" dirty="0"/>
            <a:t>Upload a custom theme from your computer</a:t>
          </a:r>
        </a:p>
      </dgm:t>
    </dgm:pt>
    <dgm:pt modelId="{B275A0DB-83E7-441C-83DE-06645CFBDBB8}" type="parTrans" cxnId="{4ECC4622-CCCE-4680-87F1-557EFBB372B9}">
      <dgm:prSet/>
      <dgm:spPr/>
      <dgm:t>
        <a:bodyPr/>
        <a:lstStyle/>
        <a:p>
          <a:endParaRPr lang="en-US"/>
        </a:p>
      </dgm:t>
    </dgm:pt>
    <dgm:pt modelId="{820FFE4D-CF07-434C-8B57-A51AD861D10C}" type="sibTrans" cxnId="{4ECC4622-CCCE-4680-87F1-557EFBB372B9}">
      <dgm:prSet/>
      <dgm:spPr/>
      <dgm:t>
        <a:bodyPr/>
        <a:lstStyle/>
        <a:p>
          <a:endParaRPr lang="en-US"/>
        </a:p>
      </dgm:t>
    </dgm:pt>
    <dgm:pt modelId="{121C08EC-94BC-4740-801C-3A0B64603CB7}">
      <dgm:prSet/>
      <dgm:spPr/>
      <dgm:t>
        <a:bodyPr/>
        <a:lstStyle/>
        <a:p>
          <a:r>
            <a:rPr lang="en-US" dirty="0"/>
            <a:t>Add a theme from the available free teams in the Admin screen </a:t>
          </a:r>
        </a:p>
      </dgm:t>
    </dgm:pt>
    <dgm:pt modelId="{53ED2432-8C6B-4B1D-A85E-31541881EB3D}" type="parTrans" cxnId="{DB7A319A-B068-406E-B40F-9969C53399B2}">
      <dgm:prSet/>
      <dgm:spPr/>
      <dgm:t>
        <a:bodyPr/>
        <a:lstStyle/>
        <a:p>
          <a:endParaRPr lang="en-US"/>
        </a:p>
      </dgm:t>
    </dgm:pt>
    <dgm:pt modelId="{C8A3C703-9CA3-4981-A387-31E718CD2A88}" type="sibTrans" cxnId="{DB7A319A-B068-406E-B40F-9969C53399B2}">
      <dgm:prSet/>
      <dgm:spPr/>
      <dgm:t>
        <a:bodyPr/>
        <a:lstStyle/>
        <a:p>
          <a:endParaRPr lang="en-US"/>
        </a:p>
      </dgm:t>
    </dgm:pt>
    <dgm:pt modelId="{6B7D3AA0-DAF0-49E7-B7B3-46F4D1F7072C}">
      <dgm:prSet/>
      <dgm:spPr/>
      <dgm:t>
        <a:bodyPr/>
        <a:lstStyle/>
        <a:p>
          <a:r>
            <a:rPr lang="en-US" dirty="0"/>
            <a:t>3. Buy and add</a:t>
          </a:r>
        </a:p>
      </dgm:t>
    </dgm:pt>
    <dgm:pt modelId="{2A218B7B-3C79-42E1-A52B-B0DE30FD62D0}" type="parTrans" cxnId="{0EBB0651-C5A9-4470-89BE-23B5CFD79260}">
      <dgm:prSet/>
      <dgm:spPr/>
      <dgm:t>
        <a:bodyPr/>
        <a:lstStyle/>
        <a:p>
          <a:endParaRPr lang="en-US"/>
        </a:p>
      </dgm:t>
    </dgm:pt>
    <dgm:pt modelId="{F29237F2-7742-47EA-A0FC-ECFF41D4846C}" type="sibTrans" cxnId="{0EBB0651-C5A9-4470-89BE-23B5CFD79260}">
      <dgm:prSet/>
      <dgm:spPr/>
      <dgm:t>
        <a:bodyPr/>
        <a:lstStyle/>
        <a:p>
          <a:endParaRPr lang="en-US"/>
        </a:p>
      </dgm:t>
    </dgm:pt>
    <dgm:pt modelId="{F4483C65-3970-4F71-BBC1-DD10EF4B1DFF}">
      <dgm:prSet/>
      <dgm:spPr/>
      <dgm:t>
        <a:bodyPr/>
        <a:lstStyle/>
        <a:p>
          <a:r>
            <a:rPr lang="en-US" dirty="0"/>
            <a:t>Buy and add theme from the Shopify theme store</a:t>
          </a:r>
        </a:p>
      </dgm:t>
    </dgm:pt>
    <dgm:pt modelId="{1D310635-B60B-4D31-BFD3-765940262DB4}" type="parTrans" cxnId="{C73CE7DC-75E7-4977-AFFD-0868A112D1FE}">
      <dgm:prSet/>
      <dgm:spPr/>
      <dgm:t>
        <a:bodyPr/>
        <a:lstStyle/>
        <a:p>
          <a:endParaRPr lang="en-US"/>
        </a:p>
      </dgm:t>
    </dgm:pt>
    <dgm:pt modelId="{15046A98-20BD-4504-9959-42EBA593CF73}" type="sibTrans" cxnId="{C73CE7DC-75E7-4977-AFFD-0868A112D1FE}">
      <dgm:prSet/>
      <dgm:spPr/>
      <dgm:t>
        <a:bodyPr/>
        <a:lstStyle/>
        <a:p>
          <a:endParaRPr lang="en-US"/>
        </a:p>
      </dgm:t>
    </dgm:pt>
    <dgm:pt modelId="{4D2C74A2-3F22-4163-89B4-BA3D3DCC8A9A}">
      <dgm:prSet/>
      <dgm:spPr/>
      <dgm:t>
        <a:bodyPr/>
        <a:lstStyle/>
        <a:p>
          <a:r>
            <a:rPr lang="en-US" dirty="0"/>
            <a:t>2. Add</a:t>
          </a:r>
        </a:p>
      </dgm:t>
    </dgm:pt>
    <dgm:pt modelId="{87DC5787-3259-4842-8288-97E4E4A652B3}" type="sibTrans" cxnId="{4840928A-8322-4957-8914-1A429137FB8F}">
      <dgm:prSet/>
      <dgm:spPr/>
      <dgm:t>
        <a:bodyPr/>
        <a:lstStyle/>
        <a:p>
          <a:endParaRPr lang="en-US"/>
        </a:p>
      </dgm:t>
    </dgm:pt>
    <dgm:pt modelId="{BAB05483-ACF9-42D6-8412-386FA79481D9}" type="parTrans" cxnId="{4840928A-8322-4957-8914-1A429137FB8F}">
      <dgm:prSet/>
      <dgm:spPr/>
      <dgm:t>
        <a:bodyPr/>
        <a:lstStyle/>
        <a:p>
          <a:endParaRPr lang="en-US"/>
        </a:p>
      </dgm:t>
    </dgm:pt>
    <dgm:pt modelId="{17956E15-4803-4463-993A-2165CC336D91}" type="pres">
      <dgm:prSet presAssocID="{11987641-F271-40F7-8213-608636224BC2}" presName="Name0" presStyleCnt="0">
        <dgm:presLayoutVars>
          <dgm:dir/>
          <dgm:animLvl val="lvl"/>
          <dgm:resizeHandles val="exact"/>
        </dgm:presLayoutVars>
      </dgm:prSet>
      <dgm:spPr/>
    </dgm:pt>
    <dgm:pt modelId="{D91CE954-3D93-411A-A9CE-751976A9A580}" type="pres">
      <dgm:prSet presAssocID="{039451B3-179E-4681-B39D-AB251E191A9E}" presName="composite" presStyleCnt="0"/>
      <dgm:spPr/>
    </dgm:pt>
    <dgm:pt modelId="{BE94041B-4C69-4969-BFD7-BCDCA83C4F87}" type="pres">
      <dgm:prSet presAssocID="{039451B3-179E-4681-B39D-AB251E191A9E}" presName="parTx" presStyleLbl="alignNode1" presStyleIdx="0" presStyleCnt="3">
        <dgm:presLayoutVars>
          <dgm:chMax val="0"/>
          <dgm:chPref val="0"/>
        </dgm:presLayoutVars>
      </dgm:prSet>
      <dgm:spPr/>
    </dgm:pt>
    <dgm:pt modelId="{6243DB47-3335-43CB-A3E0-7389809CC228}" type="pres">
      <dgm:prSet presAssocID="{039451B3-179E-4681-B39D-AB251E191A9E}" presName="desTx" presStyleLbl="alignAccFollowNode1" presStyleIdx="0" presStyleCnt="3">
        <dgm:presLayoutVars/>
      </dgm:prSet>
      <dgm:spPr/>
    </dgm:pt>
    <dgm:pt modelId="{38F7272C-EABB-41A6-8721-06E7148A7BD2}" type="pres">
      <dgm:prSet presAssocID="{88F63693-755B-4094-B48D-9B1B597F83F1}" presName="space" presStyleCnt="0"/>
      <dgm:spPr/>
    </dgm:pt>
    <dgm:pt modelId="{8A1E7344-989E-4857-984C-9236B3D9A8DE}" type="pres">
      <dgm:prSet presAssocID="{4D2C74A2-3F22-4163-89B4-BA3D3DCC8A9A}" presName="composite" presStyleCnt="0"/>
      <dgm:spPr/>
    </dgm:pt>
    <dgm:pt modelId="{058C5797-FA6D-4A38-8CFA-71259680C70D}" type="pres">
      <dgm:prSet presAssocID="{4D2C74A2-3F22-4163-89B4-BA3D3DCC8A9A}" presName="parTx" presStyleLbl="alignNode1" presStyleIdx="1" presStyleCnt="3">
        <dgm:presLayoutVars>
          <dgm:chMax val="0"/>
          <dgm:chPref val="0"/>
        </dgm:presLayoutVars>
      </dgm:prSet>
      <dgm:spPr/>
    </dgm:pt>
    <dgm:pt modelId="{EF6351B5-F1AA-4B7D-9E42-3061CF6CCCC9}" type="pres">
      <dgm:prSet presAssocID="{4D2C74A2-3F22-4163-89B4-BA3D3DCC8A9A}" presName="desTx" presStyleLbl="alignAccFollowNode1" presStyleIdx="1" presStyleCnt="3">
        <dgm:presLayoutVars/>
      </dgm:prSet>
      <dgm:spPr/>
    </dgm:pt>
    <dgm:pt modelId="{99C1DB50-DF98-4B7B-B2B5-B5FE45825404}" type="pres">
      <dgm:prSet presAssocID="{87DC5787-3259-4842-8288-97E4E4A652B3}" presName="space" presStyleCnt="0"/>
      <dgm:spPr/>
    </dgm:pt>
    <dgm:pt modelId="{BE33F9B4-FB79-400A-8D58-B623E90C4FD6}" type="pres">
      <dgm:prSet presAssocID="{6B7D3AA0-DAF0-49E7-B7B3-46F4D1F7072C}" presName="composite" presStyleCnt="0"/>
      <dgm:spPr/>
    </dgm:pt>
    <dgm:pt modelId="{B6892A78-BD9D-4D37-B184-3CFD44D7DCE2}" type="pres">
      <dgm:prSet presAssocID="{6B7D3AA0-DAF0-49E7-B7B3-46F4D1F7072C}" presName="parTx" presStyleLbl="alignNode1" presStyleIdx="2" presStyleCnt="3">
        <dgm:presLayoutVars>
          <dgm:chMax val="0"/>
          <dgm:chPref val="0"/>
        </dgm:presLayoutVars>
      </dgm:prSet>
      <dgm:spPr/>
    </dgm:pt>
    <dgm:pt modelId="{EAE5362E-7B6D-47AE-BB3A-DB756ECB6948}" type="pres">
      <dgm:prSet presAssocID="{6B7D3AA0-DAF0-49E7-B7B3-46F4D1F7072C}" presName="desTx" presStyleLbl="alignAccFollowNode1" presStyleIdx="2" presStyleCnt="3">
        <dgm:presLayoutVars/>
      </dgm:prSet>
      <dgm:spPr/>
    </dgm:pt>
  </dgm:ptLst>
  <dgm:cxnLst>
    <dgm:cxn modelId="{4ECC4622-CCCE-4680-87F1-557EFBB372B9}" srcId="{039451B3-179E-4681-B39D-AB251E191A9E}" destId="{940B664D-533E-4A50-B374-5CBFC089D273}" srcOrd="0" destOrd="0" parTransId="{B275A0DB-83E7-441C-83DE-06645CFBDBB8}" sibTransId="{820FFE4D-CF07-434C-8B57-A51AD861D10C}"/>
    <dgm:cxn modelId="{2FB69C25-A43F-4795-BD78-D3352A51F880}" type="presOf" srcId="{4D2C74A2-3F22-4163-89B4-BA3D3DCC8A9A}" destId="{058C5797-FA6D-4A38-8CFA-71259680C70D}" srcOrd="0" destOrd="0" presId="urn:microsoft.com/office/officeart/2016/7/layout/ChevronBlockProcess"/>
    <dgm:cxn modelId="{D9E3342F-7285-409F-8BDD-DF9CF33558AB}" srcId="{11987641-F271-40F7-8213-608636224BC2}" destId="{039451B3-179E-4681-B39D-AB251E191A9E}" srcOrd="0" destOrd="0" parTransId="{1AA76045-ECA4-4549-9B18-5458B9F43226}" sibTransId="{88F63693-755B-4094-B48D-9B1B597F83F1}"/>
    <dgm:cxn modelId="{55706230-2005-4925-B546-FD1218BE6B6D}" type="presOf" srcId="{F4483C65-3970-4F71-BBC1-DD10EF4B1DFF}" destId="{EAE5362E-7B6D-47AE-BB3A-DB756ECB6948}" srcOrd="0" destOrd="0" presId="urn:microsoft.com/office/officeart/2016/7/layout/ChevronBlockProcess"/>
    <dgm:cxn modelId="{10AE2B34-45A4-48B6-B072-944F0653DCA0}" type="presOf" srcId="{6B7D3AA0-DAF0-49E7-B7B3-46F4D1F7072C}" destId="{B6892A78-BD9D-4D37-B184-3CFD44D7DCE2}" srcOrd="0" destOrd="0" presId="urn:microsoft.com/office/officeart/2016/7/layout/ChevronBlockProcess"/>
    <dgm:cxn modelId="{0EBB0651-C5A9-4470-89BE-23B5CFD79260}" srcId="{11987641-F271-40F7-8213-608636224BC2}" destId="{6B7D3AA0-DAF0-49E7-B7B3-46F4D1F7072C}" srcOrd="2" destOrd="0" parTransId="{2A218B7B-3C79-42E1-A52B-B0DE30FD62D0}" sibTransId="{F29237F2-7742-47EA-A0FC-ECFF41D4846C}"/>
    <dgm:cxn modelId="{4840928A-8322-4957-8914-1A429137FB8F}" srcId="{11987641-F271-40F7-8213-608636224BC2}" destId="{4D2C74A2-3F22-4163-89B4-BA3D3DCC8A9A}" srcOrd="1" destOrd="0" parTransId="{BAB05483-ACF9-42D6-8412-386FA79481D9}" sibTransId="{87DC5787-3259-4842-8288-97E4E4A652B3}"/>
    <dgm:cxn modelId="{DB7A319A-B068-406E-B40F-9969C53399B2}" srcId="{4D2C74A2-3F22-4163-89B4-BA3D3DCC8A9A}" destId="{121C08EC-94BC-4740-801C-3A0B64603CB7}" srcOrd="0" destOrd="0" parTransId="{53ED2432-8C6B-4B1D-A85E-31541881EB3D}" sibTransId="{C8A3C703-9CA3-4981-A387-31E718CD2A88}"/>
    <dgm:cxn modelId="{CB4349A7-9439-4452-97B9-2F979BA03A99}" type="presOf" srcId="{039451B3-179E-4681-B39D-AB251E191A9E}" destId="{BE94041B-4C69-4969-BFD7-BCDCA83C4F87}" srcOrd="0" destOrd="0" presId="urn:microsoft.com/office/officeart/2016/7/layout/ChevronBlockProcess"/>
    <dgm:cxn modelId="{3BD092BC-C262-4B80-A464-4CACA6019543}" type="presOf" srcId="{940B664D-533E-4A50-B374-5CBFC089D273}" destId="{6243DB47-3335-43CB-A3E0-7389809CC228}" srcOrd="0" destOrd="0" presId="urn:microsoft.com/office/officeart/2016/7/layout/ChevronBlockProcess"/>
    <dgm:cxn modelId="{C73CE7DC-75E7-4977-AFFD-0868A112D1FE}" srcId="{6B7D3AA0-DAF0-49E7-B7B3-46F4D1F7072C}" destId="{F4483C65-3970-4F71-BBC1-DD10EF4B1DFF}" srcOrd="0" destOrd="0" parTransId="{1D310635-B60B-4D31-BFD3-765940262DB4}" sibTransId="{15046A98-20BD-4504-9959-42EBA593CF73}"/>
    <dgm:cxn modelId="{BBCDA8EF-1294-4381-A167-E1BF5900112E}" type="presOf" srcId="{11987641-F271-40F7-8213-608636224BC2}" destId="{17956E15-4803-4463-993A-2165CC336D91}" srcOrd="0" destOrd="0" presId="urn:microsoft.com/office/officeart/2016/7/layout/ChevronBlockProcess"/>
    <dgm:cxn modelId="{C4360BF6-1F7C-483F-B0A1-4933BD7BCDA1}" type="presOf" srcId="{121C08EC-94BC-4740-801C-3A0B64603CB7}" destId="{EF6351B5-F1AA-4B7D-9E42-3061CF6CCCC9}" srcOrd="0" destOrd="0" presId="urn:microsoft.com/office/officeart/2016/7/layout/ChevronBlockProcess"/>
    <dgm:cxn modelId="{F5B63B61-A5BB-405E-8F24-782B4135D96C}" type="presParOf" srcId="{17956E15-4803-4463-993A-2165CC336D91}" destId="{D91CE954-3D93-411A-A9CE-751976A9A580}" srcOrd="0" destOrd="0" presId="urn:microsoft.com/office/officeart/2016/7/layout/ChevronBlockProcess"/>
    <dgm:cxn modelId="{A69CD7C7-2039-4C53-A36B-84EF04B14322}" type="presParOf" srcId="{D91CE954-3D93-411A-A9CE-751976A9A580}" destId="{BE94041B-4C69-4969-BFD7-BCDCA83C4F87}" srcOrd="0" destOrd="0" presId="urn:microsoft.com/office/officeart/2016/7/layout/ChevronBlockProcess"/>
    <dgm:cxn modelId="{7208C810-F991-4E89-94FB-FA7A7B643CC5}" type="presParOf" srcId="{D91CE954-3D93-411A-A9CE-751976A9A580}" destId="{6243DB47-3335-43CB-A3E0-7389809CC228}" srcOrd="1" destOrd="0" presId="urn:microsoft.com/office/officeart/2016/7/layout/ChevronBlockProcess"/>
    <dgm:cxn modelId="{9F4537F3-28A3-4A62-86E6-73E61A1ABF70}" type="presParOf" srcId="{17956E15-4803-4463-993A-2165CC336D91}" destId="{38F7272C-EABB-41A6-8721-06E7148A7BD2}" srcOrd="1" destOrd="0" presId="urn:microsoft.com/office/officeart/2016/7/layout/ChevronBlockProcess"/>
    <dgm:cxn modelId="{C6699E59-80A5-44BB-BA3B-C3A10CCFF21D}" type="presParOf" srcId="{17956E15-4803-4463-993A-2165CC336D91}" destId="{8A1E7344-989E-4857-984C-9236B3D9A8DE}" srcOrd="2" destOrd="0" presId="urn:microsoft.com/office/officeart/2016/7/layout/ChevronBlockProcess"/>
    <dgm:cxn modelId="{99C5A085-B128-47F1-95BE-579BD58B6854}" type="presParOf" srcId="{8A1E7344-989E-4857-984C-9236B3D9A8DE}" destId="{058C5797-FA6D-4A38-8CFA-71259680C70D}" srcOrd="0" destOrd="0" presId="urn:microsoft.com/office/officeart/2016/7/layout/ChevronBlockProcess"/>
    <dgm:cxn modelId="{B1DE45A2-7102-4D68-94BC-B5AF23F1D1DD}" type="presParOf" srcId="{8A1E7344-989E-4857-984C-9236B3D9A8DE}" destId="{EF6351B5-F1AA-4B7D-9E42-3061CF6CCCC9}" srcOrd="1" destOrd="0" presId="urn:microsoft.com/office/officeart/2016/7/layout/ChevronBlockProcess"/>
    <dgm:cxn modelId="{523972EF-B9CE-4486-BDF6-BEEF79D331C8}" type="presParOf" srcId="{17956E15-4803-4463-993A-2165CC336D91}" destId="{99C1DB50-DF98-4B7B-B2B5-B5FE45825404}" srcOrd="3" destOrd="0" presId="urn:microsoft.com/office/officeart/2016/7/layout/ChevronBlockProcess"/>
    <dgm:cxn modelId="{E874C514-7FD6-4E30-BB7D-AF7BA93FB747}" type="presParOf" srcId="{17956E15-4803-4463-993A-2165CC336D91}" destId="{BE33F9B4-FB79-400A-8D58-B623E90C4FD6}" srcOrd="4" destOrd="0" presId="urn:microsoft.com/office/officeart/2016/7/layout/ChevronBlockProcess"/>
    <dgm:cxn modelId="{84CE295D-E187-4AC0-9C63-40CFDA7B2423}" type="presParOf" srcId="{BE33F9B4-FB79-400A-8D58-B623E90C4FD6}" destId="{B6892A78-BD9D-4D37-B184-3CFD44D7DCE2}" srcOrd="0" destOrd="0" presId="urn:microsoft.com/office/officeart/2016/7/layout/ChevronBlockProcess"/>
    <dgm:cxn modelId="{E1AD511F-4BCA-43EA-AE5F-D58A152A2144}" type="presParOf" srcId="{BE33F9B4-FB79-400A-8D58-B623E90C4FD6}" destId="{EAE5362E-7B6D-47AE-BB3A-DB756ECB6948}" srcOrd="1" destOrd="0" presId="urn:microsoft.com/office/officeart/2016/7/layout/ChevronBlockProcess"/>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CEC9931-C6CF-4585-9E6A-CB70778264A3}">
      <dsp:nvSpPr>
        <dsp:cNvPr id="0" name=""/>
        <dsp:cNvSpPr/>
      </dsp:nvSpPr>
      <dsp:spPr>
        <a:xfrm>
          <a:off x="679050" y="236801"/>
          <a:ext cx="1887187" cy="1887187"/>
        </a:xfrm>
        <a:prstGeom prst="round2DiagRect">
          <a:avLst>
            <a:gd name="adj1" fmla="val 29727"/>
            <a:gd name="adj2" fmla="val 0"/>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0D625FE-4BE8-4637-997B-9AFD9D271F34}">
      <dsp:nvSpPr>
        <dsp:cNvPr id="0" name=""/>
        <dsp:cNvSpPr/>
      </dsp:nvSpPr>
      <dsp:spPr>
        <a:xfrm>
          <a:off x="1081237" y="638989"/>
          <a:ext cx="1082812" cy="1082812"/>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D4FD58AE-6301-42BE-B2FE-852012C85B40}">
      <dsp:nvSpPr>
        <dsp:cNvPr id="0" name=""/>
        <dsp:cNvSpPr/>
      </dsp:nvSpPr>
      <dsp:spPr>
        <a:xfrm>
          <a:off x="75768" y="2711801"/>
          <a:ext cx="3093750" cy="140273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00100">
            <a:lnSpc>
              <a:spcPct val="100000"/>
            </a:lnSpc>
            <a:spcBef>
              <a:spcPct val="0"/>
            </a:spcBef>
            <a:spcAft>
              <a:spcPct val="35000"/>
            </a:spcAft>
            <a:buNone/>
            <a:defRPr cap="all"/>
          </a:pPr>
          <a:r>
            <a:rPr lang="en-US" sz="1800" kern="1200" dirty="0"/>
            <a:t>Template that determines the way that your online store looks and feels. </a:t>
          </a:r>
        </a:p>
      </dsp:txBody>
      <dsp:txXfrm>
        <a:off x="75768" y="2711801"/>
        <a:ext cx="3093750" cy="1402734"/>
      </dsp:txXfrm>
    </dsp:sp>
    <dsp:sp modelId="{AA2A0BC8-CF98-423B-B71F-A61F68BFD1CB}">
      <dsp:nvSpPr>
        <dsp:cNvPr id="0" name=""/>
        <dsp:cNvSpPr/>
      </dsp:nvSpPr>
      <dsp:spPr>
        <a:xfrm>
          <a:off x="4314206" y="236801"/>
          <a:ext cx="1887187" cy="1887187"/>
        </a:xfrm>
        <a:prstGeom prst="round2DiagRect">
          <a:avLst>
            <a:gd name="adj1" fmla="val 29727"/>
            <a:gd name="adj2" fmla="val 0"/>
          </a:avLst>
        </a:prstGeom>
        <a:solidFill>
          <a:schemeClr val="accent5">
            <a:hueOff val="-3379271"/>
            <a:satOff val="-8710"/>
            <a:lumOff val="-5883"/>
            <a:alphaOff val="0"/>
          </a:schemeClr>
        </a:solidFill>
        <a:ln>
          <a:noFill/>
        </a:ln>
        <a:effectLst/>
      </dsp:spPr>
      <dsp:style>
        <a:lnRef idx="0">
          <a:scrgbClr r="0" g="0" b="0"/>
        </a:lnRef>
        <a:fillRef idx="1">
          <a:scrgbClr r="0" g="0" b="0"/>
        </a:fillRef>
        <a:effectRef idx="0">
          <a:scrgbClr r="0" g="0" b="0"/>
        </a:effectRef>
        <a:fontRef idx="minor"/>
      </dsp:style>
    </dsp:sp>
    <dsp:sp modelId="{23CDAFFA-E71E-47BA-9B06-B95E7BB945BC}">
      <dsp:nvSpPr>
        <dsp:cNvPr id="0" name=""/>
        <dsp:cNvSpPr/>
      </dsp:nvSpPr>
      <dsp:spPr>
        <a:xfrm>
          <a:off x="4716393" y="638989"/>
          <a:ext cx="1082812" cy="1082812"/>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7CF237F4-FAEF-451B-BC36-FB5E5F0F415C}">
      <dsp:nvSpPr>
        <dsp:cNvPr id="0" name=""/>
        <dsp:cNvSpPr/>
      </dsp:nvSpPr>
      <dsp:spPr>
        <a:xfrm>
          <a:off x="3710925" y="2711801"/>
          <a:ext cx="3093750" cy="140273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00100">
            <a:lnSpc>
              <a:spcPct val="100000"/>
            </a:lnSpc>
            <a:spcBef>
              <a:spcPct val="0"/>
            </a:spcBef>
            <a:spcAft>
              <a:spcPct val="35000"/>
            </a:spcAft>
            <a:buNone/>
            <a:defRPr cap="all"/>
          </a:pPr>
          <a:r>
            <a:rPr lang="en-US" sz="1800" kern="1200" dirty="0"/>
            <a:t>Different themes have different styles and layouts and offer a different experience for your customers. </a:t>
          </a:r>
        </a:p>
      </dsp:txBody>
      <dsp:txXfrm>
        <a:off x="3710925" y="2711801"/>
        <a:ext cx="3093750" cy="1402734"/>
      </dsp:txXfrm>
    </dsp:sp>
    <dsp:sp modelId="{52375FC9-62DE-409F-9856-1E82DBAF8885}">
      <dsp:nvSpPr>
        <dsp:cNvPr id="0" name=""/>
        <dsp:cNvSpPr/>
      </dsp:nvSpPr>
      <dsp:spPr>
        <a:xfrm>
          <a:off x="7949362" y="236801"/>
          <a:ext cx="1887187" cy="1887187"/>
        </a:xfrm>
        <a:prstGeom prst="round2DiagRect">
          <a:avLst>
            <a:gd name="adj1" fmla="val 29727"/>
            <a:gd name="adj2" fmla="val 0"/>
          </a:avLst>
        </a:prstGeom>
        <a:solidFill>
          <a:schemeClr val="accent5">
            <a:hueOff val="-6758543"/>
            <a:satOff val="-17419"/>
            <a:lumOff val="-11765"/>
            <a:alphaOff val="0"/>
          </a:schemeClr>
        </a:solidFill>
        <a:ln>
          <a:noFill/>
        </a:ln>
        <a:effectLst/>
      </dsp:spPr>
      <dsp:style>
        <a:lnRef idx="0">
          <a:scrgbClr r="0" g="0" b="0"/>
        </a:lnRef>
        <a:fillRef idx="1">
          <a:scrgbClr r="0" g="0" b="0"/>
        </a:fillRef>
        <a:effectRef idx="0">
          <a:scrgbClr r="0" g="0" b="0"/>
        </a:effectRef>
        <a:fontRef idx="minor"/>
      </dsp:style>
    </dsp:sp>
    <dsp:sp modelId="{F2000B28-E24E-4D56-AFAD-C71F3A22600B}">
      <dsp:nvSpPr>
        <dsp:cNvPr id="0" name=""/>
        <dsp:cNvSpPr/>
      </dsp:nvSpPr>
      <dsp:spPr>
        <a:xfrm>
          <a:off x="8351550" y="638989"/>
          <a:ext cx="1082812" cy="1082812"/>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B7619AED-09A9-4BEF-B998-14AB554977B5}">
      <dsp:nvSpPr>
        <dsp:cNvPr id="0" name=""/>
        <dsp:cNvSpPr/>
      </dsp:nvSpPr>
      <dsp:spPr>
        <a:xfrm>
          <a:off x="7346081" y="2711801"/>
          <a:ext cx="3093750" cy="140273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00100">
            <a:lnSpc>
              <a:spcPct val="100000"/>
            </a:lnSpc>
            <a:spcBef>
              <a:spcPct val="0"/>
            </a:spcBef>
            <a:spcAft>
              <a:spcPct val="35000"/>
            </a:spcAft>
            <a:buNone/>
            <a:defRPr cap="all"/>
          </a:pPr>
          <a:r>
            <a:rPr lang="en-US" sz="1800" kern="1200"/>
            <a:t>You can customize the theme of your site by going through the Admin dashboard of your Shopify site</a:t>
          </a:r>
        </a:p>
      </dsp:txBody>
      <dsp:txXfrm>
        <a:off x="7346081" y="2711801"/>
        <a:ext cx="3093750" cy="1402734"/>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E94041B-4C69-4969-BFD7-BCDCA83C4F87}">
      <dsp:nvSpPr>
        <dsp:cNvPr id="0" name=""/>
        <dsp:cNvSpPr/>
      </dsp:nvSpPr>
      <dsp:spPr>
        <a:xfrm>
          <a:off x="8930" y="846270"/>
          <a:ext cx="3534264" cy="1060279"/>
        </a:xfrm>
        <a:prstGeom prst="chevron">
          <a:avLst>
            <a:gd name="adj" fmla="val 30000"/>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0915" tIns="130915" rIns="130915" bIns="130915" numCol="1" spcCol="1270" anchor="ctr" anchorCtr="0">
          <a:noAutofit/>
        </a:bodyPr>
        <a:lstStyle/>
        <a:p>
          <a:pPr marL="0" lvl="0" indent="0" algn="ctr" defTabSz="1244600">
            <a:lnSpc>
              <a:spcPct val="90000"/>
            </a:lnSpc>
            <a:spcBef>
              <a:spcPct val="0"/>
            </a:spcBef>
            <a:spcAft>
              <a:spcPct val="35000"/>
            </a:spcAft>
            <a:buNone/>
          </a:pPr>
          <a:r>
            <a:rPr lang="en-US" sz="2800" kern="1200" dirty="0"/>
            <a:t>1. Upload</a:t>
          </a:r>
        </a:p>
      </dsp:txBody>
      <dsp:txXfrm>
        <a:off x="327014" y="846270"/>
        <a:ext cx="2898096" cy="1060279"/>
      </dsp:txXfrm>
    </dsp:sp>
    <dsp:sp modelId="{6243DB47-3335-43CB-A3E0-7389809CC228}">
      <dsp:nvSpPr>
        <dsp:cNvPr id="0" name=""/>
        <dsp:cNvSpPr/>
      </dsp:nvSpPr>
      <dsp:spPr>
        <a:xfrm>
          <a:off x="8930" y="1906549"/>
          <a:ext cx="3216180" cy="1599723"/>
        </a:xfrm>
        <a:prstGeom prst="rect">
          <a:avLst/>
        </a:prstGeom>
        <a:solidFill>
          <a:schemeClr val="accent2">
            <a:tint val="40000"/>
            <a:alpha val="90000"/>
            <a:hueOff val="0"/>
            <a:satOff val="0"/>
            <a:lumOff val="0"/>
            <a:alphaOff val="0"/>
          </a:schemeClr>
        </a:solidFill>
        <a:ln w="12700" cap="flat" cmpd="sng" algn="ctr">
          <a:solidFill>
            <a:schemeClr val="accent2">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54150" tIns="254150" rIns="254150" bIns="508299" numCol="1" spcCol="1270" anchor="t" anchorCtr="0">
          <a:noAutofit/>
        </a:bodyPr>
        <a:lstStyle/>
        <a:p>
          <a:pPr marL="0" lvl="0" indent="0" algn="l" defTabSz="889000">
            <a:lnSpc>
              <a:spcPct val="90000"/>
            </a:lnSpc>
            <a:spcBef>
              <a:spcPct val="0"/>
            </a:spcBef>
            <a:spcAft>
              <a:spcPct val="35000"/>
            </a:spcAft>
            <a:buNone/>
          </a:pPr>
          <a:r>
            <a:rPr lang="en-US" sz="2000" kern="1200" dirty="0"/>
            <a:t>Upload a custom theme from your computer</a:t>
          </a:r>
        </a:p>
      </dsp:txBody>
      <dsp:txXfrm>
        <a:off x="8930" y="1906549"/>
        <a:ext cx="3216180" cy="1599723"/>
      </dsp:txXfrm>
    </dsp:sp>
    <dsp:sp modelId="{058C5797-FA6D-4A38-8CFA-71259680C70D}">
      <dsp:nvSpPr>
        <dsp:cNvPr id="0" name=""/>
        <dsp:cNvSpPr/>
      </dsp:nvSpPr>
      <dsp:spPr>
        <a:xfrm>
          <a:off x="3490667" y="846270"/>
          <a:ext cx="3534264" cy="1060279"/>
        </a:xfrm>
        <a:prstGeom prst="chevron">
          <a:avLst>
            <a:gd name="adj" fmla="val 30000"/>
          </a:avLst>
        </a:prstGeom>
        <a:solidFill>
          <a:schemeClr val="accent2">
            <a:hueOff val="-727682"/>
            <a:satOff val="-41964"/>
            <a:lumOff val="4314"/>
            <a:alphaOff val="0"/>
          </a:schemeClr>
        </a:solidFill>
        <a:ln w="12700" cap="flat" cmpd="sng" algn="ctr">
          <a:solidFill>
            <a:schemeClr val="accent2">
              <a:hueOff val="-727682"/>
              <a:satOff val="-41964"/>
              <a:lumOff val="4314"/>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0915" tIns="130915" rIns="130915" bIns="130915" numCol="1" spcCol="1270" anchor="ctr" anchorCtr="0">
          <a:noAutofit/>
        </a:bodyPr>
        <a:lstStyle/>
        <a:p>
          <a:pPr marL="0" lvl="0" indent="0" algn="ctr" defTabSz="1244600">
            <a:lnSpc>
              <a:spcPct val="90000"/>
            </a:lnSpc>
            <a:spcBef>
              <a:spcPct val="0"/>
            </a:spcBef>
            <a:spcAft>
              <a:spcPct val="35000"/>
            </a:spcAft>
            <a:buNone/>
          </a:pPr>
          <a:r>
            <a:rPr lang="en-US" sz="2800" kern="1200" dirty="0"/>
            <a:t>2. Add</a:t>
          </a:r>
        </a:p>
      </dsp:txBody>
      <dsp:txXfrm>
        <a:off x="3808751" y="846270"/>
        <a:ext cx="2898096" cy="1060279"/>
      </dsp:txXfrm>
    </dsp:sp>
    <dsp:sp modelId="{EF6351B5-F1AA-4B7D-9E42-3061CF6CCCC9}">
      <dsp:nvSpPr>
        <dsp:cNvPr id="0" name=""/>
        <dsp:cNvSpPr/>
      </dsp:nvSpPr>
      <dsp:spPr>
        <a:xfrm>
          <a:off x="3490667" y="1906549"/>
          <a:ext cx="3216180" cy="1599723"/>
        </a:xfrm>
        <a:prstGeom prst="rect">
          <a:avLst/>
        </a:prstGeom>
        <a:solidFill>
          <a:schemeClr val="accent2">
            <a:tint val="40000"/>
            <a:alpha val="90000"/>
            <a:hueOff val="-424613"/>
            <a:satOff val="-37673"/>
            <a:lumOff val="-385"/>
            <a:alphaOff val="0"/>
          </a:schemeClr>
        </a:solidFill>
        <a:ln w="12700" cap="flat" cmpd="sng" algn="ctr">
          <a:solidFill>
            <a:schemeClr val="accent2">
              <a:tint val="40000"/>
              <a:alpha val="90000"/>
              <a:hueOff val="-424613"/>
              <a:satOff val="-37673"/>
              <a:lumOff val="-385"/>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54150" tIns="254150" rIns="254150" bIns="508299" numCol="1" spcCol="1270" anchor="t" anchorCtr="0">
          <a:noAutofit/>
        </a:bodyPr>
        <a:lstStyle/>
        <a:p>
          <a:pPr marL="0" lvl="0" indent="0" algn="l" defTabSz="889000">
            <a:lnSpc>
              <a:spcPct val="90000"/>
            </a:lnSpc>
            <a:spcBef>
              <a:spcPct val="0"/>
            </a:spcBef>
            <a:spcAft>
              <a:spcPct val="35000"/>
            </a:spcAft>
            <a:buNone/>
          </a:pPr>
          <a:r>
            <a:rPr lang="en-US" sz="2000" kern="1200" dirty="0"/>
            <a:t>Add a theme from the available free teams in the Admin screen </a:t>
          </a:r>
        </a:p>
      </dsp:txBody>
      <dsp:txXfrm>
        <a:off x="3490667" y="1906549"/>
        <a:ext cx="3216180" cy="1599723"/>
      </dsp:txXfrm>
    </dsp:sp>
    <dsp:sp modelId="{B6892A78-BD9D-4D37-B184-3CFD44D7DCE2}">
      <dsp:nvSpPr>
        <dsp:cNvPr id="0" name=""/>
        <dsp:cNvSpPr/>
      </dsp:nvSpPr>
      <dsp:spPr>
        <a:xfrm>
          <a:off x="6972405" y="846270"/>
          <a:ext cx="3534264" cy="1060279"/>
        </a:xfrm>
        <a:prstGeom prst="chevron">
          <a:avLst>
            <a:gd name="adj" fmla="val 30000"/>
          </a:avLst>
        </a:prstGeom>
        <a:solidFill>
          <a:schemeClr val="accent2">
            <a:hueOff val="-1455363"/>
            <a:satOff val="-83928"/>
            <a:lumOff val="8628"/>
            <a:alphaOff val="0"/>
          </a:schemeClr>
        </a:solidFill>
        <a:ln w="12700" cap="flat" cmpd="sng" algn="ctr">
          <a:solidFill>
            <a:schemeClr val="accent2">
              <a:hueOff val="-1455363"/>
              <a:satOff val="-83928"/>
              <a:lumOff val="8628"/>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0915" tIns="130915" rIns="130915" bIns="130915" numCol="1" spcCol="1270" anchor="ctr" anchorCtr="0">
          <a:noAutofit/>
        </a:bodyPr>
        <a:lstStyle/>
        <a:p>
          <a:pPr marL="0" lvl="0" indent="0" algn="ctr" defTabSz="1244600">
            <a:lnSpc>
              <a:spcPct val="90000"/>
            </a:lnSpc>
            <a:spcBef>
              <a:spcPct val="0"/>
            </a:spcBef>
            <a:spcAft>
              <a:spcPct val="35000"/>
            </a:spcAft>
            <a:buNone/>
          </a:pPr>
          <a:r>
            <a:rPr lang="en-US" sz="2800" kern="1200" dirty="0"/>
            <a:t>3. Buy and add</a:t>
          </a:r>
        </a:p>
      </dsp:txBody>
      <dsp:txXfrm>
        <a:off x="7290489" y="846270"/>
        <a:ext cx="2898096" cy="1060279"/>
      </dsp:txXfrm>
    </dsp:sp>
    <dsp:sp modelId="{EAE5362E-7B6D-47AE-BB3A-DB756ECB6948}">
      <dsp:nvSpPr>
        <dsp:cNvPr id="0" name=""/>
        <dsp:cNvSpPr/>
      </dsp:nvSpPr>
      <dsp:spPr>
        <a:xfrm>
          <a:off x="6972405" y="1906549"/>
          <a:ext cx="3216180" cy="1599723"/>
        </a:xfrm>
        <a:prstGeom prst="rect">
          <a:avLst/>
        </a:prstGeom>
        <a:solidFill>
          <a:schemeClr val="accent2">
            <a:tint val="40000"/>
            <a:alpha val="90000"/>
            <a:hueOff val="-849226"/>
            <a:satOff val="-75346"/>
            <a:lumOff val="-769"/>
            <a:alphaOff val="0"/>
          </a:schemeClr>
        </a:solidFill>
        <a:ln w="12700" cap="flat" cmpd="sng" algn="ctr">
          <a:solidFill>
            <a:schemeClr val="accent2">
              <a:tint val="40000"/>
              <a:alpha val="90000"/>
              <a:hueOff val="-849226"/>
              <a:satOff val="-75346"/>
              <a:lumOff val="-769"/>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54150" tIns="254150" rIns="254150" bIns="508299" numCol="1" spcCol="1270" anchor="t" anchorCtr="0">
          <a:noAutofit/>
        </a:bodyPr>
        <a:lstStyle/>
        <a:p>
          <a:pPr marL="0" lvl="0" indent="0" algn="l" defTabSz="889000">
            <a:lnSpc>
              <a:spcPct val="90000"/>
            </a:lnSpc>
            <a:spcBef>
              <a:spcPct val="0"/>
            </a:spcBef>
            <a:spcAft>
              <a:spcPct val="35000"/>
            </a:spcAft>
            <a:buNone/>
          </a:pPr>
          <a:r>
            <a:rPr lang="en-US" sz="2000" kern="1200" dirty="0"/>
            <a:t>Buy and add theme from the Shopify theme store</a:t>
          </a:r>
        </a:p>
      </dsp:txBody>
      <dsp:txXfrm>
        <a:off x="6972405" y="1906549"/>
        <a:ext cx="3216180" cy="1599723"/>
      </dsp:txXfrm>
    </dsp:sp>
  </dsp:spTree>
</dsp:drawing>
</file>

<file path=ppt/diagrams/layout1.xml><?xml version="1.0" encoding="utf-8"?>
<dgm:layoutDef xmlns:dgm="http://schemas.openxmlformats.org/drawingml/2006/diagram" xmlns:a="http://schemas.openxmlformats.org/drawingml/2006/main" uniqueId="urn:microsoft.com/office/officeart/2018/5/layout/IconLeafLabelList">
  <dgm:title val="Icon Leaf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round2DiagRect" r:blip="">
            <dgm:adjLst/>
            <dgm:extLst>
              <a:ext uri="{B698B0E9-8C71-41B9-8309-B3DCBF30829C}">
                <dgm1612:spPr xmlns:dgm1612="http://schemas.microsoft.com/office/drawing/2016/12/diagram">
                  <a:prstGeom prst="round2DiagRect">
                    <a:avLst>
                      <a:gd name="adj1" fmla="val 29727"/>
                      <a:gd name="adj2" fmla="val 0"/>
                    </a:avLst>
                  </a:prstGeom>
                </dgm1612:spPr>
              </a:ext>
            </dgm:ext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layout2.xml><?xml version="1.0" encoding="utf-8"?>
<dgm:layoutDef xmlns:dgm="http://schemas.openxmlformats.org/drawingml/2006/diagram" xmlns:a="http://schemas.openxmlformats.org/drawingml/2006/main" uniqueId="urn:microsoft.com/office/officeart/2016/7/layout/ChevronBlockProcess">
  <dgm:title val="Chevron Block Process"/>
  <dgm:desc val="Use to show a progression; a timeline; sequential steps in a task, process, or workflow; or to emphasize movement or direction. Level 1 text appears inside an arrow shape while Level 2 text appears below the arrow shapes."/>
  <dgm:catLst>
    <dgm:cat type="process" pri="5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fact="0.6"/>
      <dgm:constr type="h" for="des" forName="composite" op="equ"/>
      <dgm:constr type="w" for="ch" forName="composite" refType="w"/>
      <dgm:constr type="w" for="des" forName="parTx"/>
      <dgm:constr type="h" for="des" forName="parTx" op="equ"/>
      <dgm:constr type="w" for="des" forName="desTx"/>
      <dgm:constr type="primFontSz" for="des" forName="parTx" val="28"/>
      <dgm:constr type="primFontSz" for="des" forName="desTx" refType="primFontSz" refFor="des" refForName="parTx" op="lte" fact="0.75"/>
      <dgm:constr type="h" for="des" forName="desTx" op="equ"/>
      <dgm:constr type="w" for="ch" forName="space" refType="w" op="equ" fact="-0.005"/>
    </dgm:constrLst>
    <dgm:ruleLst>
      <dgm:rule type="w" for="ch" forName="composite" val="0"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91"/>
              <dgm:constr type="t" for="ch" forName="desTx" refType="h" refFor="ch" refForName="parTx"/>
            </dgm:constrLst>
          </dgm:if>
          <dgm:else name="Name9">
            <dgm:constrLst>
              <dgm:constr type="l" for="ch" forName="parTx"/>
              <dgm:constr type="w" for="ch" forName="parTx" refType="w"/>
              <dgm:constr type="t" for="ch" forName="parTx"/>
              <dgm:constr type="l" for="ch" forName="desTx" refType="w" fact="0.09"/>
              <dgm:constr type="w" for="ch" forName="desTx" refType="w" refFor="ch" refForName="parTx" fact="0.91"/>
              <dgm:constr type="t" for="ch" forName="desTx" refType="h" refFor="ch" refForName="parTx"/>
            </dgm:constrLst>
          </dgm:else>
        </dgm:choose>
        <dgm:ruleLst>
          <dgm:rule type="h" val="INF" fact="NaN" max="NaN"/>
        </dgm:ruleLst>
        <dgm:layoutNode name="parTx" styleLbl="alignNode1">
          <dgm:varLst>
            <dgm:chMax val="0"/>
            <dgm:chPref val="0"/>
          </dgm:varLst>
          <dgm:alg type="tx"/>
          <dgm:choose name="Name10">
            <dgm:if name="Name11" func="var" arg="dir" op="equ" val="norm">
              <dgm:shape xmlns:r="http://schemas.openxmlformats.org/officeDocument/2006/relationships" type="chevron" r:blip="">
                <dgm:adjLst>
                  <dgm:adj idx="1" val="0.3"/>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3"/>
                <dgm:constr type="h"/>
                <dgm:constr type="tMarg" refType="w" fact="0.105"/>
                <dgm:constr type="bMarg" refType="w" fact="0.105"/>
                <dgm:constr type="lMarg" refType="w" fact="0.105"/>
                <dgm:constr type="rMarg" refType="w" fact="0.105"/>
              </dgm:constrLst>
            </dgm:if>
            <dgm:else name="Name15">
              <dgm:constrLst>
                <dgm:constr type="h" refType="w" op="lte" fact="0.3"/>
                <dgm:constr type="h"/>
                <dgm:constr type="tMarg" refType="w" fact="0.105"/>
                <dgm:constr type="bMarg" refType="w" fact="0.105"/>
                <dgm:constr type="lMarg" refType="w" fact="0.105"/>
                <dgm:constr type="rMarg" refType="w" fact="0.105"/>
              </dgm:constrLst>
            </dgm:else>
          </dgm:choose>
          <dgm:ruleLst>
            <dgm:rule type="h" val="INF" fact="NaN" max="NaN"/>
            <dgm:rule type="primFontSz" val="14" fact="NaN" max="NaN"/>
          </dgm:ruleLst>
        </dgm:layoutNode>
        <dgm:layoutNode name="desTx" styleLbl="alignAccFollowNode1">
          <dgm:varLst/>
          <dgm:alg type="tx">
            <dgm:param type="stBulletLvl" val="0"/>
            <dgm:param type="txAnchorVert" val="t"/>
            <dgm:param type="parTxLTRAlign" val="l"/>
            <dgm:param type="shpTxLTRAlignCh" val="l"/>
            <dgm:param type="parTxRTLAlign" val="r"/>
            <dgm:param type="shpTxRTLAlignCh" val="r"/>
          </dgm:alg>
          <dgm:shape xmlns:r="http://schemas.openxmlformats.org/officeDocument/2006/relationships" type="rect" r:blip="">
            <dgm:adjLst/>
          </dgm:shape>
          <dgm:presOf axis="des" ptType="node"/>
          <dgm:constrLst>
            <dgm:constr type="primFontSz" val="20"/>
            <dgm:constr type="tMarg" refType="w" fact="0.224"/>
            <dgm:constr type="bMarg" refType="w" fact="0.448"/>
            <dgm:constr type="lMarg" refType="w" fact="0.224"/>
            <dgm:constr type="rMarg" refType="w" fact="0.224"/>
          </dgm:constrLst>
          <dgm:ruleLst>
            <dgm:rule type="h" val="INF" fact="NaN" max="NaN"/>
            <dgm:rule type="primFontSz" val="11"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SG"/>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F17000B-7DC9-49F9-AC88-2169B6A36257}" type="datetimeFigureOut">
              <a:rPr lang="en-SG" smtClean="0"/>
              <a:t>15/4/2020</a:t>
            </a:fld>
            <a:endParaRPr lang="en-SG"/>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SG"/>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SG"/>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6081601-C851-40DE-95AD-C36D47D7E00B}" type="slidenum">
              <a:rPr lang="en-SG" smtClean="0"/>
              <a:t>‹#›</a:t>
            </a:fld>
            <a:endParaRPr lang="en-SG"/>
          </a:p>
        </p:txBody>
      </p:sp>
    </p:spTree>
    <p:extLst>
      <p:ext uri="{BB962C8B-B14F-4D97-AF65-F5344CB8AC3E}">
        <p14:creationId xmlns:p14="http://schemas.microsoft.com/office/powerpoint/2010/main" val="336468878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372B97-BF01-4A6E-A887-3F68610F451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SG"/>
          </a:p>
        </p:txBody>
      </p:sp>
      <p:sp>
        <p:nvSpPr>
          <p:cNvPr id="3" name="Subtitle 2">
            <a:extLst>
              <a:ext uri="{FF2B5EF4-FFF2-40B4-BE49-F238E27FC236}">
                <a16:creationId xmlns:a16="http://schemas.microsoft.com/office/drawing/2014/main" id="{8A017F3B-3C8D-44EC-B168-4DF402D980A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SG"/>
          </a:p>
        </p:txBody>
      </p:sp>
      <p:cxnSp>
        <p:nvCxnSpPr>
          <p:cNvPr id="7" name="Straight Connector 6">
            <a:extLst>
              <a:ext uri="{FF2B5EF4-FFF2-40B4-BE49-F238E27FC236}">
                <a16:creationId xmlns:a16="http://schemas.microsoft.com/office/drawing/2014/main" id="{35D354F6-1E43-4FE2-9416-04E184CE86D7}"/>
              </a:ext>
            </a:extLst>
          </p:cNvPr>
          <p:cNvCxnSpPr/>
          <p:nvPr userDrawn="1"/>
        </p:nvCxnSpPr>
        <p:spPr>
          <a:xfrm>
            <a:off x="11968120" y="-1"/>
            <a:ext cx="0" cy="6858001"/>
          </a:xfrm>
          <a:prstGeom prst="line">
            <a:avLst/>
          </a:prstGeom>
          <a:ln w="38100"/>
        </p:spPr>
        <p:style>
          <a:lnRef idx="1">
            <a:schemeClr val="accent2"/>
          </a:lnRef>
          <a:fillRef idx="0">
            <a:schemeClr val="accent2"/>
          </a:fillRef>
          <a:effectRef idx="0">
            <a:schemeClr val="accent2"/>
          </a:effectRef>
          <a:fontRef idx="minor">
            <a:schemeClr val="tx1"/>
          </a:fontRef>
        </p:style>
      </p:cxnSp>
      <p:sp>
        <p:nvSpPr>
          <p:cNvPr id="8" name="Rectangle 7">
            <a:extLst>
              <a:ext uri="{FF2B5EF4-FFF2-40B4-BE49-F238E27FC236}">
                <a16:creationId xmlns:a16="http://schemas.microsoft.com/office/drawing/2014/main" id="{B9059644-BD68-48DA-B90B-E97D932F04F4}"/>
              </a:ext>
            </a:extLst>
          </p:cNvPr>
          <p:cNvSpPr/>
          <p:nvPr userDrawn="1"/>
        </p:nvSpPr>
        <p:spPr>
          <a:xfrm rot="16200000">
            <a:off x="-3149825" y="3149825"/>
            <a:ext cx="6858000" cy="558350"/>
          </a:xfrm>
          <a:prstGeom prst="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5400000" scaled="1"/>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SG" dirty="0"/>
              <a:t>L08-Setting a Shopify Site (B2C) Part 2</a:t>
            </a:r>
          </a:p>
        </p:txBody>
      </p:sp>
      <p:sp>
        <p:nvSpPr>
          <p:cNvPr id="9" name="Rectangle 8">
            <a:extLst>
              <a:ext uri="{FF2B5EF4-FFF2-40B4-BE49-F238E27FC236}">
                <a16:creationId xmlns:a16="http://schemas.microsoft.com/office/drawing/2014/main" id="{3AEF5720-1197-40C8-BFBA-5BF0AC560111}"/>
              </a:ext>
            </a:extLst>
          </p:cNvPr>
          <p:cNvSpPr/>
          <p:nvPr userDrawn="1"/>
        </p:nvSpPr>
        <p:spPr>
          <a:xfrm rot="16200000">
            <a:off x="8708043" y="3359882"/>
            <a:ext cx="6858000" cy="138235"/>
          </a:xfrm>
          <a:prstGeom prst="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5400000" scaled="1"/>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pic>
        <p:nvPicPr>
          <p:cNvPr id="10" name="Picture 9" descr="A picture containing clipart&#10;&#10;Description automatically generated">
            <a:extLst>
              <a:ext uri="{FF2B5EF4-FFF2-40B4-BE49-F238E27FC236}">
                <a16:creationId xmlns:a16="http://schemas.microsoft.com/office/drawing/2014/main" id="{81CE94B4-04F5-4161-95DF-2EB53BA97E45}"/>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503459" y="292397"/>
            <a:ext cx="1364857" cy="737891"/>
          </a:xfrm>
          <a:prstGeom prst="rect">
            <a:avLst/>
          </a:prstGeom>
        </p:spPr>
      </p:pic>
    </p:spTree>
    <p:extLst>
      <p:ext uri="{BB962C8B-B14F-4D97-AF65-F5344CB8AC3E}">
        <p14:creationId xmlns:p14="http://schemas.microsoft.com/office/powerpoint/2010/main" val="405416204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cxnSp>
        <p:nvCxnSpPr>
          <p:cNvPr id="16" name="Straight Connector 15">
            <a:extLst>
              <a:ext uri="{FF2B5EF4-FFF2-40B4-BE49-F238E27FC236}">
                <a16:creationId xmlns:a16="http://schemas.microsoft.com/office/drawing/2014/main" id="{3572CAD7-C006-4353-A7EB-D4461834FFBC}"/>
              </a:ext>
            </a:extLst>
          </p:cNvPr>
          <p:cNvCxnSpPr/>
          <p:nvPr userDrawn="1"/>
        </p:nvCxnSpPr>
        <p:spPr>
          <a:xfrm>
            <a:off x="11968120" y="-1"/>
            <a:ext cx="0" cy="6858001"/>
          </a:xfrm>
          <a:prstGeom prst="line">
            <a:avLst/>
          </a:prstGeom>
          <a:ln w="38100"/>
        </p:spPr>
        <p:style>
          <a:lnRef idx="1">
            <a:schemeClr val="accent2"/>
          </a:lnRef>
          <a:fillRef idx="0">
            <a:schemeClr val="accent2"/>
          </a:fillRef>
          <a:effectRef idx="0">
            <a:schemeClr val="accent2"/>
          </a:effectRef>
          <a:fontRef idx="minor">
            <a:schemeClr val="tx1"/>
          </a:fontRef>
        </p:style>
      </p:cxnSp>
      <p:sp>
        <p:nvSpPr>
          <p:cNvPr id="2" name="Title 1">
            <a:extLst>
              <a:ext uri="{FF2B5EF4-FFF2-40B4-BE49-F238E27FC236}">
                <a16:creationId xmlns:a16="http://schemas.microsoft.com/office/drawing/2014/main" id="{47B28D83-E4C8-4915-BA61-71ABB0F33829}"/>
              </a:ext>
            </a:extLst>
          </p:cNvPr>
          <p:cNvSpPr>
            <a:spLocks noGrp="1"/>
          </p:cNvSpPr>
          <p:nvPr>
            <p:ph type="title"/>
          </p:nvPr>
        </p:nvSpPr>
        <p:spPr/>
        <p:txBody>
          <a:bodyPr/>
          <a:lstStyle/>
          <a:p>
            <a:r>
              <a:rPr lang="en-US" dirty="0"/>
              <a:t>Click to edit Master title style</a:t>
            </a:r>
            <a:endParaRPr lang="en-SG" dirty="0"/>
          </a:p>
        </p:txBody>
      </p:sp>
      <p:sp>
        <p:nvSpPr>
          <p:cNvPr id="3" name="Content Placeholder 2">
            <a:extLst>
              <a:ext uri="{FF2B5EF4-FFF2-40B4-BE49-F238E27FC236}">
                <a16:creationId xmlns:a16="http://schemas.microsoft.com/office/drawing/2014/main" id="{A14FA9BB-BB69-451E-A09E-591809975227}"/>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5" name="Footer Placeholder 4">
            <a:extLst>
              <a:ext uri="{FF2B5EF4-FFF2-40B4-BE49-F238E27FC236}">
                <a16:creationId xmlns:a16="http://schemas.microsoft.com/office/drawing/2014/main" id="{A481BA36-121F-4271-BF92-82AF8DFB304A}"/>
              </a:ext>
            </a:extLst>
          </p:cNvPr>
          <p:cNvSpPr>
            <a:spLocks noGrp="1"/>
          </p:cNvSpPr>
          <p:nvPr>
            <p:ph type="ftr" sz="quarter" idx="11"/>
          </p:nvPr>
        </p:nvSpPr>
        <p:spPr/>
        <p:txBody>
          <a:bodyPr/>
          <a:lstStyle/>
          <a:p>
            <a:endParaRPr lang="en-SG"/>
          </a:p>
        </p:txBody>
      </p:sp>
      <p:sp>
        <p:nvSpPr>
          <p:cNvPr id="6" name="Slide Number Placeholder 5">
            <a:extLst>
              <a:ext uri="{FF2B5EF4-FFF2-40B4-BE49-F238E27FC236}">
                <a16:creationId xmlns:a16="http://schemas.microsoft.com/office/drawing/2014/main" id="{6B2813FB-3A55-4A8D-AEBA-1AF76B7ADB7A}"/>
              </a:ext>
            </a:extLst>
          </p:cNvPr>
          <p:cNvSpPr>
            <a:spLocks noGrp="1"/>
          </p:cNvSpPr>
          <p:nvPr>
            <p:ph type="sldNum" sz="quarter" idx="12"/>
          </p:nvPr>
        </p:nvSpPr>
        <p:spPr/>
        <p:txBody>
          <a:bodyPr/>
          <a:lstStyle/>
          <a:p>
            <a:fld id="{C3874EC8-7A34-473C-985C-63460AF7DDB5}" type="slidenum">
              <a:rPr lang="en-SG" smtClean="0"/>
              <a:t>‹#›</a:t>
            </a:fld>
            <a:endParaRPr lang="en-SG"/>
          </a:p>
        </p:txBody>
      </p:sp>
      <p:sp>
        <p:nvSpPr>
          <p:cNvPr id="12" name="Rectangle 11">
            <a:extLst>
              <a:ext uri="{FF2B5EF4-FFF2-40B4-BE49-F238E27FC236}">
                <a16:creationId xmlns:a16="http://schemas.microsoft.com/office/drawing/2014/main" id="{8DDA959D-3244-40DF-8C39-48899F94628E}"/>
              </a:ext>
            </a:extLst>
          </p:cNvPr>
          <p:cNvSpPr/>
          <p:nvPr userDrawn="1"/>
        </p:nvSpPr>
        <p:spPr>
          <a:xfrm rot="16200000">
            <a:off x="8708043" y="3359882"/>
            <a:ext cx="6858000" cy="138235"/>
          </a:xfrm>
          <a:prstGeom prst="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5400000" scaled="1"/>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pic>
        <p:nvPicPr>
          <p:cNvPr id="11" name="Picture 10" descr="A picture containing clipart&#10;&#10;Description automatically generated">
            <a:extLst>
              <a:ext uri="{FF2B5EF4-FFF2-40B4-BE49-F238E27FC236}">
                <a16:creationId xmlns:a16="http://schemas.microsoft.com/office/drawing/2014/main" id="{0E49D956-4E7D-4FF0-9764-CA5EA52DF04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503459" y="230188"/>
            <a:ext cx="1364857" cy="737891"/>
          </a:xfrm>
          <a:prstGeom prst="rect">
            <a:avLst/>
          </a:prstGeom>
        </p:spPr>
      </p:pic>
      <p:sp>
        <p:nvSpPr>
          <p:cNvPr id="13" name="Rectangle 12">
            <a:extLst>
              <a:ext uri="{FF2B5EF4-FFF2-40B4-BE49-F238E27FC236}">
                <a16:creationId xmlns:a16="http://schemas.microsoft.com/office/drawing/2014/main" id="{2D355014-4BCE-4BC9-97D8-2CFD3FE3738B}"/>
              </a:ext>
            </a:extLst>
          </p:cNvPr>
          <p:cNvSpPr/>
          <p:nvPr userDrawn="1"/>
        </p:nvSpPr>
        <p:spPr>
          <a:xfrm rot="16200000">
            <a:off x="-3149825" y="3149825"/>
            <a:ext cx="6858000" cy="558350"/>
          </a:xfrm>
          <a:prstGeom prst="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5400000" scaled="1"/>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SG" dirty="0"/>
              <a:t>L08-Setting a Shopify Site (B2C) Part 2</a:t>
            </a:r>
          </a:p>
        </p:txBody>
      </p:sp>
    </p:spTree>
    <p:extLst>
      <p:ext uri="{BB962C8B-B14F-4D97-AF65-F5344CB8AC3E}">
        <p14:creationId xmlns:p14="http://schemas.microsoft.com/office/powerpoint/2010/main" val="186436137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1ACBC9-E257-4172-AC12-4AC9239B497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SG"/>
          </a:p>
        </p:txBody>
      </p:sp>
      <p:sp>
        <p:nvSpPr>
          <p:cNvPr id="3" name="Text Placeholder 2">
            <a:extLst>
              <a:ext uri="{FF2B5EF4-FFF2-40B4-BE49-F238E27FC236}">
                <a16:creationId xmlns:a16="http://schemas.microsoft.com/office/drawing/2014/main" id="{676C25E9-6D4F-4823-AE7C-483A3110D39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2C4586F1-3FAF-4510-86BF-33A8937095D9}"/>
              </a:ext>
            </a:extLst>
          </p:cNvPr>
          <p:cNvSpPr>
            <a:spLocks noGrp="1"/>
          </p:cNvSpPr>
          <p:nvPr>
            <p:ph type="dt" sz="half" idx="10"/>
          </p:nvPr>
        </p:nvSpPr>
        <p:spPr/>
        <p:txBody>
          <a:bodyPr/>
          <a:lstStyle/>
          <a:p>
            <a:fld id="{4D0E5ED6-F25D-41F1-AAC9-E78DC995B25D}" type="datetimeFigureOut">
              <a:rPr lang="en-SG" smtClean="0"/>
              <a:t>15/4/2020</a:t>
            </a:fld>
            <a:endParaRPr lang="en-SG"/>
          </a:p>
        </p:txBody>
      </p:sp>
      <p:sp>
        <p:nvSpPr>
          <p:cNvPr id="5" name="Footer Placeholder 4">
            <a:extLst>
              <a:ext uri="{FF2B5EF4-FFF2-40B4-BE49-F238E27FC236}">
                <a16:creationId xmlns:a16="http://schemas.microsoft.com/office/drawing/2014/main" id="{BF0F3B4C-BEC0-49A2-A45C-7D334E886834}"/>
              </a:ext>
            </a:extLst>
          </p:cNvPr>
          <p:cNvSpPr>
            <a:spLocks noGrp="1"/>
          </p:cNvSpPr>
          <p:nvPr>
            <p:ph type="ftr" sz="quarter" idx="11"/>
          </p:nvPr>
        </p:nvSpPr>
        <p:spPr/>
        <p:txBody>
          <a:bodyPr/>
          <a:lstStyle/>
          <a:p>
            <a:endParaRPr lang="en-SG"/>
          </a:p>
        </p:txBody>
      </p:sp>
      <p:sp>
        <p:nvSpPr>
          <p:cNvPr id="6" name="Slide Number Placeholder 5">
            <a:extLst>
              <a:ext uri="{FF2B5EF4-FFF2-40B4-BE49-F238E27FC236}">
                <a16:creationId xmlns:a16="http://schemas.microsoft.com/office/drawing/2014/main" id="{1A640D68-B742-47B0-9398-98B0F76BD945}"/>
              </a:ext>
            </a:extLst>
          </p:cNvPr>
          <p:cNvSpPr>
            <a:spLocks noGrp="1"/>
          </p:cNvSpPr>
          <p:nvPr>
            <p:ph type="sldNum" sz="quarter" idx="12"/>
          </p:nvPr>
        </p:nvSpPr>
        <p:spPr/>
        <p:txBody>
          <a:bodyPr/>
          <a:lstStyle/>
          <a:p>
            <a:fld id="{C3874EC8-7A34-473C-985C-63460AF7DDB5}" type="slidenum">
              <a:rPr lang="en-SG" smtClean="0"/>
              <a:t>‹#›</a:t>
            </a:fld>
            <a:endParaRPr lang="en-SG"/>
          </a:p>
        </p:txBody>
      </p:sp>
    </p:spTree>
    <p:extLst>
      <p:ext uri="{BB962C8B-B14F-4D97-AF65-F5344CB8AC3E}">
        <p14:creationId xmlns:p14="http://schemas.microsoft.com/office/powerpoint/2010/main" val="91470502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682605-5E95-4ACC-B9CD-4903C97CA65B}"/>
              </a:ext>
            </a:extLst>
          </p:cNvPr>
          <p:cNvSpPr>
            <a:spLocks noGrp="1"/>
          </p:cNvSpPr>
          <p:nvPr>
            <p:ph type="title"/>
          </p:nvPr>
        </p:nvSpPr>
        <p:spPr/>
        <p:txBody>
          <a:bodyPr/>
          <a:lstStyle/>
          <a:p>
            <a:r>
              <a:rPr lang="en-US"/>
              <a:t>Click to edit Master title style</a:t>
            </a:r>
            <a:endParaRPr lang="en-SG"/>
          </a:p>
        </p:txBody>
      </p:sp>
      <p:sp>
        <p:nvSpPr>
          <p:cNvPr id="3" name="Content Placeholder 2">
            <a:extLst>
              <a:ext uri="{FF2B5EF4-FFF2-40B4-BE49-F238E27FC236}">
                <a16:creationId xmlns:a16="http://schemas.microsoft.com/office/drawing/2014/main" id="{5DDD9895-7D0C-431B-9D5A-C31AC039C4C2}"/>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Content Placeholder 3">
            <a:extLst>
              <a:ext uri="{FF2B5EF4-FFF2-40B4-BE49-F238E27FC236}">
                <a16:creationId xmlns:a16="http://schemas.microsoft.com/office/drawing/2014/main" id="{32A779E9-397B-4F66-B41D-BB342E6724DE}"/>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5" name="Date Placeholder 4">
            <a:extLst>
              <a:ext uri="{FF2B5EF4-FFF2-40B4-BE49-F238E27FC236}">
                <a16:creationId xmlns:a16="http://schemas.microsoft.com/office/drawing/2014/main" id="{BDC374F6-3A40-4E65-ABFB-7A2C68D89CC3}"/>
              </a:ext>
            </a:extLst>
          </p:cNvPr>
          <p:cNvSpPr>
            <a:spLocks noGrp="1"/>
          </p:cNvSpPr>
          <p:nvPr>
            <p:ph type="dt" sz="half" idx="10"/>
          </p:nvPr>
        </p:nvSpPr>
        <p:spPr/>
        <p:txBody>
          <a:bodyPr/>
          <a:lstStyle/>
          <a:p>
            <a:fld id="{4D0E5ED6-F25D-41F1-AAC9-E78DC995B25D}" type="datetimeFigureOut">
              <a:rPr lang="en-SG" smtClean="0"/>
              <a:t>15/4/2020</a:t>
            </a:fld>
            <a:endParaRPr lang="en-SG"/>
          </a:p>
        </p:txBody>
      </p:sp>
      <p:sp>
        <p:nvSpPr>
          <p:cNvPr id="6" name="Footer Placeholder 5">
            <a:extLst>
              <a:ext uri="{FF2B5EF4-FFF2-40B4-BE49-F238E27FC236}">
                <a16:creationId xmlns:a16="http://schemas.microsoft.com/office/drawing/2014/main" id="{569C9A97-5042-465C-BBED-81AF8C2A0730}"/>
              </a:ext>
            </a:extLst>
          </p:cNvPr>
          <p:cNvSpPr>
            <a:spLocks noGrp="1"/>
          </p:cNvSpPr>
          <p:nvPr>
            <p:ph type="ftr" sz="quarter" idx="11"/>
          </p:nvPr>
        </p:nvSpPr>
        <p:spPr/>
        <p:txBody>
          <a:bodyPr/>
          <a:lstStyle/>
          <a:p>
            <a:endParaRPr lang="en-SG"/>
          </a:p>
        </p:txBody>
      </p:sp>
      <p:sp>
        <p:nvSpPr>
          <p:cNvPr id="7" name="Slide Number Placeholder 6">
            <a:extLst>
              <a:ext uri="{FF2B5EF4-FFF2-40B4-BE49-F238E27FC236}">
                <a16:creationId xmlns:a16="http://schemas.microsoft.com/office/drawing/2014/main" id="{8C7A5479-C27D-45D9-AE08-EE452A49D1D6}"/>
              </a:ext>
            </a:extLst>
          </p:cNvPr>
          <p:cNvSpPr>
            <a:spLocks noGrp="1"/>
          </p:cNvSpPr>
          <p:nvPr>
            <p:ph type="sldNum" sz="quarter" idx="12"/>
          </p:nvPr>
        </p:nvSpPr>
        <p:spPr/>
        <p:txBody>
          <a:bodyPr/>
          <a:lstStyle/>
          <a:p>
            <a:fld id="{C3874EC8-7A34-473C-985C-63460AF7DDB5}" type="slidenum">
              <a:rPr lang="en-SG" smtClean="0"/>
              <a:t>‹#›</a:t>
            </a:fld>
            <a:endParaRPr lang="en-SG"/>
          </a:p>
        </p:txBody>
      </p:sp>
    </p:spTree>
    <p:extLst>
      <p:ext uri="{BB962C8B-B14F-4D97-AF65-F5344CB8AC3E}">
        <p14:creationId xmlns:p14="http://schemas.microsoft.com/office/powerpoint/2010/main" val="93802636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7A4891-15D3-4754-84C2-E5543F06473E}"/>
              </a:ext>
            </a:extLst>
          </p:cNvPr>
          <p:cNvSpPr>
            <a:spLocks noGrp="1"/>
          </p:cNvSpPr>
          <p:nvPr>
            <p:ph type="title"/>
          </p:nvPr>
        </p:nvSpPr>
        <p:spPr>
          <a:xfrm>
            <a:off x="839788" y="365125"/>
            <a:ext cx="10515600" cy="1325563"/>
          </a:xfrm>
        </p:spPr>
        <p:txBody>
          <a:bodyPr/>
          <a:lstStyle/>
          <a:p>
            <a:r>
              <a:rPr lang="en-US"/>
              <a:t>Click to edit Master title style</a:t>
            </a:r>
            <a:endParaRPr lang="en-SG"/>
          </a:p>
        </p:txBody>
      </p:sp>
      <p:sp>
        <p:nvSpPr>
          <p:cNvPr id="3" name="Text Placeholder 2">
            <a:extLst>
              <a:ext uri="{FF2B5EF4-FFF2-40B4-BE49-F238E27FC236}">
                <a16:creationId xmlns:a16="http://schemas.microsoft.com/office/drawing/2014/main" id="{11F4E125-0BF0-46DA-AE52-B6C10FC94CF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17377E3B-ACAA-4F9F-8D86-14B8758E62FE}"/>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5" name="Text Placeholder 4">
            <a:extLst>
              <a:ext uri="{FF2B5EF4-FFF2-40B4-BE49-F238E27FC236}">
                <a16:creationId xmlns:a16="http://schemas.microsoft.com/office/drawing/2014/main" id="{749E3A2A-3233-44D6-AF71-16EEA602A20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E513C41A-D68A-46DA-855E-E1D8D4885EBB}"/>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7" name="Date Placeholder 6">
            <a:extLst>
              <a:ext uri="{FF2B5EF4-FFF2-40B4-BE49-F238E27FC236}">
                <a16:creationId xmlns:a16="http://schemas.microsoft.com/office/drawing/2014/main" id="{2ACD9258-6F83-419D-9540-19D71D803B18}"/>
              </a:ext>
            </a:extLst>
          </p:cNvPr>
          <p:cNvSpPr>
            <a:spLocks noGrp="1"/>
          </p:cNvSpPr>
          <p:nvPr>
            <p:ph type="dt" sz="half" idx="10"/>
          </p:nvPr>
        </p:nvSpPr>
        <p:spPr/>
        <p:txBody>
          <a:bodyPr/>
          <a:lstStyle/>
          <a:p>
            <a:fld id="{4D0E5ED6-F25D-41F1-AAC9-E78DC995B25D}" type="datetimeFigureOut">
              <a:rPr lang="en-SG" smtClean="0"/>
              <a:t>15/4/2020</a:t>
            </a:fld>
            <a:endParaRPr lang="en-SG"/>
          </a:p>
        </p:txBody>
      </p:sp>
      <p:sp>
        <p:nvSpPr>
          <p:cNvPr id="8" name="Footer Placeholder 7">
            <a:extLst>
              <a:ext uri="{FF2B5EF4-FFF2-40B4-BE49-F238E27FC236}">
                <a16:creationId xmlns:a16="http://schemas.microsoft.com/office/drawing/2014/main" id="{E7564971-15B4-4DC3-B2CB-00DCE6E60C9F}"/>
              </a:ext>
            </a:extLst>
          </p:cNvPr>
          <p:cNvSpPr>
            <a:spLocks noGrp="1"/>
          </p:cNvSpPr>
          <p:nvPr>
            <p:ph type="ftr" sz="quarter" idx="11"/>
          </p:nvPr>
        </p:nvSpPr>
        <p:spPr/>
        <p:txBody>
          <a:bodyPr/>
          <a:lstStyle/>
          <a:p>
            <a:endParaRPr lang="en-SG"/>
          </a:p>
        </p:txBody>
      </p:sp>
      <p:sp>
        <p:nvSpPr>
          <p:cNvPr id="9" name="Slide Number Placeholder 8">
            <a:extLst>
              <a:ext uri="{FF2B5EF4-FFF2-40B4-BE49-F238E27FC236}">
                <a16:creationId xmlns:a16="http://schemas.microsoft.com/office/drawing/2014/main" id="{DDABA4FE-DF9D-40D9-82D2-6D0F00B268DF}"/>
              </a:ext>
            </a:extLst>
          </p:cNvPr>
          <p:cNvSpPr>
            <a:spLocks noGrp="1"/>
          </p:cNvSpPr>
          <p:nvPr>
            <p:ph type="sldNum" sz="quarter" idx="12"/>
          </p:nvPr>
        </p:nvSpPr>
        <p:spPr/>
        <p:txBody>
          <a:bodyPr/>
          <a:lstStyle/>
          <a:p>
            <a:fld id="{C3874EC8-7A34-473C-985C-63460AF7DDB5}" type="slidenum">
              <a:rPr lang="en-SG" smtClean="0"/>
              <a:t>‹#›</a:t>
            </a:fld>
            <a:endParaRPr lang="en-SG"/>
          </a:p>
        </p:txBody>
      </p:sp>
    </p:spTree>
    <p:extLst>
      <p:ext uri="{BB962C8B-B14F-4D97-AF65-F5344CB8AC3E}">
        <p14:creationId xmlns:p14="http://schemas.microsoft.com/office/powerpoint/2010/main" val="12026376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A1FC2B-977A-40CD-9CC9-22479607B315}"/>
              </a:ext>
            </a:extLst>
          </p:cNvPr>
          <p:cNvSpPr>
            <a:spLocks noGrp="1"/>
          </p:cNvSpPr>
          <p:nvPr>
            <p:ph type="title"/>
          </p:nvPr>
        </p:nvSpPr>
        <p:spPr/>
        <p:txBody>
          <a:bodyPr/>
          <a:lstStyle/>
          <a:p>
            <a:r>
              <a:rPr lang="en-US"/>
              <a:t>Click to edit Master title style</a:t>
            </a:r>
            <a:endParaRPr lang="en-SG"/>
          </a:p>
        </p:txBody>
      </p:sp>
      <p:sp>
        <p:nvSpPr>
          <p:cNvPr id="3" name="Date Placeholder 2">
            <a:extLst>
              <a:ext uri="{FF2B5EF4-FFF2-40B4-BE49-F238E27FC236}">
                <a16:creationId xmlns:a16="http://schemas.microsoft.com/office/drawing/2014/main" id="{A6BA7718-914F-4E13-AC0C-C7C5BE9FCD1A}"/>
              </a:ext>
            </a:extLst>
          </p:cNvPr>
          <p:cNvSpPr>
            <a:spLocks noGrp="1"/>
          </p:cNvSpPr>
          <p:nvPr>
            <p:ph type="dt" sz="half" idx="10"/>
          </p:nvPr>
        </p:nvSpPr>
        <p:spPr/>
        <p:txBody>
          <a:bodyPr/>
          <a:lstStyle/>
          <a:p>
            <a:fld id="{4D0E5ED6-F25D-41F1-AAC9-E78DC995B25D}" type="datetimeFigureOut">
              <a:rPr lang="en-SG" smtClean="0"/>
              <a:t>15/4/2020</a:t>
            </a:fld>
            <a:endParaRPr lang="en-SG"/>
          </a:p>
        </p:txBody>
      </p:sp>
      <p:sp>
        <p:nvSpPr>
          <p:cNvPr id="4" name="Footer Placeholder 3">
            <a:extLst>
              <a:ext uri="{FF2B5EF4-FFF2-40B4-BE49-F238E27FC236}">
                <a16:creationId xmlns:a16="http://schemas.microsoft.com/office/drawing/2014/main" id="{A970CF05-D59E-4AF3-842B-7C757C16A0B8}"/>
              </a:ext>
            </a:extLst>
          </p:cNvPr>
          <p:cNvSpPr>
            <a:spLocks noGrp="1"/>
          </p:cNvSpPr>
          <p:nvPr>
            <p:ph type="ftr" sz="quarter" idx="11"/>
          </p:nvPr>
        </p:nvSpPr>
        <p:spPr/>
        <p:txBody>
          <a:bodyPr/>
          <a:lstStyle/>
          <a:p>
            <a:endParaRPr lang="en-SG"/>
          </a:p>
        </p:txBody>
      </p:sp>
      <p:sp>
        <p:nvSpPr>
          <p:cNvPr id="5" name="Slide Number Placeholder 4">
            <a:extLst>
              <a:ext uri="{FF2B5EF4-FFF2-40B4-BE49-F238E27FC236}">
                <a16:creationId xmlns:a16="http://schemas.microsoft.com/office/drawing/2014/main" id="{96A77DE9-3557-46EE-B523-7207E0EA6073}"/>
              </a:ext>
            </a:extLst>
          </p:cNvPr>
          <p:cNvSpPr>
            <a:spLocks noGrp="1"/>
          </p:cNvSpPr>
          <p:nvPr>
            <p:ph type="sldNum" sz="quarter" idx="12"/>
          </p:nvPr>
        </p:nvSpPr>
        <p:spPr/>
        <p:txBody>
          <a:bodyPr/>
          <a:lstStyle/>
          <a:p>
            <a:fld id="{C3874EC8-7A34-473C-985C-63460AF7DDB5}" type="slidenum">
              <a:rPr lang="en-SG" smtClean="0"/>
              <a:t>‹#›</a:t>
            </a:fld>
            <a:endParaRPr lang="en-SG"/>
          </a:p>
        </p:txBody>
      </p:sp>
    </p:spTree>
    <p:extLst>
      <p:ext uri="{BB962C8B-B14F-4D97-AF65-F5344CB8AC3E}">
        <p14:creationId xmlns:p14="http://schemas.microsoft.com/office/powerpoint/2010/main" val="41315455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9549786-F49C-4973-8751-25E29B2A0071}"/>
              </a:ext>
            </a:extLst>
          </p:cNvPr>
          <p:cNvSpPr>
            <a:spLocks noGrp="1"/>
          </p:cNvSpPr>
          <p:nvPr>
            <p:ph type="dt" sz="half" idx="10"/>
          </p:nvPr>
        </p:nvSpPr>
        <p:spPr/>
        <p:txBody>
          <a:bodyPr/>
          <a:lstStyle/>
          <a:p>
            <a:fld id="{4D0E5ED6-F25D-41F1-AAC9-E78DC995B25D}" type="datetimeFigureOut">
              <a:rPr lang="en-SG" smtClean="0"/>
              <a:t>15/4/2020</a:t>
            </a:fld>
            <a:endParaRPr lang="en-SG"/>
          </a:p>
        </p:txBody>
      </p:sp>
      <p:sp>
        <p:nvSpPr>
          <p:cNvPr id="3" name="Footer Placeholder 2">
            <a:extLst>
              <a:ext uri="{FF2B5EF4-FFF2-40B4-BE49-F238E27FC236}">
                <a16:creationId xmlns:a16="http://schemas.microsoft.com/office/drawing/2014/main" id="{6271183E-762E-4B73-9B17-A3DA24F18521}"/>
              </a:ext>
            </a:extLst>
          </p:cNvPr>
          <p:cNvSpPr>
            <a:spLocks noGrp="1"/>
          </p:cNvSpPr>
          <p:nvPr>
            <p:ph type="ftr" sz="quarter" idx="11"/>
          </p:nvPr>
        </p:nvSpPr>
        <p:spPr/>
        <p:txBody>
          <a:bodyPr/>
          <a:lstStyle/>
          <a:p>
            <a:endParaRPr lang="en-SG"/>
          </a:p>
        </p:txBody>
      </p:sp>
      <p:sp>
        <p:nvSpPr>
          <p:cNvPr id="4" name="Slide Number Placeholder 3">
            <a:extLst>
              <a:ext uri="{FF2B5EF4-FFF2-40B4-BE49-F238E27FC236}">
                <a16:creationId xmlns:a16="http://schemas.microsoft.com/office/drawing/2014/main" id="{D4FB1A84-DF94-4F99-A49C-B03B19E00320}"/>
              </a:ext>
            </a:extLst>
          </p:cNvPr>
          <p:cNvSpPr>
            <a:spLocks noGrp="1"/>
          </p:cNvSpPr>
          <p:nvPr>
            <p:ph type="sldNum" sz="quarter" idx="12"/>
          </p:nvPr>
        </p:nvSpPr>
        <p:spPr/>
        <p:txBody>
          <a:bodyPr/>
          <a:lstStyle/>
          <a:p>
            <a:fld id="{C3874EC8-7A34-473C-985C-63460AF7DDB5}" type="slidenum">
              <a:rPr lang="en-SG" smtClean="0"/>
              <a:t>‹#›</a:t>
            </a:fld>
            <a:endParaRPr lang="en-SG"/>
          </a:p>
        </p:txBody>
      </p:sp>
    </p:spTree>
    <p:extLst>
      <p:ext uri="{BB962C8B-B14F-4D97-AF65-F5344CB8AC3E}">
        <p14:creationId xmlns:p14="http://schemas.microsoft.com/office/powerpoint/2010/main" val="120663506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D4D841-3D44-423C-91C3-F7A515D00F1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SG"/>
          </a:p>
        </p:txBody>
      </p:sp>
      <p:sp>
        <p:nvSpPr>
          <p:cNvPr id="3" name="Content Placeholder 2">
            <a:extLst>
              <a:ext uri="{FF2B5EF4-FFF2-40B4-BE49-F238E27FC236}">
                <a16:creationId xmlns:a16="http://schemas.microsoft.com/office/drawing/2014/main" id="{ED5C97E8-4AF6-4659-BEA1-898853C4E17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Text Placeholder 3">
            <a:extLst>
              <a:ext uri="{FF2B5EF4-FFF2-40B4-BE49-F238E27FC236}">
                <a16:creationId xmlns:a16="http://schemas.microsoft.com/office/drawing/2014/main" id="{6494655B-56F3-4B61-A474-67D86A379F3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CB0E7BC3-2791-4AB5-ADAE-0C7F4E707D9A}"/>
              </a:ext>
            </a:extLst>
          </p:cNvPr>
          <p:cNvSpPr>
            <a:spLocks noGrp="1"/>
          </p:cNvSpPr>
          <p:nvPr>
            <p:ph type="dt" sz="half" idx="10"/>
          </p:nvPr>
        </p:nvSpPr>
        <p:spPr/>
        <p:txBody>
          <a:bodyPr/>
          <a:lstStyle/>
          <a:p>
            <a:fld id="{4D0E5ED6-F25D-41F1-AAC9-E78DC995B25D}" type="datetimeFigureOut">
              <a:rPr lang="en-SG" smtClean="0"/>
              <a:t>15/4/2020</a:t>
            </a:fld>
            <a:endParaRPr lang="en-SG"/>
          </a:p>
        </p:txBody>
      </p:sp>
      <p:sp>
        <p:nvSpPr>
          <p:cNvPr id="6" name="Footer Placeholder 5">
            <a:extLst>
              <a:ext uri="{FF2B5EF4-FFF2-40B4-BE49-F238E27FC236}">
                <a16:creationId xmlns:a16="http://schemas.microsoft.com/office/drawing/2014/main" id="{68C31823-8CDE-4274-A19F-1E39E5E07967}"/>
              </a:ext>
            </a:extLst>
          </p:cNvPr>
          <p:cNvSpPr>
            <a:spLocks noGrp="1"/>
          </p:cNvSpPr>
          <p:nvPr>
            <p:ph type="ftr" sz="quarter" idx="11"/>
          </p:nvPr>
        </p:nvSpPr>
        <p:spPr/>
        <p:txBody>
          <a:bodyPr/>
          <a:lstStyle/>
          <a:p>
            <a:endParaRPr lang="en-SG"/>
          </a:p>
        </p:txBody>
      </p:sp>
      <p:sp>
        <p:nvSpPr>
          <p:cNvPr id="7" name="Slide Number Placeholder 6">
            <a:extLst>
              <a:ext uri="{FF2B5EF4-FFF2-40B4-BE49-F238E27FC236}">
                <a16:creationId xmlns:a16="http://schemas.microsoft.com/office/drawing/2014/main" id="{A5FF46A9-8465-4B40-86FD-D275335D3C4C}"/>
              </a:ext>
            </a:extLst>
          </p:cNvPr>
          <p:cNvSpPr>
            <a:spLocks noGrp="1"/>
          </p:cNvSpPr>
          <p:nvPr>
            <p:ph type="sldNum" sz="quarter" idx="12"/>
          </p:nvPr>
        </p:nvSpPr>
        <p:spPr/>
        <p:txBody>
          <a:bodyPr/>
          <a:lstStyle/>
          <a:p>
            <a:fld id="{C3874EC8-7A34-473C-985C-63460AF7DDB5}" type="slidenum">
              <a:rPr lang="en-SG" smtClean="0"/>
              <a:t>‹#›</a:t>
            </a:fld>
            <a:endParaRPr lang="en-SG"/>
          </a:p>
        </p:txBody>
      </p:sp>
    </p:spTree>
    <p:extLst>
      <p:ext uri="{BB962C8B-B14F-4D97-AF65-F5344CB8AC3E}">
        <p14:creationId xmlns:p14="http://schemas.microsoft.com/office/powerpoint/2010/main" val="288294048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D54D9A-D792-4F7E-AA19-63A97B96C28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SG"/>
          </a:p>
        </p:txBody>
      </p:sp>
      <p:sp>
        <p:nvSpPr>
          <p:cNvPr id="3" name="Picture Placeholder 2">
            <a:extLst>
              <a:ext uri="{FF2B5EF4-FFF2-40B4-BE49-F238E27FC236}">
                <a16:creationId xmlns:a16="http://schemas.microsoft.com/office/drawing/2014/main" id="{517937E6-2053-48FC-B428-429E20BDE7B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SG"/>
          </a:p>
        </p:txBody>
      </p:sp>
      <p:sp>
        <p:nvSpPr>
          <p:cNvPr id="4" name="Text Placeholder 3">
            <a:extLst>
              <a:ext uri="{FF2B5EF4-FFF2-40B4-BE49-F238E27FC236}">
                <a16:creationId xmlns:a16="http://schemas.microsoft.com/office/drawing/2014/main" id="{B91DE880-7950-4911-AC27-4B0D372E7AC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692A2BD9-F85B-45B4-91FB-9240F62DDC59}"/>
              </a:ext>
            </a:extLst>
          </p:cNvPr>
          <p:cNvSpPr>
            <a:spLocks noGrp="1"/>
          </p:cNvSpPr>
          <p:nvPr>
            <p:ph type="dt" sz="half" idx="10"/>
          </p:nvPr>
        </p:nvSpPr>
        <p:spPr/>
        <p:txBody>
          <a:bodyPr/>
          <a:lstStyle/>
          <a:p>
            <a:fld id="{4D0E5ED6-F25D-41F1-AAC9-E78DC995B25D}" type="datetimeFigureOut">
              <a:rPr lang="en-SG" smtClean="0"/>
              <a:t>15/4/2020</a:t>
            </a:fld>
            <a:endParaRPr lang="en-SG"/>
          </a:p>
        </p:txBody>
      </p:sp>
      <p:sp>
        <p:nvSpPr>
          <p:cNvPr id="6" name="Footer Placeholder 5">
            <a:extLst>
              <a:ext uri="{FF2B5EF4-FFF2-40B4-BE49-F238E27FC236}">
                <a16:creationId xmlns:a16="http://schemas.microsoft.com/office/drawing/2014/main" id="{6FA3668D-7030-4594-8DC9-C9B44E451DD8}"/>
              </a:ext>
            </a:extLst>
          </p:cNvPr>
          <p:cNvSpPr>
            <a:spLocks noGrp="1"/>
          </p:cNvSpPr>
          <p:nvPr>
            <p:ph type="ftr" sz="quarter" idx="11"/>
          </p:nvPr>
        </p:nvSpPr>
        <p:spPr/>
        <p:txBody>
          <a:bodyPr/>
          <a:lstStyle/>
          <a:p>
            <a:endParaRPr lang="en-SG"/>
          </a:p>
        </p:txBody>
      </p:sp>
      <p:sp>
        <p:nvSpPr>
          <p:cNvPr id="7" name="Slide Number Placeholder 6">
            <a:extLst>
              <a:ext uri="{FF2B5EF4-FFF2-40B4-BE49-F238E27FC236}">
                <a16:creationId xmlns:a16="http://schemas.microsoft.com/office/drawing/2014/main" id="{7FE3C865-F7B5-4870-8694-ED39F9CA476A}"/>
              </a:ext>
            </a:extLst>
          </p:cNvPr>
          <p:cNvSpPr>
            <a:spLocks noGrp="1"/>
          </p:cNvSpPr>
          <p:nvPr>
            <p:ph type="sldNum" sz="quarter" idx="12"/>
          </p:nvPr>
        </p:nvSpPr>
        <p:spPr/>
        <p:txBody>
          <a:bodyPr/>
          <a:lstStyle/>
          <a:p>
            <a:fld id="{C3874EC8-7A34-473C-985C-63460AF7DDB5}" type="slidenum">
              <a:rPr lang="en-SG" smtClean="0"/>
              <a:t>‹#›</a:t>
            </a:fld>
            <a:endParaRPr lang="en-SG"/>
          </a:p>
        </p:txBody>
      </p:sp>
    </p:spTree>
    <p:extLst>
      <p:ext uri="{BB962C8B-B14F-4D97-AF65-F5344CB8AC3E}">
        <p14:creationId xmlns:p14="http://schemas.microsoft.com/office/powerpoint/2010/main" val="54601665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19EC3D-9000-436C-BBFF-06FD2E29A6F5}"/>
              </a:ext>
            </a:extLst>
          </p:cNvPr>
          <p:cNvSpPr>
            <a:spLocks noGrp="1"/>
          </p:cNvSpPr>
          <p:nvPr>
            <p:ph type="title"/>
          </p:nvPr>
        </p:nvSpPr>
        <p:spPr/>
        <p:txBody>
          <a:bodyPr/>
          <a:lstStyle/>
          <a:p>
            <a:r>
              <a:rPr lang="en-US"/>
              <a:t>Click to edit Master title style</a:t>
            </a:r>
            <a:endParaRPr lang="en-SG"/>
          </a:p>
        </p:txBody>
      </p:sp>
      <p:sp>
        <p:nvSpPr>
          <p:cNvPr id="3" name="Vertical Text Placeholder 2">
            <a:extLst>
              <a:ext uri="{FF2B5EF4-FFF2-40B4-BE49-F238E27FC236}">
                <a16:creationId xmlns:a16="http://schemas.microsoft.com/office/drawing/2014/main" id="{F4E3804C-57F6-4D6F-88D1-0FD3BE6F1F0D}"/>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Date Placeholder 3">
            <a:extLst>
              <a:ext uri="{FF2B5EF4-FFF2-40B4-BE49-F238E27FC236}">
                <a16:creationId xmlns:a16="http://schemas.microsoft.com/office/drawing/2014/main" id="{8A74962E-FC03-49B4-8F16-72F0A6D13434}"/>
              </a:ext>
            </a:extLst>
          </p:cNvPr>
          <p:cNvSpPr>
            <a:spLocks noGrp="1"/>
          </p:cNvSpPr>
          <p:nvPr>
            <p:ph type="dt" sz="half" idx="10"/>
          </p:nvPr>
        </p:nvSpPr>
        <p:spPr/>
        <p:txBody>
          <a:bodyPr/>
          <a:lstStyle/>
          <a:p>
            <a:fld id="{4D0E5ED6-F25D-41F1-AAC9-E78DC995B25D}" type="datetimeFigureOut">
              <a:rPr lang="en-SG" smtClean="0"/>
              <a:t>15/4/2020</a:t>
            </a:fld>
            <a:endParaRPr lang="en-SG"/>
          </a:p>
        </p:txBody>
      </p:sp>
      <p:sp>
        <p:nvSpPr>
          <p:cNvPr id="5" name="Footer Placeholder 4">
            <a:extLst>
              <a:ext uri="{FF2B5EF4-FFF2-40B4-BE49-F238E27FC236}">
                <a16:creationId xmlns:a16="http://schemas.microsoft.com/office/drawing/2014/main" id="{5E696B7B-C59A-47E6-A797-2064020725BC}"/>
              </a:ext>
            </a:extLst>
          </p:cNvPr>
          <p:cNvSpPr>
            <a:spLocks noGrp="1"/>
          </p:cNvSpPr>
          <p:nvPr>
            <p:ph type="ftr" sz="quarter" idx="11"/>
          </p:nvPr>
        </p:nvSpPr>
        <p:spPr/>
        <p:txBody>
          <a:bodyPr/>
          <a:lstStyle/>
          <a:p>
            <a:endParaRPr lang="en-SG"/>
          </a:p>
        </p:txBody>
      </p:sp>
      <p:sp>
        <p:nvSpPr>
          <p:cNvPr id="6" name="Slide Number Placeholder 5">
            <a:extLst>
              <a:ext uri="{FF2B5EF4-FFF2-40B4-BE49-F238E27FC236}">
                <a16:creationId xmlns:a16="http://schemas.microsoft.com/office/drawing/2014/main" id="{2A727256-871B-433F-8D7F-15EAF8E9354F}"/>
              </a:ext>
            </a:extLst>
          </p:cNvPr>
          <p:cNvSpPr>
            <a:spLocks noGrp="1"/>
          </p:cNvSpPr>
          <p:nvPr>
            <p:ph type="sldNum" sz="quarter" idx="12"/>
          </p:nvPr>
        </p:nvSpPr>
        <p:spPr/>
        <p:txBody>
          <a:bodyPr/>
          <a:lstStyle/>
          <a:p>
            <a:fld id="{C3874EC8-7A34-473C-985C-63460AF7DDB5}" type="slidenum">
              <a:rPr lang="en-SG" smtClean="0"/>
              <a:t>‹#›</a:t>
            </a:fld>
            <a:endParaRPr lang="en-SG"/>
          </a:p>
        </p:txBody>
      </p:sp>
    </p:spTree>
    <p:extLst>
      <p:ext uri="{BB962C8B-B14F-4D97-AF65-F5344CB8AC3E}">
        <p14:creationId xmlns:p14="http://schemas.microsoft.com/office/powerpoint/2010/main" val="49409160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86E79DC-D4AB-4EF5-AD3D-FEF8208239C6}"/>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SG"/>
          </a:p>
        </p:txBody>
      </p:sp>
      <p:sp>
        <p:nvSpPr>
          <p:cNvPr id="3" name="Vertical Text Placeholder 2">
            <a:extLst>
              <a:ext uri="{FF2B5EF4-FFF2-40B4-BE49-F238E27FC236}">
                <a16:creationId xmlns:a16="http://schemas.microsoft.com/office/drawing/2014/main" id="{2D9851C7-3427-41D1-A1F2-6C3D09DD51B7}"/>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Date Placeholder 3">
            <a:extLst>
              <a:ext uri="{FF2B5EF4-FFF2-40B4-BE49-F238E27FC236}">
                <a16:creationId xmlns:a16="http://schemas.microsoft.com/office/drawing/2014/main" id="{0C5323B8-0D9A-406A-9FB6-2441F678D650}"/>
              </a:ext>
            </a:extLst>
          </p:cNvPr>
          <p:cNvSpPr>
            <a:spLocks noGrp="1"/>
          </p:cNvSpPr>
          <p:nvPr>
            <p:ph type="dt" sz="half" idx="10"/>
          </p:nvPr>
        </p:nvSpPr>
        <p:spPr/>
        <p:txBody>
          <a:bodyPr/>
          <a:lstStyle/>
          <a:p>
            <a:fld id="{4D0E5ED6-F25D-41F1-AAC9-E78DC995B25D}" type="datetimeFigureOut">
              <a:rPr lang="en-SG" smtClean="0"/>
              <a:t>15/4/2020</a:t>
            </a:fld>
            <a:endParaRPr lang="en-SG"/>
          </a:p>
        </p:txBody>
      </p:sp>
      <p:sp>
        <p:nvSpPr>
          <p:cNvPr id="5" name="Footer Placeholder 4">
            <a:extLst>
              <a:ext uri="{FF2B5EF4-FFF2-40B4-BE49-F238E27FC236}">
                <a16:creationId xmlns:a16="http://schemas.microsoft.com/office/drawing/2014/main" id="{8F1172E5-006A-4155-9842-087F938A78D6}"/>
              </a:ext>
            </a:extLst>
          </p:cNvPr>
          <p:cNvSpPr>
            <a:spLocks noGrp="1"/>
          </p:cNvSpPr>
          <p:nvPr>
            <p:ph type="ftr" sz="quarter" idx="11"/>
          </p:nvPr>
        </p:nvSpPr>
        <p:spPr/>
        <p:txBody>
          <a:bodyPr/>
          <a:lstStyle/>
          <a:p>
            <a:endParaRPr lang="en-SG"/>
          </a:p>
        </p:txBody>
      </p:sp>
      <p:sp>
        <p:nvSpPr>
          <p:cNvPr id="6" name="Slide Number Placeholder 5">
            <a:extLst>
              <a:ext uri="{FF2B5EF4-FFF2-40B4-BE49-F238E27FC236}">
                <a16:creationId xmlns:a16="http://schemas.microsoft.com/office/drawing/2014/main" id="{E73F49D6-B941-48B9-94A0-5AC0211F88D0}"/>
              </a:ext>
            </a:extLst>
          </p:cNvPr>
          <p:cNvSpPr>
            <a:spLocks noGrp="1"/>
          </p:cNvSpPr>
          <p:nvPr>
            <p:ph type="sldNum" sz="quarter" idx="12"/>
          </p:nvPr>
        </p:nvSpPr>
        <p:spPr/>
        <p:txBody>
          <a:bodyPr/>
          <a:lstStyle/>
          <a:p>
            <a:fld id="{C3874EC8-7A34-473C-985C-63460AF7DDB5}" type="slidenum">
              <a:rPr lang="en-SG" smtClean="0"/>
              <a:t>‹#›</a:t>
            </a:fld>
            <a:endParaRPr lang="en-SG"/>
          </a:p>
        </p:txBody>
      </p:sp>
    </p:spTree>
    <p:extLst>
      <p:ext uri="{BB962C8B-B14F-4D97-AF65-F5344CB8AC3E}">
        <p14:creationId xmlns:p14="http://schemas.microsoft.com/office/powerpoint/2010/main" val="98721216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525C447-9B03-43B9-828E-4720858298B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SG"/>
          </a:p>
        </p:txBody>
      </p:sp>
      <p:sp>
        <p:nvSpPr>
          <p:cNvPr id="3" name="Text Placeholder 2">
            <a:extLst>
              <a:ext uri="{FF2B5EF4-FFF2-40B4-BE49-F238E27FC236}">
                <a16:creationId xmlns:a16="http://schemas.microsoft.com/office/drawing/2014/main" id="{869C0CED-A812-4110-9DA5-48D7C03E67D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Date Placeholder 3">
            <a:extLst>
              <a:ext uri="{FF2B5EF4-FFF2-40B4-BE49-F238E27FC236}">
                <a16:creationId xmlns:a16="http://schemas.microsoft.com/office/drawing/2014/main" id="{3C160008-9FE4-4F40-8C1A-C5DDCF6A2E2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D0E5ED6-F25D-41F1-AAC9-E78DC995B25D}" type="datetimeFigureOut">
              <a:rPr lang="en-SG" smtClean="0"/>
              <a:t>15/4/2020</a:t>
            </a:fld>
            <a:endParaRPr lang="en-SG"/>
          </a:p>
        </p:txBody>
      </p:sp>
      <p:sp>
        <p:nvSpPr>
          <p:cNvPr id="5" name="Footer Placeholder 4">
            <a:extLst>
              <a:ext uri="{FF2B5EF4-FFF2-40B4-BE49-F238E27FC236}">
                <a16:creationId xmlns:a16="http://schemas.microsoft.com/office/drawing/2014/main" id="{8D7D3F37-DD31-4315-B770-3F9CFD21FDB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SG"/>
          </a:p>
        </p:txBody>
      </p:sp>
      <p:sp>
        <p:nvSpPr>
          <p:cNvPr id="6" name="Slide Number Placeholder 5">
            <a:extLst>
              <a:ext uri="{FF2B5EF4-FFF2-40B4-BE49-F238E27FC236}">
                <a16:creationId xmlns:a16="http://schemas.microsoft.com/office/drawing/2014/main" id="{83BE67E0-94D2-47F8-BE7F-19DE87874CC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3874EC8-7A34-473C-985C-63460AF7DDB5}" type="slidenum">
              <a:rPr lang="en-SG" smtClean="0"/>
              <a:t>‹#›</a:t>
            </a:fld>
            <a:endParaRPr lang="en-SG"/>
          </a:p>
        </p:txBody>
      </p:sp>
    </p:spTree>
    <p:extLst>
      <p:ext uri="{BB962C8B-B14F-4D97-AF65-F5344CB8AC3E}">
        <p14:creationId xmlns:p14="http://schemas.microsoft.com/office/powerpoint/2010/main" val="23682894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hyperlink" Target="https://youtu.be/aJZZPRBaWZQ" TargetMode="External"/><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hyperlink" Target="themes.shopify.com/themes" TargetMode="Externa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hyperlink" Target="https://youtu.be/bzFWbsm2ZU4" TargetMode="External"/><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2.xml"/><Relationship Id="rId4" Type="http://schemas.openxmlformats.org/officeDocument/2006/relationships/image" Target="../media/image38.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hyperlink" Target="https://gcs-bookstore.myshopify.com/pages/about-us" TargetMode="External"/><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hyperlink" Target="https://help.shopify.com/en/manual/sell-online/online-store/menus-and-links/editing-menus" TargetMode="External"/><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hyperlink" Target="https://help.shopify.com/en/manual/sell-online/online-store/menus-and-links/drop-down-menus" TargetMode="Externa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hyperlink" Target="https://youtu.be/xYGuJhKiOZw" TargetMode="External"/><Relationship Id="rId1" Type="http://schemas.openxmlformats.org/officeDocument/2006/relationships/slideLayout" Target="../slideLayouts/slideLayout2.xml"/><Relationship Id="rId4" Type="http://schemas.openxmlformats.org/officeDocument/2006/relationships/image" Target="../media/image45.png"/></Relationships>
</file>

<file path=ppt/slides/_rels/slide44.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hyperlink" Target="https://youtu.be/ph2-a8Dbio4" TargetMode="External"/><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hyperlink" Target="https://gcs-bookstore.myshopify.com/" TargetMode="Externa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52AD23-F2F8-4063-BECD-46D330AE9465}"/>
              </a:ext>
            </a:extLst>
          </p:cNvPr>
          <p:cNvSpPr>
            <a:spLocks noGrp="1"/>
          </p:cNvSpPr>
          <p:nvPr>
            <p:ph type="ctrTitle"/>
          </p:nvPr>
        </p:nvSpPr>
        <p:spPr/>
        <p:txBody>
          <a:bodyPr/>
          <a:lstStyle/>
          <a:p>
            <a:r>
              <a:rPr lang="en-SG" dirty="0"/>
              <a:t>Digital Business and               E-Commerce Management</a:t>
            </a:r>
          </a:p>
        </p:txBody>
      </p:sp>
      <p:sp>
        <p:nvSpPr>
          <p:cNvPr id="3" name="TextBox 2">
            <a:extLst>
              <a:ext uri="{FF2B5EF4-FFF2-40B4-BE49-F238E27FC236}">
                <a16:creationId xmlns:a16="http://schemas.microsoft.com/office/drawing/2014/main" id="{F41BFC50-F776-4C51-876C-0FBE15360ED2}"/>
              </a:ext>
            </a:extLst>
          </p:cNvPr>
          <p:cNvSpPr txBox="1"/>
          <p:nvPr/>
        </p:nvSpPr>
        <p:spPr>
          <a:xfrm>
            <a:off x="895350" y="4457700"/>
            <a:ext cx="10848975" cy="1384995"/>
          </a:xfrm>
          <a:prstGeom prst="rect">
            <a:avLst/>
          </a:prstGeom>
          <a:noFill/>
        </p:spPr>
        <p:txBody>
          <a:bodyPr wrap="square" rtlCol="0">
            <a:spAutoFit/>
          </a:bodyPr>
          <a:lstStyle/>
          <a:p>
            <a:pPr algn="ctr"/>
            <a:r>
              <a:rPr lang="en-SG" sz="4800" dirty="0">
                <a:latin typeface="Abadi" panose="020B0604020202020204" pitchFamily="34" charset="0"/>
              </a:rPr>
              <a:t>Lesson 8</a:t>
            </a:r>
          </a:p>
          <a:p>
            <a:pPr algn="ctr"/>
            <a:r>
              <a:rPr lang="en-SG" sz="3600" dirty="0">
                <a:latin typeface="Abadi" panose="020B0604020202020204" pitchFamily="34" charset="0"/>
              </a:rPr>
              <a:t>Setting a Shopify Site (B2C) Part 2</a:t>
            </a:r>
          </a:p>
        </p:txBody>
      </p:sp>
    </p:spTree>
    <p:extLst>
      <p:ext uri="{BB962C8B-B14F-4D97-AF65-F5344CB8AC3E}">
        <p14:creationId xmlns:p14="http://schemas.microsoft.com/office/powerpoint/2010/main" val="285614362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72F88A-68F7-4655-8A42-CD311E858579}"/>
              </a:ext>
            </a:extLst>
          </p:cNvPr>
          <p:cNvSpPr>
            <a:spLocks noGrp="1"/>
          </p:cNvSpPr>
          <p:nvPr>
            <p:ph type="title"/>
          </p:nvPr>
        </p:nvSpPr>
        <p:spPr/>
        <p:txBody>
          <a:bodyPr/>
          <a:lstStyle/>
          <a:p>
            <a:r>
              <a:rPr lang="en-SG" dirty="0"/>
              <a:t>Setting a Shopify Site (B2C) Part 2</a:t>
            </a:r>
          </a:p>
        </p:txBody>
      </p:sp>
      <p:sp>
        <p:nvSpPr>
          <p:cNvPr id="3" name="Content Placeholder 2">
            <a:extLst>
              <a:ext uri="{FF2B5EF4-FFF2-40B4-BE49-F238E27FC236}">
                <a16:creationId xmlns:a16="http://schemas.microsoft.com/office/drawing/2014/main" id="{E06C8290-7477-4920-92F8-89337E771A02}"/>
              </a:ext>
            </a:extLst>
          </p:cNvPr>
          <p:cNvSpPr>
            <a:spLocks noGrp="1"/>
          </p:cNvSpPr>
          <p:nvPr>
            <p:ph idx="1"/>
          </p:nvPr>
        </p:nvSpPr>
        <p:spPr/>
        <p:txBody>
          <a:bodyPr/>
          <a:lstStyle/>
          <a:p>
            <a:pPr marL="0" indent="0">
              <a:buNone/>
            </a:pPr>
            <a:r>
              <a:rPr lang="en-SG" sz="3600" dirty="0"/>
              <a:t>At the end of this lesson, you will be able to </a:t>
            </a:r>
          </a:p>
          <a:p>
            <a:pPr marL="0" indent="0">
              <a:buNone/>
            </a:pPr>
            <a:endParaRPr lang="en-SG" dirty="0"/>
          </a:p>
          <a:p>
            <a:r>
              <a:rPr lang="en-SG" sz="3200" dirty="0"/>
              <a:t>Customize the theme of the E-commerce B2C site (Shopify)</a:t>
            </a:r>
          </a:p>
          <a:p>
            <a:r>
              <a:rPr lang="en-SG" sz="3200" dirty="0"/>
              <a:t>Customize the theme contents and the site pages (Shopify)</a:t>
            </a:r>
          </a:p>
          <a:p>
            <a:r>
              <a:rPr lang="en-SG" sz="3200" dirty="0"/>
              <a:t>Manage menus, links and pages</a:t>
            </a:r>
          </a:p>
          <a:p>
            <a:pPr lvl="0"/>
            <a:endParaRPr lang="en-SG" dirty="0"/>
          </a:p>
        </p:txBody>
      </p:sp>
    </p:spTree>
    <p:extLst>
      <p:ext uri="{BB962C8B-B14F-4D97-AF65-F5344CB8AC3E}">
        <p14:creationId xmlns:p14="http://schemas.microsoft.com/office/powerpoint/2010/main" val="377429588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AD339F-CD4B-4FCC-AADD-4449CCA42FB7}"/>
              </a:ext>
            </a:extLst>
          </p:cNvPr>
          <p:cNvSpPr>
            <a:spLocks noGrp="1"/>
          </p:cNvSpPr>
          <p:nvPr>
            <p:ph type="title"/>
          </p:nvPr>
        </p:nvSpPr>
        <p:spPr/>
        <p:txBody>
          <a:bodyPr/>
          <a:lstStyle/>
          <a:p>
            <a:r>
              <a:rPr lang="en-SG" dirty="0"/>
              <a:t>Activity 8.1</a:t>
            </a:r>
          </a:p>
        </p:txBody>
      </p:sp>
      <p:sp>
        <p:nvSpPr>
          <p:cNvPr id="3" name="Content Placeholder 2">
            <a:extLst>
              <a:ext uri="{FF2B5EF4-FFF2-40B4-BE49-F238E27FC236}">
                <a16:creationId xmlns:a16="http://schemas.microsoft.com/office/drawing/2014/main" id="{1040C2EB-69A2-43FE-875B-BD02C0C4F430}"/>
              </a:ext>
            </a:extLst>
          </p:cNvPr>
          <p:cNvSpPr>
            <a:spLocks noGrp="1"/>
          </p:cNvSpPr>
          <p:nvPr>
            <p:ph idx="1"/>
          </p:nvPr>
        </p:nvSpPr>
        <p:spPr/>
        <p:txBody>
          <a:bodyPr/>
          <a:lstStyle/>
          <a:p>
            <a:r>
              <a:rPr lang="en-SG" dirty="0"/>
              <a:t>Refer to your book for Activity 8.1</a:t>
            </a:r>
          </a:p>
        </p:txBody>
      </p:sp>
    </p:spTree>
    <p:extLst>
      <p:ext uri="{BB962C8B-B14F-4D97-AF65-F5344CB8AC3E}">
        <p14:creationId xmlns:p14="http://schemas.microsoft.com/office/powerpoint/2010/main" val="309901184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35424D-8CFD-4221-BCDD-9BA76794943B}"/>
              </a:ext>
            </a:extLst>
          </p:cNvPr>
          <p:cNvSpPr>
            <a:spLocks noGrp="1"/>
          </p:cNvSpPr>
          <p:nvPr>
            <p:ph type="title"/>
          </p:nvPr>
        </p:nvSpPr>
        <p:spPr>
          <a:xfrm>
            <a:off x="614680" y="0"/>
            <a:ext cx="10515600" cy="1325563"/>
          </a:xfrm>
        </p:spPr>
        <p:txBody>
          <a:bodyPr>
            <a:normAutofit/>
          </a:bodyPr>
          <a:lstStyle/>
          <a:p>
            <a:r>
              <a:rPr lang="en-SG" sz="4800" dirty="0"/>
              <a:t>Themes for your Shopify Site</a:t>
            </a:r>
          </a:p>
        </p:txBody>
      </p:sp>
      <p:graphicFrame>
        <p:nvGraphicFramePr>
          <p:cNvPr id="5" name="Content Placeholder 2">
            <a:extLst>
              <a:ext uri="{FF2B5EF4-FFF2-40B4-BE49-F238E27FC236}">
                <a16:creationId xmlns:a16="http://schemas.microsoft.com/office/drawing/2014/main" id="{2EC5EBF9-2A89-47FA-B2E0-1C0D9CF5F917}"/>
              </a:ext>
            </a:extLst>
          </p:cNvPr>
          <p:cNvGraphicFramePr>
            <a:graphicFrameLocks noGrp="1"/>
          </p:cNvGraphicFramePr>
          <p:nvPr>
            <p:ph idx="1"/>
            <p:extLst>
              <p:ext uri="{D42A27DB-BD31-4B8C-83A1-F6EECF244321}">
                <p14:modId xmlns:p14="http://schemas.microsoft.com/office/powerpoint/2010/main" val="2868290400"/>
              </p:ext>
            </p:extLst>
          </p:nvPr>
        </p:nvGraphicFramePr>
        <p:xfrm>
          <a:off x="1019175" y="1816100"/>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73804184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C36782-144C-40D8-BA5D-F3D7A3ABD4B3}"/>
              </a:ext>
            </a:extLst>
          </p:cNvPr>
          <p:cNvSpPr>
            <a:spLocks noGrp="1"/>
          </p:cNvSpPr>
          <p:nvPr>
            <p:ph type="title"/>
          </p:nvPr>
        </p:nvSpPr>
        <p:spPr>
          <a:xfrm>
            <a:off x="695325" y="18255"/>
            <a:ext cx="10515600" cy="1325563"/>
          </a:xfrm>
        </p:spPr>
        <p:txBody>
          <a:bodyPr/>
          <a:lstStyle/>
          <a:p>
            <a:r>
              <a:rPr lang="en-SG" dirty="0"/>
              <a:t>Theme for your Shopify Site</a:t>
            </a:r>
            <a:br>
              <a:rPr lang="en-SG" dirty="0"/>
            </a:br>
            <a:r>
              <a:rPr lang="en-SG" sz="3600" dirty="0">
                <a:solidFill>
                  <a:srgbClr val="0070C0"/>
                </a:solidFill>
              </a:rPr>
              <a:t>1 – Choosing and Adding Themes</a:t>
            </a:r>
          </a:p>
        </p:txBody>
      </p:sp>
      <p:pic>
        <p:nvPicPr>
          <p:cNvPr id="4" name="Picture 3">
            <a:extLst>
              <a:ext uri="{FF2B5EF4-FFF2-40B4-BE49-F238E27FC236}">
                <a16:creationId xmlns:a16="http://schemas.microsoft.com/office/drawing/2014/main" id="{EC50AB50-6B3C-441C-ABC0-EBC051C329C2}"/>
              </a:ext>
            </a:extLst>
          </p:cNvPr>
          <p:cNvPicPr>
            <a:picLocks noChangeAspect="1"/>
          </p:cNvPicPr>
          <p:nvPr/>
        </p:nvPicPr>
        <p:blipFill rotWithShape="1">
          <a:blip r:embed="rId2"/>
          <a:srcRect l="33499" t="28445" r="21501" b="25481"/>
          <a:stretch/>
        </p:blipFill>
        <p:spPr>
          <a:xfrm>
            <a:off x="695325" y="1727200"/>
            <a:ext cx="7817238" cy="4502150"/>
          </a:xfrm>
          <a:prstGeom prst="rect">
            <a:avLst/>
          </a:prstGeom>
        </p:spPr>
      </p:pic>
      <p:sp>
        <p:nvSpPr>
          <p:cNvPr id="5" name="Rectangle 4">
            <a:extLst>
              <a:ext uri="{FF2B5EF4-FFF2-40B4-BE49-F238E27FC236}">
                <a16:creationId xmlns:a16="http://schemas.microsoft.com/office/drawing/2014/main" id="{2C645D22-734D-4AF0-BB47-9373654E2D54}"/>
              </a:ext>
            </a:extLst>
          </p:cNvPr>
          <p:cNvSpPr/>
          <p:nvPr/>
        </p:nvSpPr>
        <p:spPr>
          <a:xfrm>
            <a:off x="3314700" y="3790950"/>
            <a:ext cx="1933575" cy="857250"/>
          </a:xfrm>
          <a:prstGeom prst="rect">
            <a:avLst/>
          </a:prstGeom>
          <a:noFill/>
          <a:ln w="412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cxnSp>
        <p:nvCxnSpPr>
          <p:cNvPr id="7" name="Straight Arrow Connector 6">
            <a:extLst>
              <a:ext uri="{FF2B5EF4-FFF2-40B4-BE49-F238E27FC236}">
                <a16:creationId xmlns:a16="http://schemas.microsoft.com/office/drawing/2014/main" id="{A1917669-3B92-4915-811D-DA324CDB0BAC}"/>
              </a:ext>
            </a:extLst>
          </p:cNvPr>
          <p:cNvCxnSpPr>
            <a:cxnSpLocks/>
          </p:cNvCxnSpPr>
          <p:nvPr/>
        </p:nvCxnSpPr>
        <p:spPr>
          <a:xfrm flipV="1">
            <a:off x="5248275" y="3067050"/>
            <a:ext cx="3803258" cy="1093984"/>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5A067FAB-98F9-40E2-AAA2-5E9E84374E7D}"/>
              </a:ext>
            </a:extLst>
          </p:cNvPr>
          <p:cNvSpPr txBox="1"/>
          <p:nvPr/>
        </p:nvSpPr>
        <p:spPr>
          <a:xfrm>
            <a:off x="9226193" y="2383604"/>
            <a:ext cx="2619910" cy="3108543"/>
          </a:xfrm>
          <a:prstGeom prst="rect">
            <a:avLst/>
          </a:prstGeom>
          <a:noFill/>
        </p:spPr>
        <p:txBody>
          <a:bodyPr wrap="square" rtlCol="0">
            <a:spAutoFit/>
          </a:bodyPr>
          <a:lstStyle/>
          <a:p>
            <a:r>
              <a:rPr lang="en-SG" sz="2800" dirty="0"/>
              <a:t>You can choose the themes by clicking on the “Customize Theme” from the Shopify Admin page</a:t>
            </a:r>
          </a:p>
        </p:txBody>
      </p:sp>
    </p:spTree>
    <p:extLst>
      <p:ext uri="{BB962C8B-B14F-4D97-AF65-F5344CB8AC3E}">
        <p14:creationId xmlns:p14="http://schemas.microsoft.com/office/powerpoint/2010/main" val="52855051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C36782-144C-40D8-BA5D-F3D7A3ABD4B3}"/>
              </a:ext>
            </a:extLst>
          </p:cNvPr>
          <p:cNvSpPr>
            <a:spLocks noGrp="1"/>
          </p:cNvSpPr>
          <p:nvPr>
            <p:ph type="title"/>
          </p:nvPr>
        </p:nvSpPr>
        <p:spPr>
          <a:xfrm>
            <a:off x="838200" y="365125"/>
            <a:ext cx="10515600" cy="1325563"/>
          </a:xfrm>
        </p:spPr>
        <p:txBody>
          <a:bodyPr vert="horz" lIns="91440" tIns="45720" rIns="91440" bIns="45720" rtlCol="0" anchor="ctr">
            <a:normAutofit/>
          </a:bodyPr>
          <a:lstStyle/>
          <a:p>
            <a:r>
              <a:rPr lang="en-US" kern="1200" dirty="0">
                <a:solidFill>
                  <a:schemeClr val="tx1"/>
                </a:solidFill>
                <a:latin typeface="+mj-lt"/>
                <a:ea typeface="+mj-ea"/>
                <a:cs typeface="+mj-cs"/>
              </a:rPr>
              <a:t>Theme for your Shopify Site</a:t>
            </a:r>
            <a:br>
              <a:rPr lang="en-US" kern="1200" dirty="0">
                <a:solidFill>
                  <a:schemeClr val="tx1"/>
                </a:solidFill>
                <a:latin typeface="+mj-lt"/>
                <a:ea typeface="+mj-ea"/>
                <a:cs typeface="+mj-cs"/>
              </a:rPr>
            </a:br>
            <a:r>
              <a:rPr lang="en-US" sz="3600" kern="1200" dirty="0">
                <a:solidFill>
                  <a:srgbClr val="0070C0"/>
                </a:solidFill>
                <a:latin typeface="+mj-lt"/>
                <a:ea typeface="+mj-ea"/>
                <a:cs typeface="+mj-cs"/>
              </a:rPr>
              <a:t>1 – Choosing and Adding Themes</a:t>
            </a:r>
          </a:p>
        </p:txBody>
      </p:sp>
      <p:graphicFrame>
        <p:nvGraphicFramePr>
          <p:cNvPr id="12" name="TextBox 9">
            <a:extLst>
              <a:ext uri="{FF2B5EF4-FFF2-40B4-BE49-F238E27FC236}">
                <a16:creationId xmlns:a16="http://schemas.microsoft.com/office/drawing/2014/main" id="{362E2EB6-1208-4728-B811-9FBEBB4C2B28}"/>
              </a:ext>
            </a:extLst>
          </p:cNvPr>
          <p:cNvGraphicFramePr/>
          <p:nvPr>
            <p:extLst>
              <p:ext uri="{D42A27DB-BD31-4B8C-83A1-F6EECF244321}">
                <p14:modId xmlns:p14="http://schemas.microsoft.com/office/powerpoint/2010/main" val="1215391029"/>
              </p:ext>
            </p:extLst>
          </p:nvPr>
        </p:nvGraphicFramePr>
        <p:xfrm>
          <a:off x="1085850" y="2276475"/>
          <a:ext cx="10515600" cy="435254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Rectangle 2">
            <a:extLst>
              <a:ext uri="{FF2B5EF4-FFF2-40B4-BE49-F238E27FC236}">
                <a16:creationId xmlns:a16="http://schemas.microsoft.com/office/drawing/2014/main" id="{F862CCE9-D28E-4732-8886-9C2D423899F3}"/>
              </a:ext>
            </a:extLst>
          </p:cNvPr>
          <p:cNvSpPr/>
          <p:nvPr/>
        </p:nvSpPr>
        <p:spPr>
          <a:xfrm>
            <a:off x="838200" y="2143125"/>
            <a:ext cx="10020300" cy="584775"/>
          </a:xfrm>
          <a:prstGeom prst="rect">
            <a:avLst/>
          </a:prstGeom>
        </p:spPr>
        <p:txBody>
          <a:bodyPr wrap="square">
            <a:spAutoFit/>
          </a:bodyPr>
          <a:lstStyle/>
          <a:p>
            <a:r>
              <a:rPr lang="en-SG" sz="3200" dirty="0"/>
              <a:t>You can select and add themes through the following ways:</a:t>
            </a:r>
          </a:p>
        </p:txBody>
      </p:sp>
    </p:spTree>
    <p:extLst>
      <p:ext uri="{BB962C8B-B14F-4D97-AF65-F5344CB8AC3E}">
        <p14:creationId xmlns:p14="http://schemas.microsoft.com/office/powerpoint/2010/main" val="43891791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C36782-144C-40D8-BA5D-F3D7A3ABD4B3}"/>
              </a:ext>
            </a:extLst>
          </p:cNvPr>
          <p:cNvSpPr>
            <a:spLocks noGrp="1"/>
          </p:cNvSpPr>
          <p:nvPr>
            <p:ph type="title"/>
          </p:nvPr>
        </p:nvSpPr>
        <p:spPr>
          <a:xfrm>
            <a:off x="695325" y="18255"/>
            <a:ext cx="10515600" cy="1325563"/>
          </a:xfrm>
        </p:spPr>
        <p:txBody>
          <a:bodyPr/>
          <a:lstStyle/>
          <a:p>
            <a:r>
              <a:rPr lang="en-SG" dirty="0"/>
              <a:t>Theme for your Shopify Site</a:t>
            </a:r>
            <a:br>
              <a:rPr lang="en-SG" dirty="0"/>
            </a:br>
            <a:r>
              <a:rPr lang="en-SG" sz="3600" dirty="0">
                <a:solidFill>
                  <a:srgbClr val="0070C0"/>
                </a:solidFill>
              </a:rPr>
              <a:t>1 – Choosing and Adding Themes</a:t>
            </a:r>
          </a:p>
        </p:txBody>
      </p:sp>
      <p:sp>
        <p:nvSpPr>
          <p:cNvPr id="10" name="TextBox 9">
            <a:extLst>
              <a:ext uri="{FF2B5EF4-FFF2-40B4-BE49-F238E27FC236}">
                <a16:creationId xmlns:a16="http://schemas.microsoft.com/office/drawing/2014/main" id="{5A067FAB-98F9-40E2-AAA2-5E9E84374E7D}"/>
              </a:ext>
            </a:extLst>
          </p:cNvPr>
          <p:cNvSpPr txBox="1"/>
          <p:nvPr/>
        </p:nvSpPr>
        <p:spPr>
          <a:xfrm>
            <a:off x="8683268" y="1559690"/>
            <a:ext cx="3299182" cy="3046988"/>
          </a:xfrm>
          <a:prstGeom prst="rect">
            <a:avLst/>
          </a:prstGeom>
          <a:noFill/>
        </p:spPr>
        <p:txBody>
          <a:bodyPr wrap="square" rtlCol="0">
            <a:spAutoFit/>
          </a:bodyPr>
          <a:lstStyle/>
          <a:p>
            <a:r>
              <a:rPr lang="en-SG" sz="2400" dirty="0"/>
              <a:t>“Debut” is the default theme loaded for a new Shopify site. </a:t>
            </a:r>
          </a:p>
          <a:p>
            <a:endParaRPr lang="en-SG" sz="2400" dirty="0"/>
          </a:p>
          <a:p>
            <a:r>
              <a:rPr lang="en-SG" sz="2400" dirty="0"/>
              <a:t>But you can easily select and add the themes you like through 3 different ways.</a:t>
            </a:r>
          </a:p>
        </p:txBody>
      </p:sp>
      <p:grpSp>
        <p:nvGrpSpPr>
          <p:cNvPr id="21" name="Group 20">
            <a:extLst>
              <a:ext uri="{FF2B5EF4-FFF2-40B4-BE49-F238E27FC236}">
                <a16:creationId xmlns:a16="http://schemas.microsoft.com/office/drawing/2014/main" id="{392D63E2-643F-443C-9E4C-A2B11505F80F}"/>
              </a:ext>
            </a:extLst>
          </p:cNvPr>
          <p:cNvGrpSpPr/>
          <p:nvPr/>
        </p:nvGrpSpPr>
        <p:grpSpPr>
          <a:xfrm>
            <a:off x="981075" y="1451850"/>
            <a:ext cx="7629525" cy="4972050"/>
            <a:chOff x="981075" y="1451850"/>
            <a:chExt cx="7629525" cy="4972050"/>
          </a:xfrm>
        </p:grpSpPr>
        <p:pic>
          <p:nvPicPr>
            <p:cNvPr id="6" name="Picture 5">
              <a:extLst>
                <a:ext uri="{FF2B5EF4-FFF2-40B4-BE49-F238E27FC236}">
                  <a16:creationId xmlns:a16="http://schemas.microsoft.com/office/drawing/2014/main" id="{6CE78E69-6F4F-4114-B9D3-11F767476AE9}"/>
                </a:ext>
              </a:extLst>
            </p:cNvPr>
            <p:cNvPicPr>
              <a:picLocks noChangeAspect="1"/>
            </p:cNvPicPr>
            <p:nvPr/>
          </p:nvPicPr>
          <p:blipFill rotWithShape="1">
            <a:blip r:embed="rId2"/>
            <a:srcRect l="30333" t="22936" r="19333" b="16741"/>
            <a:stretch/>
          </p:blipFill>
          <p:spPr>
            <a:xfrm>
              <a:off x="981075" y="1451850"/>
              <a:ext cx="7375340" cy="4972050"/>
            </a:xfrm>
            <a:prstGeom prst="rect">
              <a:avLst/>
            </a:prstGeom>
          </p:spPr>
        </p:pic>
        <p:sp>
          <p:nvSpPr>
            <p:cNvPr id="5" name="Rectangle 4">
              <a:extLst>
                <a:ext uri="{FF2B5EF4-FFF2-40B4-BE49-F238E27FC236}">
                  <a16:creationId xmlns:a16="http://schemas.microsoft.com/office/drawing/2014/main" id="{2C645D22-734D-4AF0-BB47-9373654E2D54}"/>
                </a:ext>
              </a:extLst>
            </p:cNvPr>
            <p:cNvSpPr/>
            <p:nvPr/>
          </p:nvSpPr>
          <p:spPr>
            <a:xfrm>
              <a:off x="3701957" y="1559690"/>
              <a:ext cx="2603593" cy="857250"/>
            </a:xfrm>
            <a:prstGeom prst="rect">
              <a:avLst/>
            </a:prstGeom>
            <a:noFill/>
            <a:ln w="412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cxnSp>
          <p:nvCxnSpPr>
            <p:cNvPr id="7" name="Straight Arrow Connector 6">
              <a:extLst>
                <a:ext uri="{FF2B5EF4-FFF2-40B4-BE49-F238E27FC236}">
                  <a16:creationId xmlns:a16="http://schemas.microsoft.com/office/drawing/2014/main" id="{A1917669-3B92-4915-811D-DA324CDB0BAC}"/>
                </a:ext>
              </a:extLst>
            </p:cNvPr>
            <p:cNvCxnSpPr>
              <a:cxnSpLocks/>
            </p:cNvCxnSpPr>
            <p:nvPr/>
          </p:nvCxnSpPr>
          <p:spPr>
            <a:xfrm>
              <a:off x="6305550" y="2135257"/>
              <a:ext cx="2305050" cy="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1" name="Rectangle 10">
              <a:extLst>
                <a:ext uri="{FF2B5EF4-FFF2-40B4-BE49-F238E27FC236}">
                  <a16:creationId xmlns:a16="http://schemas.microsoft.com/office/drawing/2014/main" id="{340E6D89-1A28-4B1E-9DBE-DEB1766EAE07}"/>
                </a:ext>
              </a:extLst>
            </p:cNvPr>
            <p:cNvSpPr/>
            <p:nvPr/>
          </p:nvSpPr>
          <p:spPr>
            <a:xfrm>
              <a:off x="3701956" y="4548900"/>
              <a:ext cx="4537169" cy="857250"/>
            </a:xfrm>
            <a:prstGeom prst="rect">
              <a:avLst/>
            </a:prstGeom>
            <a:noFill/>
            <a:ln w="412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15" name="Rectangle 14">
              <a:extLst>
                <a:ext uri="{FF2B5EF4-FFF2-40B4-BE49-F238E27FC236}">
                  <a16:creationId xmlns:a16="http://schemas.microsoft.com/office/drawing/2014/main" id="{F180C32D-519D-4247-9BB1-12DE9A0E809A}"/>
                </a:ext>
              </a:extLst>
            </p:cNvPr>
            <p:cNvSpPr/>
            <p:nvPr/>
          </p:nvSpPr>
          <p:spPr>
            <a:xfrm>
              <a:off x="3701956" y="5518040"/>
              <a:ext cx="4537169" cy="857250"/>
            </a:xfrm>
            <a:prstGeom prst="rect">
              <a:avLst/>
            </a:prstGeom>
            <a:noFill/>
            <a:ln w="412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16" name="Rectangle 15">
              <a:extLst>
                <a:ext uri="{FF2B5EF4-FFF2-40B4-BE49-F238E27FC236}">
                  <a16:creationId xmlns:a16="http://schemas.microsoft.com/office/drawing/2014/main" id="{809974F8-3F07-41D4-B1E6-F0A41AC4E1FE}"/>
                </a:ext>
              </a:extLst>
            </p:cNvPr>
            <p:cNvSpPr/>
            <p:nvPr/>
          </p:nvSpPr>
          <p:spPr>
            <a:xfrm>
              <a:off x="981075" y="4660789"/>
              <a:ext cx="2603593" cy="1482835"/>
            </a:xfrm>
            <a:prstGeom prst="rect">
              <a:avLst/>
            </a:prstGeom>
            <a:noFill/>
            <a:ln w="412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18" name="TextBox 17">
              <a:extLst>
                <a:ext uri="{FF2B5EF4-FFF2-40B4-BE49-F238E27FC236}">
                  <a16:creationId xmlns:a16="http://schemas.microsoft.com/office/drawing/2014/main" id="{D08F9B07-5B64-4F92-932D-2AA11D42FD26}"/>
                </a:ext>
              </a:extLst>
            </p:cNvPr>
            <p:cNvSpPr txBox="1"/>
            <p:nvPr/>
          </p:nvSpPr>
          <p:spPr>
            <a:xfrm>
              <a:off x="2091827" y="4026570"/>
              <a:ext cx="413107" cy="707886"/>
            </a:xfrm>
            <a:prstGeom prst="rect">
              <a:avLst/>
            </a:prstGeom>
            <a:noFill/>
          </p:spPr>
          <p:txBody>
            <a:bodyPr wrap="square" rtlCol="0">
              <a:spAutoFit/>
            </a:bodyPr>
            <a:lstStyle/>
            <a:p>
              <a:r>
                <a:rPr lang="en-SG" sz="4000" dirty="0">
                  <a:solidFill>
                    <a:srgbClr val="FF0000"/>
                  </a:solidFill>
                </a:rPr>
                <a:t>1</a:t>
              </a:r>
            </a:p>
          </p:txBody>
        </p:sp>
        <p:sp>
          <p:nvSpPr>
            <p:cNvPr id="19" name="TextBox 18">
              <a:extLst>
                <a:ext uri="{FF2B5EF4-FFF2-40B4-BE49-F238E27FC236}">
                  <a16:creationId xmlns:a16="http://schemas.microsoft.com/office/drawing/2014/main" id="{5DBF050B-2BC4-4B6E-8331-6F0C27B370B9}"/>
                </a:ext>
              </a:extLst>
            </p:cNvPr>
            <p:cNvSpPr txBox="1"/>
            <p:nvPr/>
          </p:nvSpPr>
          <p:spPr>
            <a:xfrm>
              <a:off x="7050961" y="4437010"/>
              <a:ext cx="413107" cy="707886"/>
            </a:xfrm>
            <a:prstGeom prst="rect">
              <a:avLst/>
            </a:prstGeom>
            <a:noFill/>
          </p:spPr>
          <p:txBody>
            <a:bodyPr wrap="square" rtlCol="0">
              <a:spAutoFit/>
            </a:bodyPr>
            <a:lstStyle/>
            <a:p>
              <a:r>
                <a:rPr lang="en-SG" sz="4000" dirty="0">
                  <a:solidFill>
                    <a:srgbClr val="FF0000"/>
                  </a:solidFill>
                </a:rPr>
                <a:t>2</a:t>
              </a:r>
            </a:p>
          </p:txBody>
        </p:sp>
        <p:sp>
          <p:nvSpPr>
            <p:cNvPr id="20" name="TextBox 19">
              <a:extLst>
                <a:ext uri="{FF2B5EF4-FFF2-40B4-BE49-F238E27FC236}">
                  <a16:creationId xmlns:a16="http://schemas.microsoft.com/office/drawing/2014/main" id="{2645D3DB-7D0A-4BD6-B84E-C5286C048138}"/>
                </a:ext>
              </a:extLst>
            </p:cNvPr>
            <p:cNvSpPr txBox="1"/>
            <p:nvPr/>
          </p:nvSpPr>
          <p:spPr>
            <a:xfrm>
              <a:off x="7083068" y="5514182"/>
              <a:ext cx="413107" cy="707886"/>
            </a:xfrm>
            <a:prstGeom prst="rect">
              <a:avLst/>
            </a:prstGeom>
            <a:noFill/>
          </p:spPr>
          <p:txBody>
            <a:bodyPr wrap="square" rtlCol="0">
              <a:spAutoFit/>
            </a:bodyPr>
            <a:lstStyle/>
            <a:p>
              <a:r>
                <a:rPr lang="en-SG" sz="4000" dirty="0">
                  <a:solidFill>
                    <a:srgbClr val="FF0000"/>
                  </a:solidFill>
                </a:rPr>
                <a:t>3</a:t>
              </a:r>
            </a:p>
          </p:txBody>
        </p:sp>
      </p:grpSp>
    </p:spTree>
    <p:extLst>
      <p:ext uri="{BB962C8B-B14F-4D97-AF65-F5344CB8AC3E}">
        <p14:creationId xmlns:p14="http://schemas.microsoft.com/office/powerpoint/2010/main" val="420488443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C36782-144C-40D8-BA5D-F3D7A3ABD4B3}"/>
              </a:ext>
            </a:extLst>
          </p:cNvPr>
          <p:cNvSpPr>
            <a:spLocks noGrp="1"/>
          </p:cNvSpPr>
          <p:nvPr>
            <p:ph type="title"/>
          </p:nvPr>
        </p:nvSpPr>
        <p:spPr>
          <a:xfrm>
            <a:off x="695325" y="18255"/>
            <a:ext cx="10515600" cy="1325563"/>
          </a:xfrm>
        </p:spPr>
        <p:txBody>
          <a:bodyPr/>
          <a:lstStyle/>
          <a:p>
            <a:r>
              <a:rPr lang="en-SG" dirty="0"/>
              <a:t>Theme for your Shopify Site</a:t>
            </a:r>
            <a:br>
              <a:rPr lang="en-SG" dirty="0"/>
            </a:br>
            <a:r>
              <a:rPr lang="en-SG" sz="3600" dirty="0">
                <a:solidFill>
                  <a:srgbClr val="0070C0"/>
                </a:solidFill>
              </a:rPr>
              <a:t>1 – Choosing and Adding Themes</a:t>
            </a:r>
          </a:p>
        </p:txBody>
      </p:sp>
      <p:sp>
        <p:nvSpPr>
          <p:cNvPr id="3" name="TextBox 2">
            <a:extLst>
              <a:ext uri="{FF2B5EF4-FFF2-40B4-BE49-F238E27FC236}">
                <a16:creationId xmlns:a16="http://schemas.microsoft.com/office/drawing/2014/main" id="{D2E93CC2-7728-4236-B11C-9FABC44B32D4}"/>
              </a:ext>
            </a:extLst>
          </p:cNvPr>
          <p:cNvSpPr txBox="1"/>
          <p:nvPr/>
        </p:nvSpPr>
        <p:spPr>
          <a:xfrm>
            <a:off x="885825" y="1609725"/>
            <a:ext cx="10829925" cy="4893647"/>
          </a:xfrm>
          <a:prstGeom prst="rect">
            <a:avLst/>
          </a:prstGeom>
          <a:noFill/>
        </p:spPr>
        <p:txBody>
          <a:bodyPr wrap="square" rtlCol="0">
            <a:spAutoFit/>
          </a:bodyPr>
          <a:lstStyle/>
          <a:p>
            <a:r>
              <a:rPr lang="en-SG" sz="2400" dirty="0"/>
              <a:t>Upload a theme file from your computer</a:t>
            </a:r>
          </a:p>
          <a:p>
            <a:endParaRPr lang="en-SG" sz="2400" dirty="0"/>
          </a:p>
          <a:p>
            <a:r>
              <a:rPr lang="en-SG" sz="2400" dirty="0"/>
              <a:t>If you have a theme in a .zip file on your computer, you can upload it to the Theme page in the admin screen</a:t>
            </a:r>
          </a:p>
          <a:p>
            <a:endParaRPr lang="en-SG" sz="2400" dirty="0"/>
          </a:p>
          <a:p>
            <a:r>
              <a:rPr lang="en-SG" sz="2400" dirty="0"/>
              <a:t>Before you upload, make sure that your theme files are compressed into a single .zip file</a:t>
            </a:r>
          </a:p>
          <a:p>
            <a:endParaRPr lang="en-SG" sz="2400" dirty="0"/>
          </a:p>
          <a:p>
            <a:pPr marL="457200" indent="-457200">
              <a:buAutoNum type="arabicPeriod"/>
            </a:pPr>
            <a:r>
              <a:rPr lang="en-SG" sz="2400" dirty="0"/>
              <a:t>From your Shopify admin go to </a:t>
            </a:r>
            <a:r>
              <a:rPr lang="en-SG" sz="2400" b="1" dirty="0"/>
              <a:t>Online Store </a:t>
            </a:r>
            <a:r>
              <a:rPr lang="en-SG" sz="2400" dirty="0"/>
              <a:t>&gt; </a:t>
            </a:r>
            <a:r>
              <a:rPr lang="en-SG" sz="2400" b="1" dirty="0"/>
              <a:t>Themes</a:t>
            </a:r>
            <a:r>
              <a:rPr lang="en-SG" sz="2400" dirty="0"/>
              <a:t>.</a:t>
            </a:r>
          </a:p>
          <a:p>
            <a:pPr marL="457200" indent="-457200">
              <a:buAutoNum type="arabicPeriod"/>
            </a:pPr>
            <a:r>
              <a:rPr lang="en-SG" sz="2400" dirty="0"/>
              <a:t>In the </a:t>
            </a:r>
            <a:r>
              <a:rPr lang="en-SG" sz="2400" b="1" dirty="0"/>
              <a:t>Theme library </a:t>
            </a:r>
            <a:r>
              <a:rPr lang="en-SG" sz="2400" dirty="0"/>
              <a:t>section, click the </a:t>
            </a:r>
            <a:r>
              <a:rPr lang="en-SG" sz="2400" b="1" dirty="0"/>
              <a:t>Upload Theme</a:t>
            </a:r>
            <a:r>
              <a:rPr lang="en-SG" sz="2400" dirty="0"/>
              <a:t>.</a:t>
            </a:r>
            <a:endParaRPr lang="en-SG" sz="2400" b="1" dirty="0"/>
          </a:p>
          <a:p>
            <a:pPr marL="457200" indent="-457200">
              <a:buAutoNum type="arabicPeriod"/>
            </a:pPr>
            <a:r>
              <a:rPr lang="en-SG" sz="2400" dirty="0"/>
              <a:t>From the </a:t>
            </a:r>
            <a:r>
              <a:rPr lang="en-SG" sz="2400" b="1" dirty="0"/>
              <a:t>Upload theme </a:t>
            </a:r>
            <a:r>
              <a:rPr lang="en-SG" sz="2400" dirty="0"/>
              <a:t>window, click </a:t>
            </a:r>
            <a:r>
              <a:rPr lang="en-SG" sz="2400" b="1" dirty="0"/>
              <a:t>Choose File </a:t>
            </a:r>
            <a:r>
              <a:rPr lang="en-SG" sz="2400" dirty="0"/>
              <a:t>to select the .zip file that you wan to upload.</a:t>
            </a:r>
          </a:p>
          <a:p>
            <a:pPr marL="457200" indent="-457200">
              <a:buAutoNum type="arabicPeriod"/>
            </a:pPr>
            <a:r>
              <a:rPr lang="en-SG" sz="2400" dirty="0"/>
              <a:t>Click </a:t>
            </a:r>
            <a:r>
              <a:rPr lang="en-SG" sz="2400" b="1" dirty="0"/>
              <a:t>Upload</a:t>
            </a:r>
            <a:r>
              <a:rPr lang="en-SG" sz="2400" dirty="0"/>
              <a:t>. The theme will be added to the Themes page of your admin.</a:t>
            </a:r>
          </a:p>
        </p:txBody>
      </p:sp>
    </p:spTree>
    <p:extLst>
      <p:ext uri="{BB962C8B-B14F-4D97-AF65-F5344CB8AC3E}">
        <p14:creationId xmlns:p14="http://schemas.microsoft.com/office/powerpoint/2010/main" val="154361765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C36782-144C-40D8-BA5D-F3D7A3ABD4B3}"/>
              </a:ext>
            </a:extLst>
          </p:cNvPr>
          <p:cNvSpPr>
            <a:spLocks noGrp="1"/>
          </p:cNvSpPr>
          <p:nvPr>
            <p:ph type="title"/>
          </p:nvPr>
        </p:nvSpPr>
        <p:spPr>
          <a:xfrm>
            <a:off x="695325" y="18255"/>
            <a:ext cx="10515600" cy="1325563"/>
          </a:xfrm>
        </p:spPr>
        <p:txBody>
          <a:bodyPr/>
          <a:lstStyle/>
          <a:p>
            <a:r>
              <a:rPr lang="en-SG" dirty="0"/>
              <a:t>Theme for your Shopify Site</a:t>
            </a:r>
            <a:br>
              <a:rPr lang="en-SG" dirty="0"/>
            </a:br>
            <a:r>
              <a:rPr lang="en-SG" sz="3600" dirty="0">
                <a:solidFill>
                  <a:srgbClr val="0070C0"/>
                </a:solidFill>
              </a:rPr>
              <a:t>1 – Choosing and Adding Themes</a:t>
            </a:r>
          </a:p>
        </p:txBody>
      </p:sp>
      <p:pic>
        <p:nvPicPr>
          <p:cNvPr id="3" name="Picture 2">
            <a:extLst>
              <a:ext uri="{FF2B5EF4-FFF2-40B4-BE49-F238E27FC236}">
                <a16:creationId xmlns:a16="http://schemas.microsoft.com/office/drawing/2014/main" id="{3C452821-8717-464C-BF9D-EC3AC9322FB9}"/>
              </a:ext>
            </a:extLst>
          </p:cNvPr>
          <p:cNvPicPr>
            <a:picLocks noChangeAspect="1"/>
          </p:cNvPicPr>
          <p:nvPr/>
        </p:nvPicPr>
        <p:blipFill rotWithShape="1">
          <a:blip r:embed="rId2"/>
          <a:srcRect l="18750" t="14519" r="21172" b="10833"/>
          <a:stretch/>
        </p:blipFill>
        <p:spPr>
          <a:xfrm>
            <a:off x="847725" y="1343818"/>
            <a:ext cx="7743824" cy="5412284"/>
          </a:xfrm>
          <a:prstGeom prst="rect">
            <a:avLst/>
          </a:prstGeom>
        </p:spPr>
      </p:pic>
      <p:sp>
        <p:nvSpPr>
          <p:cNvPr id="9" name="TextBox 8">
            <a:extLst>
              <a:ext uri="{FF2B5EF4-FFF2-40B4-BE49-F238E27FC236}">
                <a16:creationId xmlns:a16="http://schemas.microsoft.com/office/drawing/2014/main" id="{6494EDD5-FAE3-4607-BB1F-3A18521F5B67}"/>
              </a:ext>
            </a:extLst>
          </p:cNvPr>
          <p:cNvSpPr txBox="1"/>
          <p:nvPr/>
        </p:nvSpPr>
        <p:spPr>
          <a:xfrm>
            <a:off x="8915398" y="1600200"/>
            <a:ext cx="2952751" cy="4524315"/>
          </a:xfrm>
          <a:prstGeom prst="rect">
            <a:avLst/>
          </a:prstGeom>
          <a:noFill/>
        </p:spPr>
        <p:txBody>
          <a:bodyPr wrap="square" rtlCol="0">
            <a:spAutoFit/>
          </a:bodyPr>
          <a:lstStyle/>
          <a:p>
            <a:r>
              <a:rPr lang="en-SG" sz="2400" dirty="0"/>
              <a:t>Shopify provides a few free themes which you can choose from. </a:t>
            </a:r>
          </a:p>
          <a:p>
            <a:endParaRPr lang="en-SG" sz="2400" dirty="0"/>
          </a:p>
          <a:p>
            <a:r>
              <a:rPr lang="en-SG" sz="2400" dirty="0"/>
              <a:t>These themes should be in-line with your design goals or match with the products/services you are offering in your Shopify site.</a:t>
            </a:r>
          </a:p>
        </p:txBody>
      </p:sp>
    </p:spTree>
    <p:extLst>
      <p:ext uri="{BB962C8B-B14F-4D97-AF65-F5344CB8AC3E}">
        <p14:creationId xmlns:p14="http://schemas.microsoft.com/office/powerpoint/2010/main" val="190225324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C36782-144C-40D8-BA5D-F3D7A3ABD4B3}"/>
              </a:ext>
            </a:extLst>
          </p:cNvPr>
          <p:cNvSpPr>
            <a:spLocks noGrp="1"/>
          </p:cNvSpPr>
          <p:nvPr>
            <p:ph type="title"/>
          </p:nvPr>
        </p:nvSpPr>
        <p:spPr>
          <a:xfrm>
            <a:off x="695325" y="18255"/>
            <a:ext cx="10515600" cy="1325563"/>
          </a:xfrm>
        </p:spPr>
        <p:txBody>
          <a:bodyPr/>
          <a:lstStyle/>
          <a:p>
            <a:r>
              <a:rPr lang="en-SG" dirty="0"/>
              <a:t>Theme for your Shopify Site</a:t>
            </a:r>
            <a:br>
              <a:rPr lang="en-SG" dirty="0"/>
            </a:br>
            <a:r>
              <a:rPr lang="en-SG" sz="3600" dirty="0">
                <a:solidFill>
                  <a:srgbClr val="0070C0"/>
                </a:solidFill>
              </a:rPr>
              <a:t>1 – Choosing and Adding Themes</a:t>
            </a:r>
          </a:p>
        </p:txBody>
      </p:sp>
      <p:pic>
        <p:nvPicPr>
          <p:cNvPr id="4" name="Picture 3">
            <a:extLst>
              <a:ext uri="{FF2B5EF4-FFF2-40B4-BE49-F238E27FC236}">
                <a16:creationId xmlns:a16="http://schemas.microsoft.com/office/drawing/2014/main" id="{35C851AF-FEDD-4C5F-A1A4-44C9BFE23F0C}"/>
              </a:ext>
            </a:extLst>
          </p:cNvPr>
          <p:cNvPicPr>
            <a:picLocks noChangeAspect="1"/>
          </p:cNvPicPr>
          <p:nvPr/>
        </p:nvPicPr>
        <p:blipFill rotWithShape="1">
          <a:blip r:embed="rId2"/>
          <a:srcRect l="25917" t="21481" r="12000" b="22518"/>
          <a:stretch/>
        </p:blipFill>
        <p:spPr>
          <a:xfrm>
            <a:off x="1309686" y="1343818"/>
            <a:ext cx="9848850" cy="4997135"/>
          </a:xfrm>
          <a:prstGeom prst="rect">
            <a:avLst/>
          </a:prstGeom>
        </p:spPr>
      </p:pic>
      <p:sp>
        <p:nvSpPr>
          <p:cNvPr id="5" name="TextBox 4">
            <a:extLst>
              <a:ext uri="{FF2B5EF4-FFF2-40B4-BE49-F238E27FC236}">
                <a16:creationId xmlns:a16="http://schemas.microsoft.com/office/drawing/2014/main" id="{186EF3C1-8E46-47C8-A4DA-8C44F0DAC2B1}"/>
              </a:ext>
            </a:extLst>
          </p:cNvPr>
          <p:cNvSpPr txBox="1"/>
          <p:nvPr/>
        </p:nvSpPr>
        <p:spPr>
          <a:xfrm>
            <a:off x="1438273" y="6256022"/>
            <a:ext cx="9591675" cy="369332"/>
          </a:xfrm>
          <a:prstGeom prst="rect">
            <a:avLst/>
          </a:prstGeom>
          <a:solidFill>
            <a:schemeClr val="accent4">
              <a:lumMod val="60000"/>
              <a:lumOff val="40000"/>
            </a:schemeClr>
          </a:solidFill>
        </p:spPr>
        <p:txBody>
          <a:bodyPr wrap="square" rtlCol="0">
            <a:spAutoFit/>
          </a:bodyPr>
          <a:lstStyle/>
          <a:p>
            <a:r>
              <a:rPr lang="en-SG" dirty="0"/>
              <a:t>For a video tutorial on adding a free theme refer to the given link: </a:t>
            </a:r>
            <a:r>
              <a:rPr lang="en-SG" dirty="0">
                <a:hlinkClick r:id="rId3"/>
              </a:rPr>
              <a:t>https://youtu.be/aJZZPRBaWZQ</a:t>
            </a:r>
            <a:endParaRPr lang="en-SG" dirty="0"/>
          </a:p>
        </p:txBody>
      </p:sp>
    </p:spTree>
    <p:extLst>
      <p:ext uri="{BB962C8B-B14F-4D97-AF65-F5344CB8AC3E}">
        <p14:creationId xmlns:p14="http://schemas.microsoft.com/office/powerpoint/2010/main" val="357447456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C36782-144C-40D8-BA5D-F3D7A3ABD4B3}"/>
              </a:ext>
            </a:extLst>
          </p:cNvPr>
          <p:cNvSpPr>
            <a:spLocks noGrp="1"/>
          </p:cNvSpPr>
          <p:nvPr>
            <p:ph type="title"/>
          </p:nvPr>
        </p:nvSpPr>
        <p:spPr>
          <a:xfrm>
            <a:off x="695325" y="18255"/>
            <a:ext cx="10515600" cy="1325563"/>
          </a:xfrm>
        </p:spPr>
        <p:txBody>
          <a:bodyPr/>
          <a:lstStyle/>
          <a:p>
            <a:r>
              <a:rPr lang="en-SG" dirty="0"/>
              <a:t>Theme for your Shopify Site</a:t>
            </a:r>
            <a:br>
              <a:rPr lang="en-SG" dirty="0"/>
            </a:br>
            <a:r>
              <a:rPr lang="en-SG" sz="3600" dirty="0">
                <a:solidFill>
                  <a:srgbClr val="0070C0"/>
                </a:solidFill>
              </a:rPr>
              <a:t>1 – Choosing and Adding Themes</a:t>
            </a:r>
          </a:p>
        </p:txBody>
      </p:sp>
      <p:sp>
        <p:nvSpPr>
          <p:cNvPr id="9" name="TextBox 8">
            <a:extLst>
              <a:ext uri="{FF2B5EF4-FFF2-40B4-BE49-F238E27FC236}">
                <a16:creationId xmlns:a16="http://schemas.microsoft.com/office/drawing/2014/main" id="{6494EDD5-FAE3-4607-BB1F-3A18521F5B67}"/>
              </a:ext>
            </a:extLst>
          </p:cNvPr>
          <p:cNvSpPr txBox="1"/>
          <p:nvPr/>
        </p:nvSpPr>
        <p:spPr>
          <a:xfrm>
            <a:off x="8704383" y="3104971"/>
            <a:ext cx="3411418" cy="2369880"/>
          </a:xfrm>
          <a:prstGeom prst="rect">
            <a:avLst/>
          </a:prstGeom>
          <a:noFill/>
        </p:spPr>
        <p:txBody>
          <a:bodyPr wrap="square" rtlCol="0">
            <a:spAutoFit/>
          </a:bodyPr>
          <a:lstStyle/>
          <a:p>
            <a:r>
              <a:rPr lang="en-SG" sz="2000" dirty="0"/>
              <a:t>The themes from the </a:t>
            </a:r>
            <a:r>
              <a:rPr lang="en-SG" sz="2000" b="1" u="sng" dirty="0">
                <a:hlinkClick r:id="rId2" action="ppaction://hlinkfile"/>
              </a:rPr>
              <a:t>themes.shopify.com/themes </a:t>
            </a:r>
            <a:r>
              <a:rPr lang="en-SG" sz="2000" dirty="0"/>
              <a:t>requires you to purchase it in order to be applied on your Shopify site </a:t>
            </a:r>
          </a:p>
          <a:p>
            <a:endParaRPr lang="en-SG" sz="2400" dirty="0"/>
          </a:p>
          <a:p>
            <a:endParaRPr lang="en-SG" sz="2400" dirty="0"/>
          </a:p>
        </p:txBody>
      </p:sp>
      <p:pic>
        <p:nvPicPr>
          <p:cNvPr id="4" name="Picture 3">
            <a:extLst>
              <a:ext uri="{FF2B5EF4-FFF2-40B4-BE49-F238E27FC236}">
                <a16:creationId xmlns:a16="http://schemas.microsoft.com/office/drawing/2014/main" id="{AB83F961-CEFF-4936-B8E4-C7EBA05A670D}"/>
              </a:ext>
            </a:extLst>
          </p:cNvPr>
          <p:cNvPicPr>
            <a:picLocks noChangeAspect="1"/>
          </p:cNvPicPr>
          <p:nvPr/>
        </p:nvPicPr>
        <p:blipFill rotWithShape="1">
          <a:blip r:embed="rId3"/>
          <a:srcRect r="5703" b="4445"/>
          <a:stretch/>
        </p:blipFill>
        <p:spPr>
          <a:xfrm>
            <a:off x="695325" y="1819095"/>
            <a:ext cx="7904282" cy="4505505"/>
          </a:xfrm>
          <a:prstGeom prst="rect">
            <a:avLst/>
          </a:prstGeom>
        </p:spPr>
      </p:pic>
    </p:spTree>
    <p:extLst>
      <p:ext uri="{BB962C8B-B14F-4D97-AF65-F5344CB8AC3E}">
        <p14:creationId xmlns:p14="http://schemas.microsoft.com/office/powerpoint/2010/main" val="7101626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C36782-144C-40D8-BA5D-F3D7A3ABD4B3}"/>
              </a:ext>
            </a:extLst>
          </p:cNvPr>
          <p:cNvSpPr>
            <a:spLocks noGrp="1"/>
          </p:cNvSpPr>
          <p:nvPr>
            <p:ph type="title"/>
          </p:nvPr>
        </p:nvSpPr>
        <p:spPr>
          <a:xfrm>
            <a:off x="695325" y="18255"/>
            <a:ext cx="10515600" cy="1325563"/>
          </a:xfrm>
        </p:spPr>
        <p:txBody>
          <a:bodyPr/>
          <a:lstStyle/>
          <a:p>
            <a:r>
              <a:rPr lang="en-SG" dirty="0"/>
              <a:t>Theme for your Shopify Site</a:t>
            </a:r>
            <a:br>
              <a:rPr lang="en-SG" dirty="0"/>
            </a:br>
            <a:r>
              <a:rPr lang="en-SG" sz="3600" dirty="0">
                <a:solidFill>
                  <a:srgbClr val="0070C0"/>
                </a:solidFill>
              </a:rPr>
              <a:t>1 – Choosing and Adding Themes</a:t>
            </a:r>
          </a:p>
        </p:txBody>
      </p:sp>
      <p:pic>
        <p:nvPicPr>
          <p:cNvPr id="3" name="Picture 2">
            <a:extLst>
              <a:ext uri="{FF2B5EF4-FFF2-40B4-BE49-F238E27FC236}">
                <a16:creationId xmlns:a16="http://schemas.microsoft.com/office/drawing/2014/main" id="{6CB53207-DB7A-4297-B14C-E528A01F4464}"/>
              </a:ext>
            </a:extLst>
          </p:cNvPr>
          <p:cNvPicPr>
            <a:picLocks noChangeAspect="1"/>
          </p:cNvPicPr>
          <p:nvPr/>
        </p:nvPicPr>
        <p:blipFill rotWithShape="1">
          <a:blip r:embed="rId2"/>
          <a:srcRect l="26191" t="14815" r="14917" b="29777"/>
          <a:stretch/>
        </p:blipFill>
        <p:spPr>
          <a:xfrm>
            <a:off x="1276349" y="1343818"/>
            <a:ext cx="9867901" cy="4854214"/>
          </a:xfrm>
          <a:prstGeom prst="rect">
            <a:avLst/>
          </a:prstGeom>
        </p:spPr>
      </p:pic>
      <p:sp>
        <p:nvSpPr>
          <p:cNvPr id="6" name="TextBox 5">
            <a:extLst>
              <a:ext uri="{FF2B5EF4-FFF2-40B4-BE49-F238E27FC236}">
                <a16:creationId xmlns:a16="http://schemas.microsoft.com/office/drawing/2014/main" id="{D5522619-5EB4-4AB4-9272-8C57F5954308}"/>
              </a:ext>
            </a:extLst>
          </p:cNvPr>
          <p:cNvSpPr txBox="1"/>
          <p:nvPr/>
        </p:nvSpPr>
        <p:spPr>
          <a:xfrm>
            <a:off x="1438273" y="6256022"/>
            <a:ext cx="9591675" cy="369332"/>
          </a:xfrm>
          <a:prstGeom prst="rect">
            <a:avLst/>
          </a:prstGeom>
          <a:solidFill>
            <a:schemeClr val="accent4">
              <a:lumMod val="60000"/>
              <a:lumOff val="40000"/>
            </a:schemeClr>
          </a:solidFill>
        </p:spPr>
        <p:txBody>
          <a:bodyPr wrap="square" rtlCol="0">
            <a:spAutoFit/>
          </a:bodyPr>
          <a:lstStyle/>
          <a:p>
            <a:r>
              <a:rPr lang="en-SG" dirty="0"/>
              <a:t>For a video tutorial on adding a paid theme refer to the given link: </a:t>
            </a:r>
            <a:r>
              <a:rPr lang="en-SG" dirty="0">
                <a:hlinkClick r:id="rId3"/>
              </a:rPr>
              <a:t>https://youtu.be/bzFWbsm2ZU4</a:t>
            </a:r>
            <a:endParaRPr lang="en-SG" dirty="0"/>
          </a:p>
        </p:txBody>
      </p:sp>
    </p:spTree>
    <p:extLst>
      <p:ext uri="{BB962C8B-B14F-4D97-AF65-F5344CB8AC3E}">
        <p14:creationId xmlns:p14="http://schemas.microsoft.com/office/powerpoint/2010/main" val="420802764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AD339F-CD4B-4FCC-AADD-4449CCA42FB7}"/>
              </a:ext>
            </a:extLst>
          </p:cNvPr>
          <p:cNvSpPr>
            <a:spLocks noGrp="1"/>
          </p:cNvSpPr>
          <p:nvPr>
            <p:ph type="title"/>
          </p:nvPr>
        </p:nvSpPr>
        <p:spPr/>
        <p:txBody>
          <a:bodyPr/>
          <a:lstStyle/>
          <a:p>
            <a:r>
              <a:rPr lang="en-SG" dirty="0"/>
              <a:t>Activity 8.2</a:t>
            </a:r>
          </a:p>
        </p:txBody>
      </p:sp>
      <p:sp>
        <p:nvSpPr>
          <p:cNvPr id="3" name="Content Placeholder 2">
            <a:extLst>
              <a:ext uri="{FF2B5EF4-FFF2-40B4-BE49-F238E27FC236}">
                <a16:creationId xmlns:a16="http://schemas.microsoft.com/office/drawing/2014/main" id="{1040C2EB-69A2-43FE-875B-BD02C0C4F430}"/>
              </a:ext>
            </a:extLst>
          </p:cNvPr>
          <p:cNvSpPr>
            <a:spLocks noGrp="1"/>
          </p:cNvSpPr>
          <p:nvPr>
            <p:ph idx="1"/>
          </p:nvPr>
        </p:nvSpPr>
        <p:spPr/>
        <p:txBody>
          <a:bodyPr/>
          <a:lstStyle/>
          <a:p>
            <a:r>
              <a:rPr lang="en-SG" dirty="0"/>
              <a:t>Refer to your book for Activity 8.2</a:t>
            </a:r>
          </a:p>
        </p:txBody>
      </p:sp>
    </p:spTree>
    <p:extLst>
      <p:ext uri="{BB962C8B-B14F-4D97-AF65-F5344CB8AC3E}">
        <p14:creationId xmlns:p14="http://schemas.microsoft.com/office/powerpoint/2010/main" val="423504981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C36782-144C-40D8-BA5D-F3D7A3ABD4B3}"/>
              </a:ext>
            </a:extLst>
          </p:cNvPr>
          <p:cNvSpPr>
            <a:spLocks noGrp="1"/>
          </p:cNvSpPr>
          <p:nvPr>
            <p:ph type="title"/>
          </p:nvPr>
        </p:nvSpPr>
        <p:spPr>
          <a:xfrm>
            <a:off x="695325" y="18255"/>
            <a:ext cx="10515600" cy="1325563"/>
          </a:xfrm>
        </p:spPr>
        <p:txBody>
          <a:bodyPr/>
          <a:lstStyle/>
          <a:p>
            <a:r>
              <a:rPr lang="en-SG" dirty="0"/>
              <a:t>Theme for your Shopify Site</a:t>
            </a:r>
            <a:br>
              <a:rPr lang="en-SG" dirty="0"/>
            </a:br>
            <a:r>
              <a:rPr lang="en-SG" sz="3600" dirty="0">
                <a:solidFill>
                  <a:srgbClr val="0070C0"/>
                </a:solidFill>
              </a:rPr>
              <a:t>2 – Customizing the Added Theme</a:t>
            </a:r>
          </a:p>
        </p:txBody>
      </p:sp>
      <p:pic>
        <p:nvPicPr>
          <p:cNvPr id="5" name="Picture 4">
            <a:extLst>
              <a:ext uri="{FF2B5EF4-FFF2-40B4-BE49-F238E27FC236}">
                <a16:creationId xmlns:a16="http://schemas.microsoft.com/office/drawing/2014/main" id="{32C90FFB-E83A-4FC1-A4F2-5953820860E9}"/>
              </a:ext>
            </a:extLst>
          </p:cNvPr>
          <p:cNvPicPr>
            <a:picLocks noChangeAspect="1"/>
          </p:cNvPicPr>
          <p:nvPr/>
        </p:nvPicPr>
        <p:blipFill rotWithShape="1">
          <a:blip r:embed="rId2"/>
          <a:srcRect l="25500" t="35407" r="14167" b="29333"/>
          <a:stretch/>
        </p:blipFill>
        <p:spPr>
          <a:xfrm>
            <a:off x="1224301" y="1731010"/>
            <a:ext cx="9743398" cy="3202940"/>
          </a:xfrm>
          <a:prstGeom prst="rect">
            <a:avLst/>
          </a:prstGeom>
        </p:spPr>
      </p:pic>
      <p:sp>
        <p:nvSpPr>
          <p:cNvPr id="7" name="Rectangle 6">
            <a:extLst>
              <a:ext uri="{FF2B5EF4-FFF2-40B4-BE49-F238E27FC236}">
                <a16:creationId xmlns:a16="http://schemas.microsoft.com/office/drawing/2014/main" id="{1C842D43-D2F7-4D39-9976-74DA29039575}"/>
              </a:ext>
            </a:extLst>
          </p:cNvPr>
          <p:cNvSpPr/>
          <p:nvPr/>
        </p:nvSpPr>
        <p:spPr>
          <a:xfrm>
            <a:off x="8315325" y="3209925"/>
            <a:ext cx="1905000" cy="800100"/>
          </a:xfrm>
          <a:prstGeom prst="rect">
            <a:avLst/>
          </a:prstGeom>
          <a:noFill/>
          <a:ln w="412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cxnSp>
        <p:nvCxnSpPr>
          <p:cNvPr id="9" name="Straight Arrow Connector 8">
            <a:extLst>
              <a:ext uri="{FF2B5EF4-FFF2-40B4-BE49-F238E27FC236}">
                <a16:creationId xmlns:a16="http://schemas.microsoft.com/office/drawing/2014/main" id="{A7F080D6-3DB1-4C17-98B1-55CC0F60E9DD}"/>
              </a:ext>
            </a:extLst>
          </p:cNvPr>
          <p:cNvCxnSpPr>
            <a:cxnSpLocks/>
          </p:cNvCxnSpPr>
          <p:nvPr/>
        </p:nvCxnSpPr>
        <p:spPr>
          <a:xfrm flipH="1">
            <a:off x="7366571" y="4010025"/>
            <a:ext cx="1551400" cy="1198973"/>
          </a:xfrm>
          <a:prstGeom prst="straightConnector1">
            <a:avLst/>
          </a:prstGeom>
          <a:ln w="317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CA49F08A-5D0C-4812-849E-2B156D2C1DDB}"/>
              </a:ext>
            </a:extLst>
          </p:cNvPr>
          <p:cNvSpPr txBox="1"/>
          <p:nvPr/>
        </p:nvSpPr>
        <p:spPr>
          <a:xfrm>
            <a:off x="1017142" y="5224268"/>
            <a:ext cx="10515600" cy="1569660"/>
          </a:xfrm>
          <a:prstGeom prst="rect">
            <a:avLst/>
          </a:prstGeom>
          <a:noFill/>
        </p:spPr>
        <p:txBody>
          <a:bodyPr wrap="square" rtlCol="0">
            <a:spAutoFit/>
          </a:bodyPr>
          <a:lstStyle/>
          <a:p>
            <a:r>
              <a:rPr lang="en-SG" sz="2400" dirty="0"/>
              <a:t>It is advisable that before customizing your theme, you either </a:t>
            </a:r>
            <a:r>
              <a:rPr lang="en-SG" sz="2400" b="1" u="sng" dirty="0"/>
              <a:t>duplicate</a:t>
            </a:r>
            <a:r>
              <a:rPr lang="en-SG" sz="2400" dirty="0"/>
              <a:t> your current theme or </a:t>
            </a:r>
            <a:r>
              <a:rPr lang="en-SG" sz="2400" b="1" u="sng" dirty="0"/>
              <a:t>download</a:t>
            </a:r>
            <a:r>
              <a:rPr lang="en-SG" sz="2400" dirty="0"/>
              <a:t> the theme file for back-up purposes. So, in the event that there are errors and/or wrongly edited you can easily revert it back to the original theme before customization.</a:t>
            </a:r>
          </a:p>
        </p:txBody>
      </p:sp>
    </p:spTree>
    <p:extLst>
      <p:ext uri="{BB962C8B-B14F-4D97-AF65-F5344CB8AC3E}">
        <p14:creationId xmlns:p14="http://schemas.microsoft.com/office/powerpoint/2010/main" val="135284080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C36782-144C-40D8-BA5D-F3D7A3ABD4B3}"/>
              </a:ext>
            </a:extLst>
          </p:cNvPr>
          <p:cNvSpPr>
            <a:spLocks noGrp="1"/>
          </p:cNvSpPr>
          <p:nvPr>
            <p:ph type="title"/>
          </p:nvPr>
        </p:nvSpPr>
        <p:spPr>
          <a:xfrm>
            <a:off x="695325" y="18255"/>
            <a:ext cx="10515600" cy="1325563"/>
          </a:xfrm>
        </p:spPr>
        <p:txBody>
          <a:bodyPr/>
          <a:lstStyle/>
          <a:p>
            <a:r>
              <a:rPr lang="en-SG" dirty="0"/>
              <a:t>Theme for your Shopify Site</a:t>
            </a:r>
            <a:br>
              <a:rPr lang="en-SG" dirty="0"/>
            </a:br>
            <a:r>
              <a:rPr lang="en-SG" sz="3600" dirty="0">
                <a:solidFill>
                  <a:srgbClr val="0070C0"/>
                </a:solidFill>
              </a:rPr>
              <a:t>2 – Customizing the Added Theme</a:t>
            </a:r>
          </a:p>
        </p:txBody>
      </p:sp>
      <p:pic>
        <p:nvPicPr>
          <p:cNvPr id="5" name="Picture 4">
            <a:extLst>
              <a:ext uri="{FF2B5EF4-FFF2-40B4-BE49-F238E27FC236}">
                <a16:creationId xmlns:a16="http://schemas.microsoft.com/office/drawing/2014/main" id="{32C90FFB-E83A-4FC1-A4F2-5953820860E9}"/>
              </a:ext>
            </a:extLst>
          </p:cNvPr>
          <p:cNvPicPr>
            <a:picLocks noChangeAspect="1"/>
          </p:cNvPicPr>
          <p:nvPr/>
        </p:nvPicPr>
        <p:blipFill rotWithShape="1">
          <a:blip r:embed="rId2"/>
          <a:srcRect l="25500" t="35407" r="14167" b="29333"/>
          <a:stretch/>
        </p:blipFill>
        <p:spPr>
          <a:xfrm>
            <a:off x="1224301" y="1731010"/>
            <a:ext cx="9743398" cy="3202940"/>
          </a:xfrm>
          <a:prstGeom prst="rect">
            <a:avLst/>
          </a:prstGeom>
        </p:spPr>
      </p:pic>
      <p:sp>
        <p:nvSpPr>
          <p:cNvPr id="7" name="Rectangle 6">
            <a:extLst>
              <a:ext uri="{FF2B5EF4-FFF2-40B4-BE49-F238E27FC236}">
                <a16:creationId xmlns:a16="http://schemas.microsoft.com/office/drawing/2014/main" id="{1C842D43-D2F7-4D39-9976-74DA29039575}"/>
              </a:ext>
            </a:extLst>
          </p:cNvPr>
          <p:cNvSpPr/>
          <p:nvPr/>
        </p:nvSpPr>
        <p:spPr>
          <a:xfrm>
            <a:off x="9458325" y="1731010"/>
            <a:ext cx="1905000" cy="800100"/>
          </a:xfrm>
          <a:prstGeom prst="rect">
            <a:avLst/>
          </a:prstGeom>
          <a:noFill/>
          <a:ln w="412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cxnSp>
        <p:nvCxnSpPr>
          <p:cNvPr id="9" name="Straight Arrow Connector 8">
            <a:extLst>
              <a:ext uri="{FF2B5EF4-FFF2-40B4-BE49-F238E27FC236}">
                <a16:creationId xmlns:a16="http://schemas.microsoft.com/office/drawing/2014/main" id="{A7F080D6-3DB1-4C17-98B1-55CC0F60E9DD}"/>
              </a:ext>
            </a:extLst>
          </p:cNvPr>
          <p:cNvCxnSpPr>
            <a:cxnSpLocks/>
          </p:cNvCxnSpPr>
          <p:nvPr/>
        </p:nvCxnSpPr>
        <p:spPr>
          <a:xfrm flipH="1">
            <a:off x="7366571" y="2531110"/>
            <a:ext cx="2815654" cy="2677888"/>
          </a:xfrm>
          <a:prstGeom prst="straightConnector1">
            <a:avLst/>
          </a:prstGeom>
          <a:ln w="317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CA49F08A-5D0C-4812-849E-2B156D2C1DDB}"/>
              </a:ext>
            </a:extLst>
          </p:cNvPr>
          <p:cNvSpPr txBox="1"/>
          <p:nvPr/>
        </p:nvSpPr>
        <p:spPr>
          <a:xfrm>
            <a:off x="1343025" y="5272385"/>
            <a:ext cx="9820275" cy="1569660"/>
          </a:xfrm>
          <a:prstGeom prst="rect">
            <a:avLst/>
          </a:prstGeom>
          <a:noFill/>
        </p:spPr>
        <p:txBody>
          <a:bodyPr wrap="square" rtlCol="0">
            <a:spAutoFit/>
          </a:bodyPr>
          <a:lstStyle/>
          <a:p>
            <a:r>
              <a:rPr lang="en-SG" sz="2400" dirty="0"/>
              <a:t>To edit and customize the theme settings, click on the “Customize” button. This will allow you edit </a:t>
            </a:r>
            <a:r>
              <a:rPr lang="en-SG" sz="2400" b="1" u="sng" dirty="0"/>
              <a:t>theme sections</a:t>
            </a:r>
            <a:r>
              <a:rPr lang="en-SG" sz="2400" dirty="0"/>
              <a:t>, </a:t>
            </a:r>
            <a:r>
              <a:rPr lang="en-SG" sz="2400" b="1" u="sng" dirty="0"/>
              <a:t>theme settings</a:t>
            </a:r>
            <a:r>
              <a:rPr lang="en-SG" sz="2400" dirty="0"/>
              <a:t>, </a:t>
            </a:r>
            <a:r>
              <a:rPr lang="en-SG" sz="2400" b="1" u="sng" dirty="0"/>
              <a:t>home page</a:t>
            </a:r>
            <a:r>
              <a:rPr lang="en-SG" sz="2400" dirty="0"/>
              <a:t>, </a:t>
            </a:r>
            <a:r>
              <a:rPr lang="en-SG" sz="2400" b="1" u="sng" dirty="0"/>
              <a:t>password page</a:t>
            </a:r>
            <a:r>
              <a:rPr lang="en-SG" sz="2400" dirty="0"/>
              <a:t>, </a:t>
            </a:r>
            <a:r>
              <a:rPr lang="en-SG" sz="2400" b="1" u="sng" dirty="0"/>
              <a:t>product pages</a:t>
            </a:r>
            <a:r>
              <a:rPr lang="en-SG" sz="2400" dirty="0"/>
              <a:t>, </a:t>
            </a:r>
            <a:r>
              <a:rPr lang="en-SG" sz="2400" b="1" u="sng" dirty="0"/>
              <a:t>collection pages</a:t>
            </a:r>
            <a:r>
              <a:rPr lang="en-SG" sz="2400" dirty="0"/>
              <a:t>, </a:t>
            </a:r>
            <a:r>
              <a:rPr lang="en-SG" sz="2400" b="1" u="sng" dirty="0"/>
              <a:t>collection list</a:t>
            </a:r>
            <a:r>
              <a:rPr lang="en-SG" sz="2400" dirty="0"/>
              <a:t>, </a:t>
            </a:r>
            <a:r>
              <a:rPr lang="en-SG" sz="2400" b="1" u="sng" dirty="0"/>
              <a:t>Cart</a:t>
            </a:r>
            <a:r>
              <a:rPr lang="en-SG" sz="2400" dirty="0"/>
              <a:t> and the </a:t>
            </a:r>
            <a:r>
              <a:rPr lang="en-SG" sz="2400" b="1" u="sng" dirty="0"/>
              <a:t>error page (404 page)</a:t>
            </a:r>
          </a:p>
        </p:txBody>
      </p:sp>
    </p:spTree>
    <p:extLst>
      <p:ext uri="{BB962C8B-B14F-4D97-AF65-F5344CB8AC3E}">
        <p14:creationId xmlns:p14="http://schemas.microsoft.com/office/powerpoint/2010/main" val="53110367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5E039B6-CEB5-4DEE-968F-727B036B4280}"/>
              </a:ext>
            </a:extLst>
          </p:cNvPr>
          <p:cNvPicPr>
            <a:picLocks noChangeAspect="1"/>
          </p:cNvPicPr>
          <p:nvPr/>
        </p:nvPicPr>
        <p:blipFill rotWithShape="1">
          <a:blip r:embed="rId2"/>
          <a:srcRect l="-547" t="5416" r="69531" b="5833"/>
          <a:stretch/>
        </p:blipFill>
        <p:spPr>
          <a:xfrm>
            <a:off x="1700260" y="1267054"/>
            <a:ext cx="4167140" cy="5419496"/>
          </a:xfrm>
          <a:prstGeom prst="rect">
            <a:avLst/>
          </a:prstGeom>
        </p:spPr>
      </p:pic>
      <p:sp>
        <p:nvSpPr>
          <p:cNvPr id="2" name="Title 1">
            <a:extLst>
              <a:ext uri="{FF2B5EF4-FFF2-40B4-BE49-F238E27FC236}">
                <a16:creationId xmlns:a16="http://schemas.microsoft.com/office/drawing/2014/main" id="{58C36782-144C-40D8-BA5D-F3D7A3ABD4B3}"/>
              </a:ext>
            </a:extLst>
          </p:cNvPr>
          <p:cNvSpPr>
            <a:spLocks noGrp="1"/>
          </p:cNvSpPr>
          <p:nvPr>
            <p:ph type="title"/>
          </p:nvPr>
        </p:nvSpPr>
        <p:spPr>
          <a:xfrm>
            <a:off x="695325" y="18255"/>
            <a:ext cx="10515600" cy="1325563"/>
          </a:xfrm>
        </p:spPr>
        <p:txBody>
          <a:bodyPr/>
          <a:lstStyle/>
          <a:p>
            <a:r>
              <a:rPr lang="en-SG" dirty="0"/>
              <a:t>Theme for your Shopify Site</a:t>
            </a:r>
            <a:br>
              <a:rPr lang="en-SG" dirty="0"/>
            </a:br>
            <a:r>
              <a:rPr lang="en-SG" sz="3600" dirty="0">
                <a:solidFill>
                  <a:srgbClr val="0070C0"/>
                </a:solidFill>
              </a:rPr>
              <a:t>2 – Customizing the Added Theme</a:t>
            </a:r>
          </a:p>
        </p:txBody>
      </p:sp>
      <p:sp>
        <p:nvSpPr>
          <p:cNvPr id="7" name="Rectangle 6">
            <a:extLst>
              <a:ext uri="{FF2B5EF4-FFF2-40B4-BE49-F238E27FC236}">
                <a16:creationId xmlns:a16="http://schemas.microsoft.com/office/drawing/2014/main" id="{1C842D43-D2F7-4D39-9976-74DA29039575}"/>
              </a:ext>
            </a:extLst>
          </p:cNvPr>
          <p:cNvSpPr/>
          <p:nvPr/>
        </p:nvSpPr>
        <p:spPr>
          <a:xfrm>
            <a:off x="1700259" y="1514475"/>
            <a:ext cx="4167139" cy="800100"/>
          </a:xfrm>
          <a:prstGeom prst="rect">
            <a:avLst/>
          </a:prstGeom>
          <a:noFill/>
          <a:ln w="412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cxnSp>
        <p:nvCxnSpPr>
          <p:cNvPr id="8" name="Straight Arrow Connector 7">
            <a:extLst>
              <a:ext uri="{FF2B5EF4-FFF2-40B4-BE49-F238E27FC236}">
                <a16:creationId xmlns:a16="http://schemas.microsoft.com/office/drawing/2014/main" id="{DE4BD927-18A6-438A-9D1D-D502273FBE51}"/>
              </a:ext>
            </a:extLst>
          </p:cNvPr>
          <p:cNvCxnSpPr>
            <a:cxnSpLocks/>
          </p:cNvCxnSpPr>
          <p:nvPr/>
        </p:nvCxnSpPr>
        <p:spPr>
          <a:xfrm>
            <a:off x="5867398" y="1914525"/>
            <a:ext cx="1628777" cy="581025"/>
          </a:xfrm>
          <a:prstGeom prst="straightConnector1">
            <a:avLst/>
          </a:prstGeom>
          <a:ln w="317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26EAD289-B1BC-4D64-8764-0AC29619D9F5}"/>
              </a:ext>
            </a:extLst>
          </p:cNvPr>
          <p:cNvSpPr txBox="1"/>
          <p:nvPr/>
        </p:nvSpPr>
        <p:spPr>
          <a:xfrm>
            <a:off x="7619464" y="1776199"/>
            <a:ext cx="4167140" cy="4401205"/>
          </a:xfrm>
          <a:prstGeom prst="rect">
            <a:avLst/>
          </a:prstGeom>
          <a:noFill/>
        </p:spPr>
        <p:txBody>
          <a:bodyPr wrap="square" rtlCol="0">
            <a:spAutoFit/>
          </a:bodyPr>
          <a:lstStyle/>
          <a:p>
            <a:r>
              <a:rPr lang="en-SG" sz="2800" dirty="0"/>
              <a:t>In the customize theme admin page, you can edit all the pages in the Shopify site.</a:t>
            </a:r>
          </a:p>
          <a:p>
            <a:endParaRPr lang="en-SG" sz="2800" dirty="0"/>
          </a:p>
          <a:p>
            <a:r>
              <a:rPr lang="en-SG" sz="2800" dirty="0"/>
              <a:t>Just need to select the page and the go to the section and/or theme setting to customize each element of the page.</a:t>
            </a:r>
          </a:p>
        </p:txBody>
      </p:sp>
    </p:spTree>
    <p:extLst>
      <p:ext uri="{BB962C8B-B14F-4D97-AF65-F5344CB8AC3E}">
        <p14:creationId xmlns:p14="http://schemas.microsoft.com/office/powerpoint/2010/main" val="361186384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C36782-144C-40D8-BA5D-F3D7A3ABD4B3}"/>
              </a:ext>
            </a:extLst>
          </p:cNvPr>
          <p:cNvSpPr>
            <a:spLocks noGrp="1"/>
          </p:cNvSpPr>
          <p:nvPr>
            <p:ph type="title"/>
          </p:nvPr>
        </p:nvSpPr>
        <p:spPr>
          <a:xfrm>
            <a:off x="633681" y="285383"/>
            <a:ext cx="10515600" cy="1584514"/>
          </a:xfrm>
        </p:spPr>
        <p:txBody>
          <a:bodyPr>
            <a:normAutofit fontScale="90000"/>
          </a:bodyPr>
          <a:lstStyle/>
          <a:p>
            <a:r>
              <a:rPr lang="en-SG" dirty="0"/>
              <a:t>Theme for your Shopify Site</a:t>
            </a:r>
            <a:br>
              <a:rPr lang="en-SG" dirty="0"/>
            </a:br>
            <a:r>
              <a:rPr lang="en-SG" sz="3600" dirty="0">
                <a:solidFill>
                  <a:srgbClr val="0070C0"/>
                </a:solidFill>
              </a:rPr>
              <a:t>2 – Customizing the Added Theme</a:t>
            </a:r>
            <a:br>
              <a:rPr lang="en-SG" sz="3600" dirty="0">
                <a:solidFill>
                  <a:srgbClr val="0070C0"/>
                </a:solidFill>
              </a:rPr>
            </a:br>
            <a:r>
              <a:rPr lang="en-SG" sz="2700" u="sng" dirty="0">
                <a:solidFill>
                  <a:schemeClr val="accent4">
                    <a:lumMod val="50000"/>
                  </a:schemeClr>
                </a:solidFill>
              </a:rPr>
              <a:t>(Header Section- Logo and other elements)</a:t>
            </a:r>
            <a:br>
              <a:rPr lang="en-SG" sz="3600" dirty="0">
                <a:solidFill>
                  <a:srgbClr val="0070C0"/>
                </a:solidFill>
              </a:rPr>
            </a:br>
            <a:endParaRPr lang="en-SG" sz="3600" dirty="0">
              <a:solidFill>
                <a:srgbClr val="0070C0"/>
              </a:solidFill>
            </a:endParaRPr>
          </a:p>
        </p:txBody>
      </p:sp>
      <p:pic>
        <p:nvPicPr>
          <p:cNvPr id="3" name="Picture 2">
            <a:extLst>
              <a:ext uri="{FF2B5EF4-FFF2-40B4-BE49-F238E27FC236}">
                <a16:creationId xmlns:a16="http://schemas.microsoft.com/office/drawing/2014/main" id="{B02D4D6F-8629-4841-8F47-F29A0C67AFC0}"/>
              </a:ext>
            </a:extLst>
          </p:cNvPr>
          <p:cNvPicPr>
            <a:picLocks noChangeAspect="1"/>
          </p:cNvPicPr>
          <p:nvPr/>
        </p:nvPicPr>
        <p:blipFill rotWithShape="1">
          <a:blip r:embed="rId2"/>
          <a:srcRect t="9584" r="82656" b="17778"/>
          <a:stretch/>
        </p:blipFill>
        <p:spPr>
          <a:xfrm>
            <a:off x="816819" y="1581150"/>
            <a:ext cx="2195412" cy="5172076"/>
          </a:xfrm>
          <a:prstGeom prst="rect">
            <a:avLst/>
          </a:prstGeom>
        </p:spPr>
      </p:pic>
      <p:sp>
        <p:nvSpPr>
          <p:cNvPr id="5" name="Rectangle 4">
            <a:extLst>
              <a:ext uri="{FF2B5EF4-FFF2-40B4-BE49-F238E27FC236}">
                <a16:creationId xmlns:a16="http://schemas.microsoft.com/office/drawing/2014/main" id="{342C8A42-826F-44ED-A478-D00FBF31D03A}"/>
              </a:ext>
            </a:extLst>
          </p:cNvPr>
          <p:cNvSpPr/>
          <p:nvPr/>
        </p:nvSpPr>
        <p:spPr>
          <a:xfrm>
            <a:off x="704851" y="2009775"/>
            <a:ext cx="2438400" cy="3267075"/>
          </a:xfrm>
          <a:prstGeom prst="rect">
            <a:avLst/>
          </a:prstGeom>
          <a:noFill/>
          <a:ln w="317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6" name="TextBox 5">
            <a:extLst>
              <a:ext uri="{FF2B5EF4-FFF2-40B4-BE49-F238E27FC236}">
                <a16:creationId xmlns:a16="http://schemas.microsoft.com/office/drawing/2014/main" id="{D933E8E6-FD56-46E5-A710-BECE9AA6D52D}"/>
              </a:ext>
            </a:extLst>
          </p:cNvPr>
          <p:cNvSpPr txBox="1"/>
          <p:nvPr/>
        </p:nvSpPr>
        <p:spPr>
          <a:xfrm>
            <a:off x="3464935" y="1546731"/>
            <a:ext cx="4510355" cy="707886"/>
          </a:xfrm>
          <a:prstGeom prst="rect">
            <a:avLst/>
          </a:prstGeom>
          <a:noFill/>
        </p:spPr>
        <p:txBody>
          <a:bodyPr wrap="square" rtlCol="0">
            <a:spAutoFit/>
          </a:bodyPr>
          <a:lstStyle/>
          <a:p>
            <a:r>
              <a:rPr lang="en-SG" sz="2000" dirty="0"/>
              <a:t>You can click the “Select Image” button</a:t>
            </a:r>
          </a:p>
          <a:p>
            <a:r>
              <a:rPr lang="en-SG" sz="2000" dirty="0"/>
              <a:t>to upload a logo image.</a:t>
            </a:r>
          </a:p>
        </p:txBody>
      </p:sp>
      <p:cxnSp>
        <p:nvCxnSpPr>
          <p:cNvPr id="10" name="Straight Arrow Connector 9">
            <a:extLst>
              <a:ext uri="{FF2B5EF4-FFF2-40B4-BE49-F238E27FC236}">
                <a16:creationId xmlns:a16="http://schemas.microsoft.com/office/drawing/2014/main" id="{67498445-B8C4-43FB-B7A6-81DAF03954E4}"/>
              </a:ext>
            </a:extLst>
          </p:cNvPr>
          <p:cNvCxnSpPr>
            <a:cxnSpLocks/>
          </p:cNvCxnSpPr>
          <p:nvPr/>
        </p:nvCxnSpPr>
        <p:spPr>
          <a:xfrm flipV="1">
            <a:off x="2332234" y="2009775"/>
            <a:ext cx="1132701" cy="1904679"/>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pic>
        <p:nvPicPr>
          <p:cNvPr id="14" name="Picture 13">
            <a:extLst>
              <a:ext uri="{FF2B5EF4-FFF2-40B4-BE49-F238E27FC236}">
                <a16:creationId xmlns:a16="http://schemas.microsoft.com/office/drawing/2014/main" id="{BFE01F34-05C5-4BD9-A751-F2EAB2324168}"/>
              </a:ext>
            </a:extLst>
          </p:cNvPr>
          <p:cNvPicPr>
            <a:picLocks noChangeAspect="1"/>
          </p:cNvPicPr>
          <p:nvPr/>
        </p:nvPicPr>
        <p:blipFill rotWithShape="1">
          <a:blip r:embed="rId3"/>
          <a:srcRect t="8029" r="81993" b="16554"/>
          <a:stretch/>
        </p:blipFill>
        <p:spPr>
          <a:xfrm>
            <a:off x="4873005" y="2308713"/>
            <a:ext cx="2785095" cy="4444513"/>
          </a:xfrm>
          <a:prstGeom prst="rect">
            <a:avLst/>
          </a:prstGeom>
        </p:spPr>
      </p:pic>
      <p:sp>
        <p:nvSpPr>
          <p:cNvPr id="16" name="Rectangle 15">
            <a:extLst>
              <a:ext uri="{FF2B5EF4-FFF2-40B4-BE49-F238E27FC236}">
                <a16:creationId xmlns:a16="http://schemas.microsoft.com/office/drawing/2014/main" id="{5C5939B8-F4E7-457F-A187-B5B30D9E6C0F}"/>
              </a:ext>
            </a:extLst>
          </p:cNvPr>
          <p:cNvSpPr/>
          <p:nvPr/>
        </p:nvSpPr>
        <p:spPr>
          <a:xfrm>
            <a:off x="4970826" y="3019425"/>
            <a:ext cx="2592024" cy="3638550"/>
          </a:xfrm>
          <a:prstGeom prst="rect">
            <a:avLst/>
          </a:prstGeom>
          <a:noFill/>
          <a:ln w="317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cxnSp>
        <p:nvCxnSpPr>
          <p:cNvPr id="18" name="Straight Arrow Connector 17">
            <a:extLst>
              <a:ext uri="{FF2B5EF4-FFF2-40B4-BE49-F238E27FC236}">
                <a16:creationId xmlns:a16="http://schemas.microsoft.com/office/drawing/2014/main" id="{5AD55526-0537-45E8-8F11-A43406BC3113}"/>
              </a:ext>
            </a:extLst>
          </p:cNvPr>
          <p:cNvCxnSpPr>
            <a:stCxn id="14" idx="3"/>
          </p:cNvCxnSpPr>
          <p:nvPr/>
        </p:nvCxnSpPr>
        <p:spPr>
          <a:xfrm flipV="1">
            <a:off x="7658100" y="4524375"/>
            <a:ext cx="1181100" cy="6595"/>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AB3E83EE-B866-485A-82F6-28A4AD00A543}"/>
              </a:ext>
            </a:extLst>
          </p:cNvPr>
          <p:cNvSpPr txBox="1"/>
          <p:nvPr/>
        </p:nvSpPr>
        <p:spPr>
          <a:xfrm>
            <a:off x="9066170" y="2102094"/>
            <a:ext cx="2499346" cy="4708981"/>
          </a:xfrm>
          <a:prstGeom prst="rect">
            <a:avLst/>
          </a:prstGeom>
          <a:noFill/>
        </p:spPr>
        <p:txBody>
          <a:bodyPr wrap="square" rtlCol="0">
            <a:spAutoFit/>
          </a:bodyPr>
          <a:lstStyle/>
          <a:p>
            <a:r>
              <a:rPr lang="en-SG" sz="2000" dirty="0"/>
              <a:t>If you don’t want to display the logo in the “Main Menu”, you can opt to remove.</a:t>
            </a:r>
          </a:p>
          <a:p>
            <a:endParaRPr lang="en-SG" sz="2000" dirty="0"/>
          </a:p>
          <a:p>
            <a:r>
              <a:rPr lang="en-SG" sz="2000" dirty="0"/>
              <a:t>If you want to show an announcement bar with a corresponding text then just tick the “Show Announcement” checkbox. You can customize the color and the text announcement</a:t>
            </a:r>
          </a:p>
        </p:txBody>
      </p:sp>
    </p:spTree>
    <p:extLst>
      <p:ext uri="{BB962C8B-B14F-4D97-AF65-F5344CB8AC3E}">
        <p14:creationId xmlns:p14="http://schemas.microsoft.com/office/powerpoint/2010/main" val="308083675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463AB20-A778-4A1E-A7DE-F792A076998C}"/>
              </a:ext>
            </a:extLst>
          </p:cNvPr>
          <p:cNvPicPr>
            <a:picLocks noChangeAspect="1"/>
          </p:cNvPicPr>
          <p:nvPr/>
        </p:nvPicPr>
        <p:blipFill rotWithShape="1">
          <a:blip r:embed="rId2"/>
          <a:srcRect t="9167" b="9583"/>
          <a:stretch/>
        </p:blipFill>
        <p:spPr>
          <a:xfrm>
            <a:off x="786080" y="1570175"/>
            <a:ext cx="10945517" cy="5002442"/>
          </a:xfrm>
          <a:prstGeom prst="rect">
            <a:avLst/>
          </a:prstGeom>
        </p:spPr>
      </p:pic>
      <p:sp>
        <p:nvSpPr>
          <p:cNvPr id="2" name="Title 1">
            <a:extLst>
              <a:ext uri="{FF2B5EF4-FFF2-40B4-BE49-F238E27FC236}">
                <a16:creationId xmlns:a16="http://schemas.microsoft.com/office/drawing/2014/main" id="{58C36782-144C-40D8-BA5D-F3D7A3ABD4B3}"/>
              </a:ext>
            </a:extLst>
          </p:cNvPr>
          <p:cNvSpPr>
            <a:spLocks noGrp="1"/>
          </p:cNvSpPr>
          <p:nvPr>
            <p:ph type="title"/>
          </p:nvPr>
        </p:nvSpPr>
        <p:spPr>
          <a:xfrm>
            <a:off x="633681" y="285383"/>
            <a:ext cx="10515600" cy="1584514"/>
          </a:xfrm>
        </p:spPr>
        <p:txBody>
          <a:bodyPr>
            <a:normAutofit fontScale="90000"/>
          </a:bodyPr>
          <a:lstStyle/>
          <a:p>
            <a:r>
              <a:rPr lang="en-SG" dirty="0"/>
              <a:t>Theme for your Shopify Site</a:t>
            </a:r>
            <a:br>
              <a:rPr lang="en-SG" dirty="0"/>
            </a:br>
            <a:r>
              <a:rPr lang="en-SG" sz="3600" dirty="0">
                <a:solidFill>
                  <a:srgbClr val="0070C0"/>
                </a:solidFill>
              </a:rPr>
              <a:t>2 – Customizing the Added Theme</a:t>
            </a:r>
            <a:br>
              <a:rPr lang="en-SG" sz="3600" dirty="0">
                <a:solidFill>
                  <a:srgbClr val="0070C0"/>
                </a:solidFill>
              </a:rPr>
            </a:br>
            <a:r>
              <a:rPr lang="en-SG" sz="2700" u="sng" dirty="0">
                <a:solidFill>
                  <a:schemeClr val="accent4">
                    <a:lumMod val="50000"/>
                  </a:schemeClr>
                </a:solidFill>
              </a:rPr>
              <a:t>(Header Section- Logo and other elements)</a:t>
            </a:r>
            <a:br>
              <a:rPr lang="en-SG" sz="3600" dirty="0">
                <a:solidFill>
                  <a:srgbClr val="0070C0"/>
                </a:solidFill>
              </a:rPr>
            </a:br>
            <a:endParaRPr lang="en-SG" sz="3600" dirty="0">
              <a:solidFill>
                <a:srgbClr val="0070C0"/>
              </a:solidFill>
            </a:endParaRPr>
          </a:p>
        </p:txBody>
      </p:sp>
      <p:sp>
        <p:nvSpPr>
          <p:cNvPr id="13" name="Rectangle 12">
            <a:extLst>
              <a:ext uri="{FF2B5EF4-FFF2-40B4-BE49-F238E27FC236}">
                <a16:creationId xmlns:a16="http://schemas.microsoft.com/office/drawing/2014/main" id="{9AFD124B-5F90-4BAC-AA16-C31907710303}"/>
              </a:ext>
            </a:extLst>
          </p:cNvPr>
          <p:cNvSpPr/>
          <p:nvPr/>
        </p:nvSpPr>
        <p:spPr>
          <a:xfrm>
            <a:off x="633681" y="2401981"/>
            <a:ext cx="2147619" cy="4255993"/>
          </a:xfrm>
          <a:prstGeom prst="rect">
            <a:avLst/>
          </a:prstGeom>
          <a:noFill/>
          <a:ln w="317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cxnSp>
        <p:nvCxnSpPr>
          <p:cNvPr id="15" name="Straight Arrow Connector 14">
            <a:extLst>
              <a:ext uri="{FF2B5EF4-FFF2-40B4-BE49-F238E27FC236}">
                <a16:creationId xmlns:a16="http://schemas.microsoft.com/office/drawing/2014/main" id="{12C19B84-D01D-4D67-941C-BF40AFFCCB9B}"/>
              </a:ext>
            </a:extLst>
          </p:cNvPr>
          <p:cNvCxnSpPr>
            <a:cxnSpLocks/>
          </p:cNvCxnSpPr>
          <p:nvPr/>
        </p:nvCxnSpPr>
        <p:spPr>
          <a:xfrm>
            <a:off x="2781300" y="3978521"/>
            <a:ext cx="6991350" cy="2107954"/>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48273D04-5136-45E1-9574-70DF97F11B17}"/>
              </a:ext>
            </a:extLst>
          </p:cNvPr>
          <p:cNvSpPr txBox="1"/>
          <p:nvPr/>
        </p:nvSpPr>
        <p:spPr>
          <a:xfrm>
            <a:off x="3024966" y="5424755"/>
            <a:ext cx="4510355" cy="1323439"/>
          </a:xfrm>
          <a:prstGeom prst="rect">
            <a:avLst/>
          </a:prstGeom>
          <a:solidFill>
            <a:schemeClr val="accent4">
              <a:lumMod val="60000"/>
              <a:lumOff val="40000"/>
            </a:schemeClr>
          </a:solidFill>
        </p:spPr>
        <p:txBody>
          <a:bodyPr wrap="square" rtlCol="0">
            <a:spAutoFit/>
          </a:bodyPr>
          <a:lstStyle/>
          <a:p>
            <a:r>
              <a:rPr lang="en-SG" sz="2000" dirty="0"/>
              <a:t>You can add the social media accounts link from the theme settings of “Header” and this will be displayed below the home page together with the footer</a:t>
            </a:r>
          </a:p>
        </p:txBody>
      </p:sp>
    </p:spTree>
    <p:extLst>
      <p:ext uri="{BB962C8B-B14F-4D97-AF65-F5344CB8AC3E}">
        <p14:creationId xmlns:p14="http://schemas.microsoft.com/office/powerpoint/2010/main" val="32665836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AD339F-CD4B-4FCC-AADD-4449CCA42FB7}"/>
              </a:ext>
            </a:extLst>
          </p:cNvPr>
          <p:cNvSpPr>
            <a:spLocks noGrp="1"/>
          </p:cNvSpPr>
          <p:nvPr>
            <p:ph type="title"/>
          </p:nvPr>
        </p:nvSpPr>
        <p:spPr/>
        <p:txBody>
          <a:bodyPr/>
          <a:lstStyle/>
          <a:p>
            <a:r>
              <a:rPr lang="en-SG" dirty="0"/>
              <a:t>Activity 8.3</a:t>
            </a:r>
          </a:p>
        </p:txBody>
      </p:sp>
      <p:sp>
        <p:nvSpPr>
          <p:cNvPr id="3" name="Content Placeholder 2">
            <a:extLst>
              <a:ext uri="{FF2B5EF4-FFF2-40B4-BE49-F238E27FC236}">
                <a16:creationId xmlns:a16="http://schemas.microsoft.com/office/drawing/2014/main" id="{1040C2EB-69A2-43FE-875B-BD02C0C4F430}"/>
              </a:ext>
            </a:extLst>
          </p:cNvPr>
          <p:cNvSpPr>
            <a:spLocks noGrp="1"/>
          </p:cNvSpPr>
          <p:nvPr>
            <p:ph idx="1"/>
          </p:nvPr>
        </p:nvSpPr>
        <p:spPr/>
        <p:txBody>
          <a:bodyPr/>
          <a:lstStyle/>
          <a:p>
            <a:r>
              <a:rPr lang="en-SG" dirty="0"/>
              <a:t>Refer to your book for Activity 8.3</a:t>
            </a:r>
          </a:p>
        </p:txBody>
      </p:sp>
    </p:spTree>
    <p:extLst>
      <p:ext uri="{BB962C8B-B14F-4D97-AF65-F5344CB8AC3E}">
        <p14:creationId xmlns:p14="http://schemas.microsoft.com/office/powerpoint/2010/main" val="238519584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F20FF225-4738-4F8D-9A6D-684B4E4B9C0A}"/>
              </a:ext>
            </a:extLst>
          </p:cNvPr>
          <p:cNvSpPr>
            <a:spLocks noGrp="1"/>
          </p:cNvSpPr>
          <p:nvPr>
            <p:ph type="title"/>
          </p:nvPr>
        </p:nvSpPr>
        <p:spPr>
          <a:xfrm>
            <a:off x="633681" y="285383"/>
            <a:ext cx="10515600" cy="1584514"/>
          </a:xfrm>
        </p:spPr>
        <p:txBody>
          <a:bodyPr>
            <a:normAutofit fontScale="90000"/>
          </a:bodyPr>
          <a:lstStyle/>
          <a:p>
            <a:r>
              <a:rPr lang="en-SG" dirty="0"/>
              <a:t>Theme for your Shopify Site</a:t>
            </a:r>
            <a:br>
              <a:rPr lang="en-SG" dirty="0"/>
            </a:br>
            <a:r>
              <a:rPr lang="en-SG" sz="3600" dirty="0">
                <a:solidFill>
                  <a:srgbClr val="0070C0"/>
                </a:solidFill>
              </a:rPr>
              <a:t>2 – Customizing the Added Theme</a:t>
            </a:r>
            <a:br>
              <a:rPr lang="en-SG" sz="3600" dirty="0">
                <a:solidFill>
                  <a:srgbClr val="0070C0"/>
                </a:solidFill>
              </a:rPr>
            </a:br>
            <a:r>
              <a:rPr lang="en-SG" sz="2700" u="sng" dirty="0">
                <a:solidFill>
                  <a:schemeClr val="accent4">
                    <a:lumMod val="50000"/>
                  </a:schemeClr>
                </a:solidFill>
              </a:rPr>
              <a:t>(Home Page – Banner, Blogs, Featured Collections, Gallery &amp; etc.)</a:t>
            </a:r>
            <a:br>
              <a:rPr lang="en-SG" sz="3600" dirty="0">
                <a:solidFill>
                  <a:srgbClr val="0070C0"/>
                </a:solidFill>
              </a:rPr>
            </a:br>
            <a:endParaRPr lang="en-SG" sz="3600" dirty="0">
              <a:solidFill>
                <a:srgbClr val="0070C0"/>
              </a:solidFill>
            </a:endParaRPr>
          </a:p>
        </p:txBody>
      </p:sp>
      <p:pic>
        <p:nvPicPr>
          <p:cNvPr id="7" name="Picture 6">
            <a:extLst>
              <a:ext uri="{FF2B5EF4-FFF2-40B4-BE49-F238E27FC236}">
                <a16:creationId xmlns:a16="http://schemas.microsoft.com/office/drawing/2014/main" id="{4FCA163D-992A-4E7A-BA8E-61B474686032}"/>
              </a:ext>
            </a:extLst>
          </p:cNvPr>
          <p:cNvPicPr>
            <a:picLocks noChangeAspect="1"/>
          </p:cNvPicPr>
          <p:nvPr/>
        </p:nvPicPr>
        <p:blipFill rotWithShape="1">
          <a:blip r:embed="rId2"/>
          <a:srcRect l="1084" t="9630" r="20417" b="15408"/>
          <a:stretch/>
        </p:blipFill>
        <p:spPr>
          <a:xfrm>
            <a:off x="960755" y="1641475"/>
            <a:ext cx="9711396" cy="5216525"/>
          </a:xfrm>
          <a:prstGeom prst="rect">
            <a:avLst/>
          </a:prstGeom>
        </p:spPr>
      </p:pic>
      <p:sp>
        <p:nvSpPr>
          <p:cNvPr id="8" name="Rectangle 7">
            <a:extLst>
              <a:ext uri="{FF2B5EF4-FFF2-40B4-BE49-F238E27FC236}">
                <a16:creationId xmlns:a16="http://schemas.microsoft.com/office/drawing/2014/main" id="{ABD0CE5E-03AE-4BFF-A0D3-44C83B7922F4}"/>
              </a:ext>
            </a:extLst>
          </p:cNvPr>
          <p:cNvSpPr/>
          <p:nvPr/>
        </p:nvSpPr>
        <p:spPr>
          <a:xfrm>
            <a:off x="633681" y="2447925"/>
            <a:ext cx="2614344" cy="4210049"/>
          </a:xfrm>
          <a:prstGeom prst="rect">
            <a:avLst/>
          </a:prstGeom>
          <a:noFill/>
          <a:ln w="317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cxnSp>
        <p:nvCxnSpPr>
          <p:cNvPr id="9" name="Straight Arrow Connector 8">
            <a:extLst>
              <a:ext uri="{FF2B5EF4-FFF2-40B4-BE49-F238E27FC236}">
                <a16:creationId xmlns:a16="http://schemas.microsoft.com/office/drawing/2014/main" id="{223EB4EB-5F99-4EBA-BD8F-853CF832D84B}"/>
              </a:ext>
            </a:extLst>
          </p:cNvPr>
          <p:cNvCxnSpPr>
            <a:cxnSpLocks/>
          </p:cNvCxnSpPr>
          <p:nvPr/>
        </p:nvCxnSpPr>
        <p:spPr>
          <a:xfrm flipV="1">
            <a:off x="3248025" y="3114675"/>
            <a:ext cx="1895475" cy="654296"/>
          </a:xfrm>
          <a:prstGeom prst="straightConnector1">
            <a:avLst/>
          </a:prstGeom>
          <a:ln w="412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7A18508C-065F-44BF-A209-2937841DD079}"/>
              </a:ext>
            </a:extLst>
          </p:cNvPr>
          <p:cNvSpPr txBox="1"/>
          <p:nvPr/>
        </p:nvSpPr>
        <p:spPr>
          <a:xfrm>
            <a:off x="5210175" y="2447925"/>
            <a:ext cx="5461976" cy="4093428"/>
          </a:xfrm>
          <a:prstGeom prst="rect">
            <a:avLst/>
          </a:prstGeom>
          <a:solidFill>
            <a:schemeClr val="accent4">
              <a:lumMod val="60000"/>
              <a:lumOff val="40000"/>
            </a:schemeClr>
          </a:solidFill>
        </p:spPr>
        <p:txBody>
          <a:bodyPr wrap="square" rtlCol="0">
            <a:spAutoFit/>
          </a:bodyPr>
          <a:lstStyle/>
          <a:p>
            <a:r>
              <a:rPr lang="en-SG" sz="2400" dirty="0"/>
              <a:t>This is the section where you can customize each of the contents in the HOME page of your Shopify site. </a:t>
            </a:r>
          </a:p>
          <a:p>
            <a:endParaRPr lang="en-SG" sz="2000" dirty="0"/>
          </a:p>
          <a:p>
            <a:r>
              <a:rPr lang="en-SG" sz="2400" dirty="0"/>
              <a:t>You can opt to make the section visible or not visible or you can even add another section</a:t>
            </a:r>
          </a:p>
          <a:p>
            <a:endParaRPr lang="en-SG" sz="2400" dirty="0"/>
          </a:p>
          <a:p>
            <a:r>
              <a:rPr lang="en-SG" sz="2400" dirty="0"/>
              <a:t>Make sure to </a:t>
            </a:r>
            <a:r>
              <a:rPr lang="en-SG" sz="2400" b="1" dirty="0"/>
              <a:t>SAVE</a:t>
            </a:r>
            <a:r>
              <a:rPr lang="en-SG" sz="2400" dirty="0"/>
              <a:t> any changes to automatically reflect it in your Shopify site Home Page</a:t>
            </a:r>
          </a:p>
        </p:txBody>
      </p:sp>
    </p:spTree>
    <p:extLst>
      <p:ext uri="{BB962C8B-B14F-4D97-AF65-F5344CB8AC3E}">
        <p14:creationId xmlns:p14="http://schemas.microsoft.com/office/powerpoint/2010/main" val="134559296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F20FF225-4738-4F8D-9A6D-684B4E4B9C0A}"/>
              </a:ext>
            </a:extLst>
          </p:cNvPr>
          <p:cNvSpPr>
            <a:spLocks noGrp="1"/>
          </p:cNvSpPr>
          <p:nvPr>
            <p:ph type="title"/>
          </p:nvPr>
        </p:nvSpPr>
        <p:spPr>
          <a:xfrm>
            <a:off x="633681" y="285383"/>
            <a:ext cx="10515600" cy="1584514"/>
          </a:xfrm>
        </p:spPr>
        <p:txBody>
          <a:bodyPr>
            <a:normAutofit fontScale="90000"/>
          </a:bodyPr>
          <a:lstStyle/>
          <a:p>
            <a:r>
              <a:rPr lang="en-SG" dirty="0"/>
              <a:t>Theme for your Shopify Site</a:t>
            </a:r>
            <a:br>
              <a:rPr lang="en-SG" dirty="0"/>
            </a:br>
            <a:r>
              <a:rPr lang="en-SG" sz="3600" dirty="0">
                <a:solidFill>
                  <a:srgbClr val="0070C0"/>
                </a:solidFill>
              </a:rPr>
              <a:t>2 – Customizing the Added Theme</a:t>
            </a:r>
            <a:br>
              <a:rPr lang="en-SG" sz="3600" dirty="0">
                <a:solidFill>
                  <a:srgbClr val="0070C0"/>
                </a:solidFill>
              </a:rPr>
            </a:br>
            <a:r>
              <a:rPr lang="en-SG" sz="2700" u="sng" dirty="0">
                <a:solidFill>
                  <a:schemeClr val="accent4">
                    <a:lumMod val="50000"/>
                  </a:schemeClr>
                </a:solidFill>
              </a:rPr>
              <a:t>(Home Page – Banner, Blogs, Featured Collections, Gallery &amp; etc.)</a:t>
            </a:r>
            <a:br>
              <a:rPr lang="en-SG" sz="3600" dirty="0">
                <a:solidFill>
                  <a:srgbClr val="0070C0"/>
                </a:solidFill>
              </a:rPr>
            </a:br>
            <a:endParaRPr lang="en-SG" sz="3600" dirty="0">
              <a:solidFill>
                <a:srgbClr val="0070C0"/>
              </a:solidFill>
            </a:endParaRPr>
          </a:p>
        </p:txBody>
      </p:sp>
      <p:pic>
        <p:nvPicPr>
          <p:cNvPr id="2" name="Picture 1">
            <a:extLst>
              <a:ext uri="{FF2B5EF4-FFF2-40B4-BE49-F238E27FC236}">
                <a16:creationId xmlns:a16="http://schemas.microsoft.com/office/drawing/2014/main" id="{75030C7A-9905-437E-B9A1-BA72A2AA0901}"/>
              </a:ext>
            </a:extLst>
          </p:cNvPr>
          <p:cNvPicPr>
            <a:picLocks noChangeAspect="1"/>
          </p:cNvPicPr>
          <p:nvPr/>
        </p:nvPicPr>
        <p:blipFill rotWithShape="1">
          <a:blip r:embed="rId2"/>
          <a:srcRect l="-1094" t="16528" b="11528"/>
          <a:stretch/>
        </p:blipFill>
        <p:spPr>
          <a:xfrm>
            <a:off x="-1" y="1638666"/>
            <a:ext cx="12125325" cy="4933951"/>
          </a:xfrm>
          <a:prstGeom prst="rect">
            <a:avLst/>
          </a:prstGeom>
        </p:spPr>
      </p:pic>
      <p:sp>
        <p:nvSpPr>
          <p:cNvPr id="10" name="TextBox 9">
            <a:extLst>
              <a:ext uri="{FF2B5EF4-FFF2-40B4-BE49-F238E27FC236}">
                <a16:creationId xmlns:a16="http://schemas.microsoft.com/office/drawing/2014/main" id="{BA9A24AA-4BD2-4262-BFDE-B8FC2FF79E86}"/>
              </a:ext>
            </a:extLst>
          </p:cNvPr>
          <p:cNvSpPr txBox="1"/>
          <p:nvPr/>
        </p:nvSpPr>
        <p:spPr>
          <a:xfrm>
            <a:off x="3570068" y="5617428"/>
            <a:ext cx="7497982" cy="830997"/>
          </a:xfrm>
          <a:prstGeom prst="rect">
            <a:avLst/>
          </a:prstGeom>
          <a:solidFill>
            <a:schemeClr val="accent4">
              <a:lumMod val="60000"/>
              <a:lumOff val="40000"/>
            </a:schemeClr>
          </a:solidFill>
        </p:spPr>
        <p:txBody>
          <a:bodyPr wrap="square" rtlCol="0">
            <a:spAutoFit/>
          </a:bodyPr>
          <a:lstStyle/>
          <a:p>
            <a:r>
              <a:rPr lang="en-SG" sz="2400" dirty="0"/>
              <a:t>Customization on the “Image with text overlay” which serves as the banner in the Shopify Site.</a:t>
            </a:r>
          </a:p>
        </p:txBody>
      </p:sp>
      <p:sp>
        <p:nvSpPr>
          <p:cNvPr id="12" name="Rectangle 11">
            <a:extLst>
              <a:ext uri="{FF2B5EF4-FFF2-40B4-BE49-F238E27FC236}">
                <a16:creationId xmlns:a16="http://schemas.microsoft.com/office/drawing/2014/main" id="{21A4CC0C-F610-4E66-B11E-BAAC333863CA}"/>
              </a:ext>
            </a:extLst>
          </p:cNvPr>
          <p:cNvSpPr/>
          <p:nvPr/>
        </p:nvSpPr>
        <p:spPr>
          <a:xfrm>
            <a:off x="0" y="1595439"/>
            <a:ext cx="2352675" cy="4852986"/>
          </a:xfrm>
          <a:prstGeom prst="rect">
            <a:avLst/>
          </a:prstGeom>
          <a:noFill/>
          <a:ln w="317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cxnSp>
        <p:nvCxnSpPr>
          <p:cNvPr id="4" name="Straight Arrow Connector 3">
            <a:extLst>
              <a:ext uri="{FF2B5EF4-FFF2-40B4-BE49-F238E27FC236}">
                <a16:creationId xmlns:a16="http://schemas.microsoft.com/office/drawing/2014/main" id="{7760B03B-1E74-4D5A-B6C4-B8BC08F14F77}"/>
              </a:ext>
            </a:extLst>
          </p:cNvPr>
          <p:cNvCxnSpPr>
            <a:cxnSpLocks/>
          </p:cNvCxnSpPr>
          <p:nvPr/>
        </p:nvCxnSpPr>
        <p:spPr>
          <a:xfrm>
            <a:off x="2352675" y="4032914"/>
            <a:ext cx="1217392" cy="1929736"/>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9703662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46AAE535-54F0-4432-B818-4B46F258EDC2}"/>
              </a:ext>
            </a:extLst>
          </p:cNvPr>
          <p:cNvPicPr>
            <a:picLocks noChangeAspect="1"/>
          </p:cNvPicPr>
          <p:nvPr/>
        </p:nvPicPr>
        <p:blipFill rotWithShape="1">
          <a:blip r:embed="rId2"/>
          <a:srcRect t="15278" b="13194"/>
          <a:stretch/>
        </p:blipFill>
        <p:spPr>
          <a:xfrm>
            <a:off x="0" y="1667242"/>
            <a:ext cx="12192000" cy="4905375"/>
          </a:xfrm>
          <a:prstGeom prst="rect">
            <a:avLst/>
          </a:prstGeom>
        </p:spPr>
      </p:pic>
      <p:sp>
        <p:nvSpPr>
          <p:cNvPr id="6" name="Title 1">
            <a:extLst>
              <a:ext uri="{FF2B5EF4-FFF2-40B4-BE49-F238E27FC236}">
                <a16:creationId xmlns:a16="http://schemas.microsoft.com/office/drawing/2014/main" id="{F20FF225-4738-4F8D-9A6D-684B4E4B9C0A}"/>
              </a:ext>
            </a:extLst>
          </p:cNvPr>
          <p:cNvSpPr>
            <a:spLocks noGrp="1"/>
          </p:cNvSpPr>
          <p:nvPr>
            <p:ph type="title"/>
          </p:nvPr>
        </p:nvSpPr>
        <p:spPr>
          <a:xfrm>
            <a:off x="633681" y="285383"/>
            <a:ext cx="10515600" cy="1584514"/>
          </a:xfrm>
        </p:spPr>
        <p:txBody>
          <a:bodyPr>
            <a:normAutofit fontScale="90000"/>
          </a:bodyPr>
          <a:lstStyle/>
          <a:p>
            <a:r>
              <a:rPr lang="en-SG" dirty="0"/>
              <a:t>Theme for your Shopify Site</a:t>
            </a:r>
            <a:br>
              <a:rPr lang="en-SG" dirty="0"/>
            </a:br>
            <a:r>
              <a:rPr lang="en-SG" sz="3600" dirty="0">
                <a:solidFill>
                  <a:srgbClr val="0070C0"/>
                </a:solidFill>
              </a:rPr>
              <a:t>2 – Customizing the Added Theme</a:t>
            </a:r>
            <a:br>
              <a:rPr lang="en-SG" sz="3600" dirty="0">
                <a:solidFill>
                  <a:srgbClr val="0070C0"/>
                </a:solidFill>
              </a:rPr>
            </a:br>
            <a:r>
              <a:rPr lang="en-SG" sz="2700" u="sng" dirty="0">
                <a:solidFill>
                  <a:schemeClr val="accent4">
                    <a:lumMod val="50000"/>
                  </a:schemeClr>
                </a:solidFill>
              </a:rPr>
              <a:t>(Home Page – Banner, Blogs, Featured Collections, Gallery &amp; etc.)</a:t>
            </a:r>
            <a:br>
              <a:rPr lang="en-SG" sz="3600" dirty="0">
                <a:solidFill>
                  <a:srgbClr val="0070C0"/>
                </a:solidFill>
              </a:rPr>
            </a:br>
            <a:endParaRPr lang="en-SG" sz="3600" dirty="0">
              <a:solidFill>
                <a:srgbClr val="0070C0"/>
              </a:solidFill>
            </a:endParaRPr>
          </a:p>
        </p:txBody>
      </p:sp>
      <p:sp>
        <p:nvSpPr>
          <p:cNvPr id="10" name="TextBox 9">
            <a:extLst>
              <a:ext uri="{FF2B5EF4-FFF2-40B4-BE49-F238E27FC236}">
                <a16:creationId xmlns:a16="http://schemas.microsoft.com/office/drawing/2014/main" id="{BA9A24AA-4BD2-4262-BFDE-B8FC2FF79E86}"/>
              </a:ext>
            </a:extLst>
          </p:cNvPr>
          <p:cNvSpPr txBox="1"/>
          <p:nvPr/>
        </p:nvSpPr>
        <p:spPr>
          <a:xfrm>
            <a:off x="4446368" y="5485605"/>
            <a:ext cx="7450357" cy="1200329"/>
          </a:xfrm>
          <a:prstGeom prst="rect">
            <a:avLst/>
          </a:prstGeom>
          <a:solidFill>
            <a:schemeClr val="accent4">
              <a:lumMod val="60000"/>
              <a:lumOff val="40000"/>
            </a:schemeClr>
          </a:solidFill>
        </p:spPr>
        <p:txBody>
          <a:bodyPr wrap="square" rtlCol="0">
            <a:spAutoFit/>
          </a:bodyPr>
          <a:lstStyle/>
          <a:p>
            <a:r>
              <a:rPr lang="en-SG" sz="2400" dirty="0"/>
              <a:t>In this section you can customize which product to feature or a blog to feature. You can have a button to direct it into the details of the featured product, collection and/or blog.</a:t>
            </a:r>
          </a:p>
        </p:txBody>
      </p:sp>
      <p:sp>
        <p:nvSpPr>
          <p:cNvPr id="7" name="Rectangle 6">
            <a:extLst>
              <a:ext uri="{FF2B5EF4-FFF2-40B4-BE49-F238E27FC236}">
                <a16:creationId xmlns:a16="http://schemas.microsoft.com/office/drawing/2014/main" id="{64166D29-5A69-45F0-A0E9-025DD1D9AA3B}"/>
              </a:ext>
            </a:extLst>
          </p:cNvPr>
          <p:cNvSpPr/>
          <p:nvPr/>
        </p:nvSpPr>
        <p:spPr>
          <a:xfrm>
            <a:off x="0" y="1667242"/>
            <a:ext cx="2228850" cy="4600208"/>
          </a:xfrm>
          <a:prstGeom prst="rect">
            <a:avLst/>
          </a:prstGeom>
          <a:noFill/>
          <a:ln w="317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cxnSp>
        <p:nvCxnSpPr>
          <p:cNvPr id="8" name="Straight Arrow Connector 7">
            <a:extLst>
              <a:ext uri="{FF2B5EF4-FFF2-40B4-BE49-F238E27FC236}">
                <a16:creationId xmlns:a16="http://schemas.microsoft.com/office/drawing/2014/main" id="{D76CC07F-F9A4-4FBE-85F6-8075310C2635}"/>
              </a:ext>
            </a:extLst>
          </p:cNvPr>
          <p:cNvCxnSpPr>
            <a:cxnSpLocks/>
          </p:cNvCxnSpPr>
          <p:nvPr/>
        </p:nvCxnSpPr>
        <p:spPr>
          <a:xfrm>
            <a:off x="2228850" y="3585681"/>
            <a:ext cx="2217518" cy="2270589"/>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497672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9D6D8F16-83A9-41EE-A610-C48960F1EF86}"/>
              </a:ext>
            </a:extLst>
          </p:cNvPr>
          <p:cNvPicPr>
            <a:picLocks noChangeAspect="1"/>
          </p:cNvPicPr>
          <p:nvPr/>
        </p:nvPicPr>
        <p:blipFill rotWithShape="1">
          <a:blip r:embed="rId2"/>
          <a:srcRect t="14518" b="13630"/>
          <a:stretch/>
        </p:blipFill>
        <p:spPr>
          <a:xfrm>
            <a:off x="104775" y="1638102"/>
            <a:ext cx="11982450" cy="4842906"/>
          </a:xfrm>
          <a:prstGeom prst="rect">
            <a:avLst/>
          </a:prstGeom>
        </p:spPr>
      </p:pic>
      <p:sp>
        <p:nvSpPr>
          <p:cNvPr id="6" name="Title 1">
            <a:extLst>
              <a:ext uri="{FF2B5EF4-FFF2-40B4-BE49-F238E27FC236}">
                <a16:creationId xmlns:a16="http://schemas.microsoft.com/office/drawing/2014/main" id="{F20FF225-4738-4F8D-9A6D-684B4E4B9C0A}"/>
              </a:ext>
            </a:extLst>
          </p:cNvPr>
          <p:cNvSpPr>
            <a:spLocks noGrp="1"/>
          </p:cNvSpPr>
          <p:nvPr>
            <p:ph type="title"/>
          </p:nvPr>
        </p:nvSpPr>
        <p:spPr>
          <a:xfrm>
            <a:off x="633681" y="285383"/>
            <a:ext cx="10515600" cy="1584514"/>
          </a:xfrm>
        </p:spPr>
        <p:txBody>
          <a:bodyPr>
            <a:normAutofit fontScale="90000"/>
          </a:bodyPr>
          <a:lstStyle/>
          <a:p>
            <a:r>
              <a:rPr lang="en-SG" dirty="0"/>
              <a:t>Theme for your Shopify Site</a:t>
            </a:r>
            <a:br>
              <a:rPr lang="en-SG" dirty="0"/>
            </a:br>
            <a:r>
              <a:rPr lang="en-SG" sz="3600" dirty="0">
                <a:solidFill>
                  <a:srgbClr val="0070C0"/>
                </a:solidFill>
              </a:rPr>
              <a:t>2 – Customizing the Added Theme</a:t>
            </a:r>
            <a:br>
              <a:rPr lang="en-SG" sz="3600" dirty="0">
                <a:solidFill>
                  <a:srgbClr val="0070C0"/>
                </a:solidFill>
              </a:rPr>
            </a:br>
            <a:r>
              <a:rPr lang="en-SG" sz="2700" u="sng" dirty="0">
                <a:solidFill>
                  <a:schemeClr val="accent4">
                    <a:lumMod val="50000"/>
                  </a:schemeClr>
                </a:solidFill>
              </a:rPr>
              <a:t>(Home Page – Banner, Blogs, Featured Collections, Gallery &amp; etc.)</a:t>
            </a:r>
            <a:br>
              <a:rPr lang="en-SG" sz="3600" dirty="0">
                <a:solidFill>
                  <a:srgbClr val="0070C0"/>
                </a:solidFill>
              </a:rPr>
            </a:br>
            <a:endParaRPr lang="en-SG" sz="3600" dirty="0">
              <a:solidFill>
                <a:srgbClr val="0070C0"/>
              </a:solidFill>
            </a:endParaRPr>
          </a:p>
        </p:txBody>
      </p:sp>
      <p:sp>
        <p:nvSpPr>
          <p:cNvPr id="10" name="TextBox 9">
            <a:extLst>
              <a:ext uri="{FF2B5EF4-FFF2-40B4-BE49-F238E27FC236}">
                <a16:creationId xmlns:a16="http://schemas.microsoft.com/office/drawing/2014/main" id="{BA9A24AA-4BD2-4262-BFDE-B8FC2FF79E86}"/>
              </a:ext>
            </a:extLst>
          </p:cNvPr>
          <p:cNvSpPr txBox="1"/>
          <p:nvPr/>
        </p:nvSpPr>
        <p:spPr>
          <a:xfrm>
            <a:off x="3214959" y="1671957"/>
            <a:ext cx="8583308" cy="1015663"/>
          </a:xfrm>
          <a:prstGeom prst="rect">
            <a:avLst/>
          </a:prstGeom>
          <a:solidFill>
            <a:schemeClr val="accent4">
              <a:lumMod val="60000"/>
              <a:lumOff val="40000"/>
            </a:schemeClr>
          </a:solidFill>
        </p:spPr>
        <p:txBody>
          <a:bodyPr wrap="square" rtlCol="0">
            <a:spAutoFit/>
          </a:bodyPr>
          <a:lstStyle/>
          <a:p>
            <a:r>
              <a:rPr lang="en-SG" sz="2000" dirty="0"/>
              <a:t>In this section you can add 3 or more columns with different marketing or promotional contents and/or activities. You can also add button to direct to your products, blogs or collections.</a:t>
            </a:r>
          </a:p>
        </p:txBody>
      </p:sp>
      <p:sp>
        <p:nvSpPr>
          <p:cNvPr id="7" name="Rectangle 6">
            <a:extLst>
              <a:ext uri="{FF2B5EF4-FFF2-40B4-BE49-F238E27FC236}">
                <a16:creationId xmlns:a16="http://schemas.microsoft.com/office/drawing/2014/main" id="{87910CF8-CF81-407C-8CF7-C306B8A5F2F3}"/>
              </a:ext>
            </a:extLst>
          </p:cNvPr>
          <p:cNvSpPr/>
          <p:nvPr/>
        </p:nvSpPr>
        <p:spPr>
          <a:xfrm>
            <a:off x="104774" y="1638102"/>
            <a:ext cx="2124075" cy="4629348"/>
          </a:xfrm>
          <a:prstGeom prst="rect">
            <a:avLst/>
          </a:prstGeom>
          <a:noFill/>
          <a:ln w="317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cxnSp>
        <p:nvCxnSpPr>
          <p:cNvPr id="5" name="Straight Arrow Connector 4">
            <a:extLst>
              <a:ext uri="{FF2B5EF4-FFF2-40B4-BE49-F238E27FC236}">
                <a16:creationId xmlns:a16="http://schemas.microsoft.com/office/drawing/2014/main" id="{E15F01A2-CC67-4E53-9D02-8CD63DD34832}"/>
              </a:ext>
            </a:extLst>
          </p:cNvPr>
          <p:cNvCxnSpPr/>
          <p:nvPr/>
        </p:nvCxnSpPr>
        <p:spPr>
          <a:xfrm flipV="1">
            <a:off x="2252932" y="2653765"/>
            <a:ext cx="937944" cy="1342882"/>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8846077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99BB8A2-2CD6-4D6D-914B-462B6E9F0C17}"/>
              </a:ext>
            </a:extLst>
          </p:cNvPr>
          <p:cNvPicPr>
            <a:picLocks noChangeAspect="1"/>
          </p:cNvPicPr>
          <p:nvPr/>
        </p:nvPicPr>
        <p:blipFill rotWithShape="1">
          <a:blip r:embed="rId2"/>
          <a:srcRect t="15833" b="12361"/>
          <a:stretch/>
        </p:blipFill>
        <p:spPr>
          <a:xfrm>
            <a:off x="38100" y="1648192"/>
            <a:ext cx="12096750" cy="4924425"/>
          </a:xfrm>
          <a:prstGeom prst="rect">
            <a:avLst/>
          </a:prstGeom>
        </p:spPr>
      </p:pic>
      <p:sp>
        <p:nvSpPr>
          <p:cNvPr id="6" name="Title 1">
            <a:extLst>
              <a:ext uri="{FF2B5EF4-FFF2-40B4-BE49-F238E27FC236}">
                <a16:creationId xmlns:a16="http://schemas.microsoft.com/office/drawing/2014/main" id="{F20FF225-4738-4F8D-9A6D-684B4E4B9C0A}"/>
              </a:ext>
            </a:extLst>
          </p:cNvPr>
          <p:cNvSpPr>
            <a:spLocks noGrp="1"/>
          </p:cNvSpPr>
          <p:nvPr>
            <p:ph type="title"/>
          </p:nvPr>
        </p:nvSpPr>
        <p:spPr>
          <a:xfrm>
            <a:off x="633681" y="285383"/>
            <a:ext cx="10515600" cy="1584514"/>
          </a:xfrm>
        </p:spPr>
        <p:txBody>
          <a:bodyPr>
            <a:normAutofit fontScale="90000"/>
          </a:bodyPr>
          <a:lstStyle/>
          <a:p>
            <a:r>
              <a:rPr lang="en-SG" dirty="0"/>
              <a:t>Theme for your Shopify Site</a:t>
            </a:r>
            <a:br>
              <a:rPr lang="en-SG" dirty="0"/>
            </a:br>
            <a:r>
              <a:rPr lang="en-SG" sz="3600" dirty="0">
                <a:solidFill>
                  <a:srgbClr val="0070C0"/>
                </a:solidFill>
              </a:rPr>
              <a:t>2 – Customizing the Added Theme</a:t>
            </a:r>
            <a:br>
              <a:rPr lang="en-SG" sz="3600" dirty="0">
                <a:solidFill>
                  <a:srgbClr val="0070C0"/>
                </a:solidFill>
              </a:rPr>
            </a:br>
            <a:r>
              <a:rPr lang="en-SG" sz="2700" u="sng" dirty="0">
                <a:solidFill>
                  <a:schemeClr val="accent4">
                    <a:lumMod val="50000"/>
                  </a:schemeClr>
                </a:solidFill>
              </a:rPr>
              <a:t>(Home Page – Banner, Blogs, Featured Collections, Gallery &amp; etc.)</a:t>
            </a:r>
            <a:br>
              <a:rPr lang="en-SG" sz="3600" dirty="0">
                <a:solidFill>
                  <a:srgbClr val="0070C0"/>
                </a:solidFill>
              </a:rPr>
            </a:br>
            <a:endParaRPr lang="en-SG" sz="3600" dirty="0">
              <a:solidFill>
                <a:srgbClr val="0070C0"/>
              </a:solidFill>
            </a:endParaRPr>
          </a:p>
        </p:txBody>
      </p:sp>
      <p:sp>
        <p:nvSpPr>
          <p:cNvPr id="10" name="TextBox 9">
            <a:extLst>
              <a:ext uri="{FF2B5EF4-FFF2-40B4-BE49-F238E27FC236}">
                <a16:creationId xmlns:a16="http://schemas.microsoft.com/office/drawing/2014/main" id="{BA9A24AA-4BD2-4262-BFDE-B8FC2FF79E86}"/>
              </a:ext>
            </a:extLst>
          </p:cNvPr>
          <p:cNvSpPr txBox="1"/>
          <p:nvPr/>
        </p:nvSpPr>
        <p:spPr>
          <a:xfrm>
            <a:off x="5760404" y="1912933"/>
            <a:ext cx="6186756" cy="2308324"/>
          </a:xfrm>
          <a:prstGeom prst="rect">
            <a:avLst/>
          </a:prstGeom>
          <a:solidFill>
            <a:schemeClr val="accent4">
              <a:lumMod val="60000"/>
              <a:lumOff val="40000"/>
            </a:schemeClr>
          </a:solidFill>
        </p:spPr>
        <p:txBody>
          <a:bodyPr wrap="square" rtlCol="0">
            <a:spAutoFit/>
          </a:bodyPr>
          <a:lstStyle/>
          <a:p>
            <a:r>
              <a:rPr lang="en-SG" sz="2400" dirty="0"/>
              <a:t>In this section you can customize the featured collections. You can also customize how many products per row and how many rows to add. Do take note that the collection is based on the “Collection Name” you selected when you added the products in your Shopify site. </a:t>
            </a:r>
          </a:p>
        </p:txBody>
      </p:sp>
      <p:sp>
        <p:nvSpPr>
          <p:cNvPr id="8" name="Rectangle 7">
            <a:extLst>
              <a:ext uri="{FF2B5EF4-FFF2-40B4-BE49-F238E27FC236}">
                <a16:creationId xmlns:a16="http://schemas.microsoft.com/office/drawing/2014/main" id="{8F1DF965-3578-4D47-B53B-C6F7F9BF8480}"/>
              </a:ext>
            </a:extLst>
          </p:cNvPr>
          <p:cNvSpPr/>
          <p:nvPr/>
        </p:nvSpPr>
        <p:spPr>
          <a:xfrm>
            <a:off x="38099" y="1638102"/>
            <a:ext cx="2124075" cy="4629348"/>
          </a:xfrm>
          <a:prstGeom prst="rect">
            <a:avLst/>
          </a:prstGeom>
          <a:noFill/>
          <a:ln w="317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pic>
        <p:nvPicPr>
          <p:cNvPr id="12" name="Picture 11">
            <a:extLst>
              <a:ext uri="{FF2B5EF4-FFF2-40B4-BE49-F238E27FC236}">
                <a16:creationId xmlns:a16="http://schemas.microsoft.com/office/drawing/2014/main" id="{FF95CB5E-23F0-48DB-A90C-49A749609470}"/>
              </a:ext>
            </a:extLst>
          </p:cNvPr>
          <p:cNvPicPr>
            <a:picLocks noChangeAspect="1"/>
          </p:cNvPicPr>
          <p:nvPr/>
        </p:nvPicPr>
        <p:blipFill rotWithShape="1">
          <a:blip r:embed="rId3"/>
          <a:srcRect t="22370" r="81333" b="11259"/>
          <a:stretch/>
        </p:blipFill>
        <p:spPr>
          <a:xfrm>
            <a:off x="3148328" y="1638102"/>
            <a:ext cx="2275840" cy="4551680"/>
          </a:xfrm>
          <a:prstGeom prst="rect">
            <a:avLst/>
          </a:prstGeom>
        </p:spPr>
      </p:pic>
      <p:cxnSp>
        <p:nvCxnSpPr>
          <p:cNvPr id="9" name="Straight Arrow Connector 8">
            <a:extLst>
              <a:ext uri="{FF2B5EF4-FFF2-40B4-BE49-F238E27FC236}">
                <a16:creationId xmlns:a16="http://schemas.microsoft.com/office/drawing/2014/main" id="{0D97EABA-0F31-4D91-81C2-15931F37BBBA}"/>
              </a:ext>
            </a:extLst>
          </p:cNvPr>
          <p:cNvCxnSpPr>
            <a:cxnSpLocks/>
          </p:cNvCxnSpPr>
          <p:nvPr/>
        </p:nvCxnSpPr>
        <p:spPr>
          <a:xfrm flipV="1">
            <a:off x="2162174" y="2600325"/>
            <a:ext cx="1504951" cy="1466850"/>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1352229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63D13758-A55B-4415-9D34-63F85CB02EB4}"/>
              </a:ext>
            </a:extLst>
          </p:cNvPr>
          <p:cNvPicPr>
            <a:picLocks noChangeAspect="1"/>
          </p:cNvPicPr>
          <p:nvPr/>
        </p:nvPicPr>
        <p:blipFill rotWithShape="1">
          <a:blip r:embed="rId2"/>
          <a:srcRect t="16297" r="1166" b="12148"/>
          <a:stretch/>
        </p:blipFill>
        <p:spPr>
          <a:xfrm>
            <a:off x="181880" y="1651777"/>
            <a:ext cx="11765280" cy="4791426"/>
          </a:xfrm>
          <a:prstGeom prst="rect">
            <a:avLst/>
          </a:prstGeom>
        </p:spPr>
      </p:pic>
      <p:sp>
        <p:nvSpPr>
          <p:cNvPr id="6" name="Title 1">
            <a:extLst>
              <a:ext uri="{FF2B5EF4-FFF2-40B4-BE49-F238E27FC236}">
                <a16:creationId xmlns:a16="http://schemas.microsoft.com/office/drawing/2014/main" id="{F20FF225-4738-4F8D-9A6D-684B4E4B9C0A}"/>
              </a:ext>
            </a:extLst>
          </p:cNvPr>
          <p:cNvSpPr>
            <a:spLocks noGrp="1"/>
          </p:cNvSpPr>
          <p:nvPr>
            <p:ph type="title"/>
          </p:nvPr>
        </p:nvSpPr>
        <p:spPr>
          <a:xfrm>
            <a:off x="633681" y="285383"/>
            <a:ext cx="10515600" cy="1584514"/>
          </a:xfrm>
        </p:spPr>
        <p:txBody>
          <a:bodyPr>
            <a:normAutofit fontScale="90000"/>
          </a:bodyPr>
          <a:lstStyle/>
          <a:p>
            <a:r>
              <a:rPr lang="en-SG" dirty="0"/>
              <a:t>Theme for your Shopify Site</a:t>
            </a:r>
            <a:br>
              <a:rPr lang="en-SG" dirty="0"/>
            </a:br>
            <a:r>
              <a:rPr lang="en-SG" sz="3600" dirty="0">
                <a:solidFill>
                  <a:srgbClr val="0070C0"/>
                </a:solidFill>
              </a:rPr>
              <a:t>2 – Customizing the Added Theme</a:t>
            </a:r>
            <a:br>
              <a:rPr lang="en-SG" sz="3600" dirty="0">
                <a:solidFill>
                  <a:srgbClr val="0070C0"/>
                </a:solidFill>
              </a:rPr>
            </a:br>
            <a:r>
              <a:rPr lang="en-SG" sz="2700" u="sng" dirty="0">
                <a:solidFill>
                  <a:schemeClr val="accent4">
                    <a:lumMod val="50000"/>
                  </a:schemeClr>
                </a:solidFill>
              </a:rPr>
              <a:t>(Home Page – Banner, Blogs, Featured Collections, Gallery &amp; etc.)</a:t>
            </a:r>
            <a:br>
              <a:rPr lang="en-SG" sz="3600" dirty="0">
                <a:solidFill>
                  <a:srgbClr val="0070C0"/>
                </a:solidFill>
              </a:rPr>
            </a:br>
            <a:endParaRPr lang="en-SG" sz="3600" dirty="0">
              <a:solidFill>
                <a:srgbClr val="0070C0"/>
              </a:solidFill>
            </a:endParaRPr>
          </a:p>
        </p:txBody>
      </p:sp>
      <p:sp>
        <p:nvSpPr>
          <p:cNvPr id="10" name="TextBox 9">
            <a:extLst>
              <a:ext uri="{FF2B5EF4-FFF2-40B4-BE49-F238E27FC236}">
                <a16:creationId xmlns:a16="http://schemas.microsoft.com/office/drawing/2014/main" id="{BA9A24AA-4BD2-4262-BFDE-B8FC2FF79E86}"/>
              </a:ext>
            </a:extLst>
          </p:cNvPr>
          <p:cNvSpPr txBox="1"/>
          <p:nvPr/>
        </p:nvSpPr>
        <p:spPr>
          <a:xfrm>
            <a:off x="4478064" y="2055652"/>
            <a:ext cx="7532056" cy="1938992"/>
          </a:xfrm>
          <a:prstGeom prst="rect">
            <a:avLst/>
          </a:prstGeom>
          <a:solidFill>
            <a:schemeClr val="accent4">
              <a:lumMod val="60000"/>
              <a:lumOff val="40000"/>
            </a:schemeClr>
          </a:solidFill>
        </p:spPr>
        <p:txBody>
          <a:bodyPr wrap="square" rtlCol="0">
            <a:spAutoFit/>
          </a:bodyPr>
          <a:lstStyle/>
          <a:p>
            <a:r>
              <a:rPr lang="en-SG" sz="2400" dirty="0"/>
              <a:t>This section allows you to customize additional promotional/advertisement content on the Home Page of your Shopify site. You can opt to make it visible or not visible. Remember that this content is based on the Theme used.</a:t>
            </a:r>
          </a:p>
        </p:txBody>
      </p:sp>
      <p:sp>
        <p:nvSpPr>
          <p:cNvPr id="11" name="Rectangle 10">
            <a:extLst>
              <a:ext uri="{FF2B5EF4-FFF2-40B4-BE49-F238E27FC236}">
                <a16:creationId xmlns:a16="http://schemas.microsoft.com/office/drawing/2014/main" id="{7B85D519-7EBA-4A0B-9DFB-D19BED986469}"/>
              </a:ext>
            </a:extLst>
          </p:cNvPr>
          <p:cNvSpPr/>
          <p:nvPr/>
        </p:nvSpPr>
        <p:spPr>
          <a:xfrm>
            <a:off x="38099" y="1638101"/>
            <a:ext cx="2459671" cy="4791425"/>
          </a:xfrm>
          <a:prstGeom prst="rect">
            <a:avLst/>
          </a:prstGeom>
          <a:noFill/>
          <a:ln w="317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cxnSp>
        <p:nvCxnSpPr>
          <p:cNvPr id="13" name="Straight Arrow Connector 12">
            <a:extLst>
              <a:ext uri="{FF2B5EF4-FFF2-40B4-BE49-F238E27FC236}">
                <a16:creationId xmlns:a16="http://schemas.microsoft.com/office/drawing/2014/main" id="{2B660F86-8565-46AC-89B8-68D1BA6DB1F2}"/>
              </a:ext>
            </a:extLst>
          </p:cNvPr>
          <p:cNvCxnSpPr>
            <a:cxnSpLocks/>
            <a:endCxn id="10" idx="1"/>
          </p:cNvCxnSpPr>
          <p:nvPr/>
        </p:nvCxnSpPr>
        <p:spPr>
          <a:xfrm flipV="1">
            <a:off x="2497770" y="3025148"/>
            <a:ext cx="1980294" cy="1131404"/>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3114645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C958988-52BF-4763-BF8F-7CD23C298F25}"/>
              </a:ext>
            </a:extLst>
          </p:cNvPr>
          <p:cNvPicPr>
            <a:picLocks noChangeAspect="1"/>
          </p:cNvPicPr>
          <p:nvPr/>
        </p:nvPicPr>
        <p:blipFill rotWithShape="1">
          <a:blip r:embed="rId2"/>
          <a:srcRect l="313" t="9749" r="6718" b="9749"/>
          <a:stretch/>
        </p:blipFill>
        <p:spPr>
          <a:xfrm>
            <a:off x="40320" y="1638101"/>
            <a:ext cx="12153901" cy="5520791"/>
          </a:xfrm>
          <a:prstGeom prst="rect">
            <a:avLst/>
          </a:prstGeom>
        </p:spPr>
      </p:pic>
      <p:sp>
        <p:nvSpPr>
          <p:cNvPr id="6" name="Title 1">
            <a:extLst>
              <a:ext uri="{FF2B5EF4-FFF2-40B4-BE49-F238E27FC236}">
                <a16:creationId xmlns:a16="http://schemas.microsoft.com/office/drawing/2014/main" id="{F20FF225-4738-4F8D-9A6D-684B4E4B9C0A}"/>
              </a:ext>
            </a:extLst>
          </p:cNvPr>
          <p:cNvSpPr>
            <a:spLocks noGrp="1"/>
          </p:cNvSpPr>
          <p:nvPr>
            <p:ph type="title"/>
          </p:nvPr>
        </p:nvSpPr>
        <p:spPr>
          <a:xfrm>
            <a:off x="633681" y="285383"/>
            <a:ext cx="10515600" cy="1584514"/>
          </a:xfrm>
        </p:spPr>
        <p:txBody>
          <a:bodyPr>
            <a:normAutofit fontScale="90000"/>
          </a:bodyPr>
          <a:lstStyle/>
          <a:p>
            <a:r>
              <a:rPr lang="en-SG" dirty="0"/>
              <a:t>Theme for your Shopify Site</a:t>
            </a:r>
            <a:br>
              <a:rPr lang="en-SG" dirty="0"/>
            </a:br>
            <a:r>
              <a:rPr lang="en-SG" sz="3600" dirty="0">
                <a:solidFill>
                  <a:srgbClr val="0070C0"/>
                </a:solidFill>
              </a:rPr>
              <a:t>2 – Customizing the Added Theme</a:t>
            </a:r>
            <a:br>
              <a:rPr lang="en-SG" sz="3600" dirty="0">
                <a:solidFill>
                  <a:srgbClr val="0070C0"/>
                </a:solidFill>
              </a:rPr>
            </a:br>
            <a:r>
              <a:rPr lang="en-SG" sz="2700" u="sng" dirty="0">
                <a:solidFill>
                  <a:schemeClr val="accent4">
                    <a:lumMod val="50000"/>
                  </a:schemeClr>
                </a:solidFill>
              </a:rPr>
              <a:t>(Home Page – Banner, Blogs, Featured Collections, Gallery &amp; etc.)</a:t>
            </a:r>
            <a:br>
              <a:rPr lang="en-SG" sz="3600" dirty="0">
                <a:solidFill>
                  <a:srgbClr val="0070C0"/>
                </a:solidFill>
              </a:rPr>
            </a:br>
            <a:endParaRPr lang="en-SG" sz="3600" dirty="0">
              <a:solidFill>
                <a:srgbClr val="0070C0"/>
              </a:solidFill>
            </a:endParaRPr>
          </a:p>
        </p:txBody>
      </p:sp>
      <p:sp>
        <p:nvSpPr>
          <p:cNvPr id="10" name="TextBox 9">
            <a:extLst>
              <a:ext uri="{FF2B5EF4-FFF2-40B4-BE49-F238E27FC236}">
                <a16:creationId xmlns:a16="http://schemas.microsoft.com/office/drawing/2014/main" id="{BA9A24AA-4BD2-4262-BFDE-B8FC2FF79E86}"/>
              </a:ext>
            </a:extLst>
          </p:cNvPr>
          <p:cNvSpPr txBox="1"/>
          <p:nvPr/>
        </p:nvSpPr>
        <p:spPr>
          <a:xfrm>
            <a:off x="3818092" y="4774079"/>
            <a:ext cx="7532056" cy="1569660"/>
          </a:xfrm>
          <a:prstGeom prst="rect">
            <a:avLst/>
          </a:prstGeom>
          <a:solidFill>
            <a:schemeClr val="accent4">
              <a:lumMod val="60000"/>
              <a:lumOff val="40000"/>
            </a:schemeClr>
          </a:solidFill>
        </p:spPr>
        <p:txBody>
          <a:bodyPr wrap="square" rtlCol="0">
            <a:spAutoFit/>
          </a:bodyPr>
          <a:lstStyle/>
          <a:p>
            <a:r>
              <a:rPr lang="en-SG" sz="2400" dirty="0"/>
              <a:t>This section allows you to add testimonials from the customers. The testimonials is for branding purposes, adds credibility on the products/services offered by the company</a:t>
            </a:r>
          </a:p>
        </p:txBody>
      </p:sp>
      <p:sp>
        <p:nvSpPr>
          <p:cNvPr id="11" name="Rectangle 10">
            <a:extLst>
              <a:ext uri="{FF2B5EF4-FFF2-40B4-BE49-F238E27FC236}">
                <a16:creationId xmlns:a16="http://schemas.microsoft.com/office/drawing/2014/main" id="{7B85D519-7EBA-4A0B-9DFB-D19BED986469}"/>
              </a:ext>
            </a:extLst>
          </p:cNvPr>
          <p:cNvSpPr/>
          <p:nvPr/>
        </p:nvSpPr>
        <p:spPr>
          <a:xfrm>
            <a:off x="38099" y="1638101"/>
            <a:ext cx="2459671" cy="5315149"/>
          </a:xfrm>
          <a:prstGeom prst="rect">
            <a:avLst/>
          </a:prstGeom>
          <a:noFill/>
          <a:ln w="317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cxnSp>
        <p:nvCxnSpPr>
          <p:cNvPr id="13" name="Straight Arrow Connector 12">
            <a:extLst>
              <a:ext uri="{FF2B5EF4-FFF2-40B4-BE49-F238E27FC236}">
                <a16:creationId xmlns:a16="http://schemas.microsoft.com/office/drawing/2014/main" id="{2B660F86-8565-46AC-89B8-68D1BA6DB1F2}"/>
              </a:ext>
            </a:extLst>
          </p:cNvPr>
          <p:cNvCxnSpPr>
            <a:cxnSpLocks/>
          </p:cNvCxnSpPr>
          <p:nvPr/>
        </p:nvCxnSpPr>
        <p:spPr>
          <a:xfrm>
            <a:off x="2497770" y="3657384"/>
            <a:ext cx="1226505" cy="1419441"/>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4044206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3D308340-4473-4DD6-B007-822AC2A1F43C}"/>
              </a:ext>
            </a:extLst>
          </p:cNvPr>
          <p:cNvPicPr>
            <a:picLocks noChangeAspect="1"/>
          </p:cNvPicPr>
          <p:nvPr/>
        </p:nvPicPr>
        <p:blipFill rotWithShape="1">
          <a:blip r:embed="rId2"/>
          <a:srcRect l="313" t="17361" r="-1" b="8750"/>
          <a:stretch/>
        </p:blipFill>
        <p:spPr>
          <a:xfrm>
            <a:off x="-66677" y="1638101"/>
            <a:ext cx="12153901" cy="5067301"/>
          </a:xfrm>
          <a:prstGeom prst="rect">
            <a:avLst/>
          </a:prstGeom>
        </p:spPr>
      </p:pic>
      <p:sp>
        <p:nvSpPr>
          <p:cNvPr id="6" name="Title 1">
            <a:extLst>
              <a:ext uri="{FF2B5EF4-FFF2-40B4-BE49-F238E27FC236}">
                <a16:creationId xmlns:a16="http://schemas.microsoft.com/office/drawing/2014/main" id="{F20FF225-4738-4F8D-9A6D-684B4E4B9C0A}"/>
              </a:ext>
            </a:extLst>
          </p:cNvPr>
          <p:cNvSpPr>
            <a:spLocks noGrp="1"/>
          </p:cNvSpPr>
          <p:nvPr>
            <p:ph type="title"/>
          </p:nvPr>
        </p:nvSpPr>
        <p:spPr>
          <a:xfrm>
            <a:off x="633681" y="285383"/>
            <a:ext cx="10515600" cy="1584514"/>
          </a:xfrm>
        </p:spPr>
        <p:txBody>
          <a:bodyPr>
            <a:normAutofit fontScale="90000"/>
          </a:bodyPr>
          <a:lstStyle/>
          <a:p>
            <a:r>
              <a:rPr lang="en-SG" dirty="0"/>
              <a:t>Theme for your Shopify Site</a:t>
            </a:r>
            <a:br>
              <a:rPr lang="en-SG" dirty="0"/>
            </a:br>
            <a:r>
              <a:rPr lang="en-SG" sz="3600" dirty="0">
                <a:solidFill>
                  <a:srgbClr val="0070C0"/>
                </a:solidFill>
              </a:rPr>
              <a:t>2 – Customizing the Added Theme</a:t>
            </a:r>
            <a:br>
              <a:rPr lang="en-SG" sz="3600" dirty="0">
                <a:solidFill>
                  <a:srgbClr val="0070C0"/>
                </a:solidFill>
              </a:rPr>
            </a:br>
            <a:r>
              <a:rPr lang="en-SG" sz="2700" u="sng" dirty="0">
                <a:solidFill>
                  <a:schemeClr val="accent4">
                    <a:lumMod val="50000"/>
                  </a:schemeClr>
                </a:solidFill>
              </a:rPr>
              <a:t>(Home Page – Banner, Blogs, Featured Collections, Gallery &amp; etc.)</a:t>
            </a:r>
            <a:br>
              <a:rPr lang="en-SG" sz="3600" dirty="0">
                <a:solidFill>
                  <a:srgbClr val="0070C0"/>
                </a:solidFill>
              </a:rPr>
            </a:br>
            <a:endParaRPr lang="en-SG" sz="3600" dirty="0">
              <a:solidFill>
                <a:srgbClr val="0070C0"/>
              </a:solidFill>
            </a:endParaRPr>
          </a:p>
        </p:txBody>
      </p:sp>
      <p:sp>
        <p:nvSpPr>
          <p:cNvPr id="10" name="TextBox 9">
            <a:extLst>
              <a:ext uri="{FF2B5EF4-FFF2-40B4-BE49-F238E27FC236}">
                <a16:creationId xmlns:a16="http://schemas.microsoft.com/office/drawing/2014/main" id="{BA9A24AA-4BD2-4262-BFDE-B8FC2FF79E86}"/>
              </a:ext>
            </a:extLst>
          </p:cNvPr>
          <p:cNvSpPr txBox="1"/>
          <p:nvPr/>
        </p:nvSpPr>
        <p:spPr>
          <a:xfrm>
            <a:off x="3951442" y="4633625"/>
            <a:ext cx="7107083" cy="1938992"/>
          </a:xfrm>
          <a:prstGeom prst="rect">
            <a:avLst/>
          </a:prstGeom>
          <a:solidFill>
            <a:schemeClr val="accent4">
              <a:lumMod val="60000"/>
              <a:lumOff val="40000"/>
            </a:schemeClr>
          </a:solidFill>
        </p:spPr>
        <p:txBody>
          <a:bodyPr wrap="square" rtlCol="0">
            <a:spAutoFit/>
          </a:bodyPr>
          <a:lstStyle/>
          <a:p>
            <a:r>
              <a:rPr lang="en-SG" sz="2400" dirty="0"/>
              <a:t>This section allows you to add a gallery of images. This images could be a series of activities/promotional campaigns/facilities &amp; etc. of the company. You can add caption or a link to direct it to a product and/or blog feature.</a:t>
            </a:r>
          </a:p>
        </p:txBody>
      </p:sp>
      <p:sp>
        <p:nvSpPr>
          <p:cNvPr id="11" name="Rectangle 10">
            <a:extLst>
              <a:ext uri="{FF2B5EF4-FFF2-40B4-BE49-F238E27FC236}">
                <a16:creationId xmlns:a16="http://schemas.microsoft.com/office/drawing/2014/main" id="{7B85D519-7EBA-4A0B-9DFB-D19BED986469}"/>
              </a:ext>
            </a:extLst>
          </p:cNvPr>
          <p:cNvSpPr/>
          <p:nvPr/>
        </p:nvSpPr>
        <p:spPr>
          <a:xfrm>
            <a:off x="-66677" y="1638102"/>
            <a:ext cx="2181227" cy="4934516"/>
          </a:xfrm>
          <a:prstGeom prst="rect">
            <a:avLst/>
          </a:prstGeom>
          <a:noFill/>
          <a:ln w="317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cxnSp>
        <p:nvCxnSpPr>
          <p:cNvPr id="13" name="Straight Arrow Connector 12">
            <a:extLst>
              <a:ext uri="{FF2B5EF4-FFF2-40B4-BE49-F238E27FC236}">
                <a16:creationId xmlns:a16="http://schemas.microsoft.com/office/drawing/2014/main" id="{2B660F86-8565-46AC-89B8-68D1BA6DB1F2}"/>
              </a:ext>
            </a:extLst>
          </p:cNvPr>
          <p:cNvCxnSpPr>
            <a:cxnSpLocks/>
          </p:cNvCxnSpPr>
          <p:nvPr/>
        </p:nvCxnSpPr>
        <p:spPr>
          <a:xfrm>
            <a:off x="2114550" y="3905250"/>
            <a:ext cx="1836892" cy="1857375"/>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4460336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14EEFDB-3922-4A18-AF61-339A63057F8D}"/>
              </a:ext>
            </a:extLst>
          </p:cNvPr>
          <p:cNvPicPr>
            <a:picLocks noChangeAspect="1"/>
          </p:cNvPicPr>
          <p:nvPr/>
        </p:nvPicPr>
        <p:blipFill rotWithShape="1">
          <a:blip r:embed="rId2"/>
          <a:srcRect t="15972" b="7222"/>
          <a:stretch/>
        </p:blipFill>
        <p:spPr>
          <a:xfrm>
            <a:off x="0" y="1590674"/>
            <a:ext cx="12192000" cy="5267326"/>
          </a:xfrm>
          <a:prstGeom prst="rect">
            <a:avLst/>
          </a:prstGeom>
        </p:spPr>
      </p:pic>
      <p:sp>
        <p:nvSpPr>
          <p:cNvPr id="6" name="Title 1">
            <a:extLst>
              <a:ext uri="{FF2B5EF4-FFF2-40B4-BE49-F238E27FC236}">
                <a16:creationId xmlns:a16="http://schemas.microsoft.com/office/drawing/2014/main" id="{F20FF225-4738-4F8D-9A6D-684B4E4B9C0A}"/>
              </a:ext>
            </a:extLst>
          </p:cNvPr>
          <p:cNvSpPr>
            <a:spLocks noGrp="1"/>
          </p:cNvSpPr>
          <p:nvPr>
            <p:ph type="title"/>
          </p:nvPr>
        </p:nvSpPr>
        <p:spPr>
          <a:xfrm>
            <a:off x="633681" y="285383"/>
            <a:ext cx="10515600" cy="1584514"/>
          </a:xfrm>
        </p:spPr>
        <p:txBody>
          <a:bodyPr>
            <a:normAutofit fontScale="90000"/>
          </a:bodyPr>
          <a:lstStyle/>
          <a:p>
            <a:r>
              <a:rPr lang="en-SG" dirty="0"/>
              <a:t>Theme for your Shopify Site</a:t>
            </a:r>
            <a:br>
              <a:rPr lang="en-SG" dirty="0"/>
            </a:br>
            <a:r>
              <a:rPr lang="en-SG" sz="3600" dirty="0">
                <a:solidFill>
                  <a:srgbClr val="0070C0"/>
                </a:solidFill>
              </a:rPr>
              <a:t>2 – Customizing the Added Theme</a:t>
            </a:r>
            <a:br>
              <a:rPr lang="en-SG" sz="3600" dirty="0">
                <a:solidFill>
                  <a:srgbClr val="0070C0"/>
                </a:solidFill>
              </a:rPr>
            </a:br>
            <a:r>
              <a:rPr lang="en-SG" sz="2700" u="sng" dirty="0">
                <a:solidFill>
                  <a:schemeClr val="accent4">
                    <a:lumMod val="50000"/>
                  </a:schemeClr>
                </a:solidFill>
              </a:rPr>
              <a:t>(Home Page – Banner, Blogs, Featured Collections, Gallery &amp; etc.)</a:t>
            </a:r>
            <a:br>
              <a:rPr lang="en-SG" sz="3600" dirty="0">
                <a:solidFill>
                  <a:srgbClr val="0070C0"/>
                </a:solidFill>
              </a:rPr>
            </a:br>
            <a:endParaRPr lang="en-SG" sz="3600" dirty="0">
              <a:solidFill>
                <a:srgbClr val="0070C0"/>
              </a:solidFill>
            </a:endParaRPr>
          </a:p>
        </p:txBody>
      </p:sp>
      <p:sp>
        <p:nvSpPr>
          <p:cNvPr id="10" name="TextBox 9">
            <a:extLst>
              <a:ext uri="{FF2B5EF4-FFF2-40B4-BE49-F238E27FC236}">
                <a16:creationId xmlns:a16="http://schemas.microsoft.com/office/drawing/2014/main" id="{BA9A24AA-4BD2-4262-BFDE-B8FC2FF79E86}"/>
              </a:ext>
            </a:extLst>
          </p:cNvPr>
          <p:cNvSpPr txBox="1"/>
          <p:nvPr/>
        </p:nvSpPr>
        <p:spPr>
          <a:xfrm>
            <a:off x="4894417" y="2052350"/>
            <a:ext cx="7107083" cy="1938992"/>
          </a:xfrm>
          <a:prstGeom prst="rect">
            <a:avLst/>
          </a:prstGeom>
          <a:solidFill>
            <a:schemeClr val="accent4">
              <a:lumMod val="60000"/>
              <a:lumOff val="40000"/>
            </a:schemeClr>
          </a:solidFill>
        </p:spPr>
        <p:txBody>
          <a:bodyPr wrap="square" rtlCol="0">
            <a:spAutoFit/>
          </a:bodyPr>
          <a:lstStyle/>
          <a:p>
            <a:r>
              <a:rPr lang="en-SG" sz="2400" dirty="0"/>
              <a:t>In the footer section, you can have language selector, currency selector, quick links, newsletter or you can add a customized content not part of the theme. Just need to click “Add content” to add additional content on the footer.</a:t>
            </a:r>
          </a:p>
        </p:txBody>
      </p:sp>
      <p:sp>
        <p:nvSpPr>
          <p:cNvPr id="11" name="Rectangle 10">
            <a:extLst>
              <a:ext uri="{FF2B5EF4-FFF2-40B4-BE49-F238E27FC236}">
                <a16:creationId xmlns:a16="http://schemas.microsoft.com/office/drawing/2014/main" id="{7B85D519-7EBA-4A0B-9DFB-D19BED986469}"/>
              </a:ext>
            </a:extLst>
          </p:cNvPr>
          <p:cNvSpPr/>
          <p:nvPr/>
        </p:nvSpPr>
        <p:spPr>
          <a:xfrm>
            <a:off x="-66677" y="1638102"/>
            <a:ext cx="2181227" cy="4934516"/>
          </a:xfrm>
          <a:prstGeom prst="rect">
            <a:avLst/>
          </a:prstGeom>
          <a:noFill/>
          <a:ln w="317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cxnSp>
        <p:nvCxnSpPr>
          <p:cNvPr id="13" name="Straight Arrow Connector 12">
            <a:extLst>
              <a:ext uri="{FF2B5EF4-FFF2-40B4-BE49-F238E27FC236}">
                <a16:creationId xmlns:a16="http://schemas.microsoft.com/office/drawing/2014/main" id="{2B660F86-8565-46AC-89B8-68D1BA6DB1F2}"/>
              </a:ext>
            </a:extLst>
          </p:cNvPr>
          <p:cNvCxnSpPr>
            <a:cxnSpLocks/>
          </p:cNvCxnSpPr>
          <p:nvPr/>
        </p:nvCxnSpPr>
        <p:spPr>
          <a:xfrm flipV="1">
            <a:off x="2114550" y="3429000"/>
            <a:ext cx="2779867" cy="476250"/>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5574250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98AF27DE-0261-4F5D-AD03-911563407DA8}"/>
              </a:ext>
            </a:extLst>
          </p:cNvPr>
          <p:cNvPicPr>
            <a:picLocks noChangeAspect="1"/>
          </p:cNvPicPr>
          <p:nvPr/>
        </p:nvPicPr>
        <p:blipFill rotWithShape="1">
          <a:blip r:embed="rId2"/>
          <a:srcRect l="23984" t="21250" r="6640" b="14583"/>
          <a:stretch/>
        </p:blipFill>
        <p:spPr>
          <a:xfrm>
            <a:off x="3324224" y="1943098"/>
            <a:ext cx="8458201" cy="4400551"/>
          </a:xfrm>
          <a:prstGeom prst="rect">
            <a:avLst/>
          </a:prstGeom>
        </p:spPr>
      </p:pic>
      <p:pic>
        <p:nvPicPr>
          <p:cNvPr id="8" name="Picture 7">
            <a:extLst>
              <a:ext uri="{FF2B5EF4-FFF2-40B4-BE49-F238E27FC236}">
                <a16:creationId xmlns:a16="http://schemas.microsoft.com/office/drawing/2014/main" id="{F538727B-4BF5-4AF8-B317-A6E01F0E4DE6}"/>
              </a:ext>
            </a:extLst>
          </p:cNvPr>
          <p:cNvPicPr>
            <a:picLocks noChangeAspect="1"/>
          </p:cNvPicPr>
          <p:nvPr/>
        </p:nvPicPr>
        <p:blipFill rotWithShape="1">
          <a:blip r:embed="rId3"/>
          <a:srcRect t="15972" r="82109" b="7222"/>
          <a:stretch/>
        </p:blipFill>
        <p:spPr>
          <a:xfrm>
            <a:off x="0" y="1590674"/>
            <a:ext cx="2590800" cy="5105401"/>
          </a:xfrm>
          <a:prstGeom prst="rect">
            <a:avLst/>
          </a:prstGeom>
        </p:spPr>
      </p:pic>
      <p:sp>
        <p:nvSpPr>
          <p:cNvPr id="6" name="Title 1">
            <a:extLst>
              <a:ext uri="{FF2B5EF4-FFF2-40B4-BE49-F238E27FC236}">
                <a16:creationId xmlns:a16="http://schemas.microsoft.com/office/drawing/2014/main" id="{F20FF225-4738-4F8D-9A6D-684B4E4B9C0A}"/>
              </a:ext>
            </a:extLst>
          </p:cNvPr>
          <p:cNvSpPr>
            <a:spLocks noGrp="1"/>
          </p:cNvSpPr>
          <p:nvPr>
            <p:ph type="title"/>
          </p:nvPr>
        </p:nvSpPr>
        <p:spPr>
          <a:xfrm>
            <a:off x="633681" y="285383"/>
            <a:ext cx="10515600" cy="1584514"/>
          </a:xfrm>
        </p:spPr>
        <p:txBody>
          <a:bodyPr>
            <a:normAutofit fontScale="90000"/>
          </a:bodyPr>
          <a:lstStyle/>
          <a:p>
            <a:r>
              <a:rPr lang="en-SG" dirty="0"/>
              <a:t>Theme for your Shopify Site</a:t>
            </a:r>
            <a:br>
              <a:rPr lang="en-SG" dirty="0"/>
            </a:br>
            <a:r>
              <a:rPr lang="en-SG" sz="3600" dirty="0">
                <a:solidFill>
                  <a:srgbClr val="0070C0"/>
                </a:solidFill>
              </a:rPr>
              <a:t>2 – Customizing the Added Theme</a:t>
            </a:r>
            <a:br>
              <a:rPr lang="en-SG" sz="3600" dirty="0">
                <a:solidFill>
                  <a:srgbClr val="0070C0"/>
                </a:solidFill>
              </a:rPr>
            </a:br>
            <a:r>
              <a:rPr lang="en-SG" sz="2700" u="sng" dirty="0">
                <a:solidFill>
                  <a:schemeClr val="accent4">
                    <a:lumMod val="50000"/>
                  </a:schemeClr>
                </a:solidFill>
              </a:rPr>
              <a:t>(Home Page – Banner, Blogs, Featured Collections, Gallery &amp; etc.)</a:t>
            </a:r>
            <a:br>
              <a:rPr lang="en-SG" sz="3600" dirty="0">
                <a:solidFill>
                  <a:srgbClr val="0070C0"/>
                </a:solidFill>
              </a:rPr>
            </a:br>
            <a:endParaRPr lang="en-SG" sz="3600" dirty="0">
              <a:solidFill>
                <a:srgbClr val="0070C0"/>
              </a:solidFill>
            </a:endParaRPr>
          </a:p>
        </p:txBody>
      </p:sp>
      <p:sp>
        <p:nvSpPr>
          <p:cNvPr id="11" name="Rectangle 10">
            <a:extLst>
              <a:ext uri="{FF2B5EF4-FFF2-40B4-BE49-F238E27FC236}">
                <a16:creationId xmlns:a16="http://schemas.microsoft.com/office/drawing/2014/main" id="{7B85D519-7EBA-4A0B-9DFB-D19BED986469}"/>
              </a:ext>
            </a:extLst>
          </p:cNvPr>
          <p:cNvSpPr/>
          <p:nvPr/>
        </p:nvSpPr>
        <p:spPr>
          <a:xfrm>
            <a:off x="66675" y="2486024"/>
            <a:ext cx="2047875" cy="409575"/>
          </a:xfrm>
          <a:prstGeom prst="rect">
            <a:avLst/>
          </a:prstGeom>
          <a:noFill/>
          <a:ln w="317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cxnSp>
        <p:nvCxnSpPr>
          <p:cNvPr id="13" name="Straight Arrow Connector 12">
            <a:extLst>
              <a:ext uri="{FF2B5EF4-FFF2-40B4-BE49-F238E27FC236}">
                <a16:creationId xmlns:a16="http://schemas.microsoft.com/office/drawing/2014/main" id="{2B660F86-8565-46AC-89B8-68D1BA6DB1F2}"/>
              </a:ext>
            </a:extLst>
          </p:cNvPr>
          <p:cNvCxnSpPr>
            <a:cxnSpLocks/>
          </p:cNvCxnSpPr>
          <p:nvPr/>
        </p:nvCxnSpPr>
        <p:spPr>
          <a:xfrm flipV="1">
            <a:off x="2114550" y="2238375"/>
            <a:ext cx="7762875" cy="526872"/>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04C2DE53-2CF5-4CBF-BD59-BE66D24E37AE}"/>
              </a:ext>
            </a:extLst>
          </p:cNvPr>
          <p:cNvSpPr txBox="1"/>
          <p:nvPr/>
        </p:nvSpPr>
        <p:spPr>
          <a:xfrm>
            <a:off x="5655601" y="1877190"/>
            <a:ext cx="3795445" cy="461665"/>
          </a:xfrm>
          <a:prstGeom prst="rect">
            <a:avLst/>
          </a:prstGeom>
          <a:noFill/>
        </p:spPr>
        <p:txBody>
          <a:bodyPr wrap="square" rtlCol="0">
            <a:spAutoFit/>
          </a:bodyPr>
          <a:lstStyle/>
          <a:p>
            <a:r>
              <a:rPr lang="en-SG" sz="2400" dirty="0">
                <a:solidFill>
                  <a:srgbClr val="FF0000"/>
                </a:solidFill>
              </a:rPr>
              <a:t>Click on “Add the Language”</a:t>
            </a:r>
          </a:p>
        </p:txBody>
      </p:sp>
      <p:cxnSp>
        <p:nvCxnSpPr>
          <p:cNvPr id="15" name="Straight Arrow Connector 14">
            <a:extLst>
              <a:ext uri="{FF2B5EF4-FFF2-40B4-BE49-F238E27FC236}">
                <a16:creationId xmlns:a16="http://schemas.microsoft.com/office/drawing/2014/main" id="{D22037E0-97D9-426D-B386-30362ECA83B4}"/>
              </a:ext>
            </a:extLst>
          </p:cNvPr>
          <p:cNvCxnSpPr>
            <a:cxnSpLocks/>
          </p:cNvCxnSpPr>
          <p:nvPr/>
        </p:nvCxnSpPr>
        <p:spPr>
          <a:xfrm flipH="1">
            <a:off x="6534150" y="2399002"/>
            <a:ext cx="3495675" cy="1693752"/>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573D52DC-F525-4472-A5CF-F15BDA7BEBC5}"/>
              </a:ext>
            </a:extLst>
          </p:cNvPr>
          <p:cNvSpPr txBox="1"/>
          <p:nvPr/>
        </p:nvSpPr>
        <p:spPr>
          <a:xfrm>
            <a:off x="7751102" y="3334958"/>
            <a:ext cx="3012147" cy="830997"/>
          </a:xfrm>
          <a:prstGeom prst="rect">
            <a:avLst/>
          </a:prstGeom>
          <a:noFill/>
        </p:spPr>
        <p:txBody>
          <a:bodyPr wrap="square" rtlCol="0">
            <a:spAutoFit/>
          </a:bodyPr>
          <a:lstStyle/>
          <a:p>
            <a:r>
              <a:rPr lang="en-SG" sz="2400" dirty="0">
                <a:solidFill>
                  <a:srgbClr val="FF0000"/>
                </a:solidFill>
              </a:rPr>
              <a:t>Select the preferred language</a:t>
            </a:r>
          </a:p>
        </p:txBody>
      </p:sp>
    </p:spTree>
    <p:extLst>
      <p:ext uri="{BB962C8B-B14F-4D97-AF65-F5344CB8AC3E}">
        <p14:creationId xmlns:p14="http://schemas.microsoft.com/office/powerpoint/2010/main" val="183178596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F20FF225-4738-4F8D-9A6D-684B4E4B9C0A}"/>
              </a:ext>
            </a:extLst>
          </p:cNvPr>
          <p:cNvSpPr>
            <a:spLocks noGrp="1"/>
          </p:cNvSpPr>
          <p:nvPr>
            <p:ph type="title"/>
          </p:nvPr>
        </p:nvSpPr>
        <p:spPr>
          <a:xfrm>
            <a:off x="633681" y="285383"/>
            <a:ext cx="10515600" cy="1584514"/>
          </a:xfrm>
        </p:spPr>
        <p:txBody>
          <a:bodyPr>
            <a:normAutofit fontScale="90000"/>
          </a:bodyPr>
          <a:lstStyle/>
          <a:p>
            <a:r>
              <a:rPr lang="en-SG" dirty="0"/>
              <a:t>Theme for your Shopify Site</a:t>
            </a:r>
            <a:br>
              <a:rPr lang="en-SG" dirty="0"/>
            </a:br>
            <a:r>
              <a:rPr lang="en-SG" sz="3600" dirty="0">
                <a:solidFill>
                  <a:srgbClr val="0070C0"/>
                </a:solidFill>
              </a:rPr>
              <a:t>2 – Customizing the Added Theme</a:t>
            </a:r>
            <a:br>
              <a:rPr lang="en-SG" sz="3600" dirty="0">
                <a:solidFill>
                  <a:srgbClr val="0070C0"/>
                </a:solidFill>
              </a:rPr>
            </a:br>
            <a:r>
              <a:rPr lang="en-SG" sz="2700" u="sng" dirty="0">
                <a:solidFill>
                  <a:schemeClr val="accent4">
                    <a:lumMod val="50000"/>
                  </a:schemeClr>
                </a:solidFill>
              </a:rPr>
              <a:t>(Home Page – Banner, Blogs, Featured Collections, Gallery &amp; etc.)</a:t>
            </a:r>
            <a:br>
              <a:rPr lang="en-SG" sz="3600" dirty="0">
                <a:solidFill>
                  <a:srgbClr val="0070C0"/>
                </a:solidFill>
              </a:rPr>
            </a:br>
            <a:endParaRPr lang="en-SG" sz="3600" dirty="0">
              <a:solidFill>
                <a:srgbClr val="0070C0"/>
              </a:solidFill>
            </a:endParaRPr>
          </a:p>
        </p:txBody>
      </p:sp>
      <p:pic>
        <p:nvPicPr>
          <p:cNvPr id="2" name="Picture 1">
            <a:extLst>
              <a:ext uri="{FF2B5EF4-FFF2-40B4-BE49-F238E27FC236}">
                <a16:creationId xmlns:a16="http://schemas.microsoft.com/office/drawing/2014/main" id="{22A46271-EB7D-4BF7-8DB6-BDB0B9DF27CE}"/>
              </a:ext>
            </a:extLst>
          </p:cNvPr>
          <p:cNvPicPr>
            <a:picLocks noChangeAspect="1"/>
          </p:cNvPicPr>
          <p:nvPr/>
        </p:nvPicPr>
        <p:blipFill rotWithShape="1">
          <a:blip r:embed="rId2"/>
          <a:srcRect l="27834" t="24000" r="12999" b="26075"/>
          <a:stretch/>
        </p:blipFill>
        <p:spPr>
          <a:xfrm>
            <a:off x="878840" y="1869896"/>
            <a:ext cx="10509060" cy="4988103"/>
          </a:xfrm>
          <a:prstGeom prst="rect">
            <a:avLst/>
          </a:prstGeom>
        </p:spPr>
      </p:pic>
      <p:sp>
        <p:nvSpPr>
          <p:cNvPr id="14" name="Rectangle 13">
            <a:extLst>
              <a:ext uri="{FF2B5EF4-FFF2-40B4-BE49-F238E27FC236}">
                <a16:creationId xmlns:a16="http://schemas.microsoft.com/office/drawing/2014/main" id="{1DC9C53E-A0F4-4FB0-8C64-4985CB868FFF}"/>
              </a:ext>
            </a:extLst>
          </p:cNvPr>
          <p:cNvSpPr/>
          <p:nvPr/>
        </p:nvSpPr>
        <p:spPr>
          <a:xfrm>
            <a:off x="1428750" y="4876799"/>
            <a:ext cx="5905500" cy="638176"/>
          </a:xfrm>
          <a:prstGeom prst="rect">
            <a:avLst/>
          </a:prstGeom>
          <a:noFill/>
          <a:ln w="317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16" name="TextBox 15">
            <a:extLst>
              <a:ext uri="{FF2B5EF4-FFF2-40B4-BE49-F238E27FC236}">
                <a16:creationId xmlns:a16="http://schemas.microsoft.com/office/drawing/2014/main" id="{08A91518-32E1-41A4-8714-B9A81EDDCC72}"/>
              </a:ext>
            </a:extLst>
          </p:cNvPr>
          <p:cNvSpPr txBox="1"/>
          <p:nvPr/>
        </p:nvSpPr>
        <p:spPr>
          <a:xfrm>
            <a:off x="7517715" y="2403852"/>
            <a:ext cx="3795445" cy="1938992"/>
          </a:xfrm>
          <a:prstGeom prst="rect">
            <a:avLst/>
          </a:prstGeom>
          <a:solidFill>
            <a:schemeClr val="bg1"/>
          </a:solidFill>
          <a:ln>
            <a:solidFill>
              <a:srgbClr val="FF0000"/>
            </a:solidFill>
          </a:ln>
        </p:spPr>
        <p:txBody>
          <a:bodyPr wrap="square" rtlCol="0">
            <a:spAutoFit/>
          </a:bodyPr>
          <a:lstStyle/>
          <a:p>
            <a:r>
              <a:rPr lang="en-SG" sz="2400" dirty="0">
                <a:solidFill>
                  <a:srgbClr val="FF0000"/>
                </a:solidFill>
              </a:rPr>
              <a:t>If you added a new language a new site URL will be generated and users can access it via the link provided</a:t>
            </a:r>
          </a:p>
        </p:txBody>
      </p:sp>
      <p:cxnSp>
        <p:nvCxnSpPr>
          <p:cNvPr id="17" name="Straight Arrow Connector 16">
            <a:extLst>
              <a:ext uri="{FF2B5EF4-FFF2-40B4-BE49-F238E27FC236}">
                <a16:creationId xmlns:a16="http://schemas.microsoft.com/office/drawing/2014/main" id="{579E010F-90B2-4788-BA27-3B9156DDCEBC}"/>
              </a:ext>
            </a:extLst>
          </p:cNvPr>
          <p:cNvCxnSpPr>
            <a:cxnSpLocks/>
          </p:cNvCxnSpPr>
          <p:nvPr/>
        </p:nvCxnSpPr>
        <p:spPr>
          <a:xfrm flipV="1">
            <a:off x="4438436" y="3429000"/>
            <a:ext cx="3079279" cy="1447799"/>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pic>
        <p:nvPicPr>
          <p:cNvPr id="5" name="Picture 4">
            <a:extLst>
              <a:ext uri="{FF2B5EF4-FFF2-40B4-BE49-F238E27FC236}">
                <a16:creationId xmlns:a16="http://schemas.microsoft.com/office/drawing/2014/main" id="{9BE8D36B-7DB0-403A-A42C-EA0E56B91CD0}"/>
              </a:ext>
            </a:extLst>
          </p:cNvPr>
          <p:cNvPicPr>
            <a:picLocks noChangeAspect="1"/>
          </p:cNvPicPr>
          <p:nvPr/>
        </p:nvPicPr>
        <p:blipFill rotWithShape="1">
          <a:blip r:embed="rId3"/>
          <a:srcRect l="9185" t="52735" r="60116" b="8750"/>
          <a:stretch/>
        </p:blipFill>
        <p:spPr>
          <a:xfrm>
            <a:off x="9017420" y="4469307"/>
            <a:ext cx="3019962" cy="2131238"/>
          </a:xfrm>
          <a:prstGeom prst="rect">
            <a:avLst/>
          </a:prstGeom>
        </p:spPr>
      </p:pic>
      <p:cxnSp>
        <p:nvCxnSpPr>
          <p:cNvPr id="19" name="Straight Arrow Connector 18">
            <a:extLst>
              <a:ext uri="{FF2B5EF4-FFF2-40B4-BE49-F238E27FC236}">
                <a16:creationId xmlns:a16="http://schemas.microsoft.com/office/drawing/2014/main" id="{FF426D46-1FDB-45EE-A723-2E3BF30EF2A4}"/>
              </a:ext>
            </a:extLst>
          </p:cNvPr>
          <p:cNvCxnSpPr>
            <a:cxnSpLocks/>
          </p:cNvCxnSpPr>
          <p:nvPr/>
        </p:nvCxnSpPr>
        <p:spPr>
          <a:xfrm flipV="1">
            <a:off x="8020050" y="5629275"/>
            <a:ext cx="1552575" cy="209550"/>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6394216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F20FF225-4738-4F8D-9A6D-684B4E4B9C0A}"/>
              </a:ext>
            </a:extLst>
          </p:cNvPr>
          <p:cNvSpPr>
            <a:spLocks noGrp="1"/>
          </p:cNvSpPr>
          <p:nvPr>
            <p:ph type="title"/>
          </p:nvPr>
        </p:nvSpPr>
        <p:spPr>
          <a:xfrm>
            <a:off x="633681" y="285383"/>
            <a:ext cx="10515600" cy="1584514"/>
          </a:xfrm>
        </p:spPr>
        <p:txBody>
          <a:bodyPr>
            <a:normAutofit fontScale="90000"/>
          </a:bodyPr>
          <a:lstStyle/>
          <a:p>
            <a:r>
              <a:rPr lang="en-SG" dirty="0"/>
              <a:t>Theme for your Shopify Site</a:t>
            </a:r>
            <a:br>
              <a:rPr lang="en-SG" dirty="0"/>
            </a:br>
            <a:r>
              <a:rPr lang="en-SG" sz="3600" dirty="0">
                <a:solidFill>
                  <a:srgbClr val="0070C0"/>
                </a:solidFill>
              </a:rPr>
              <a:t>2 – Customizing the Added Theme</a:t>
            </a:r>
            <a:br>
              <a:rPr lang="en-SG" sz="3600" dirty="0">
                <a:solidFill>
                  <a:srgbClr val="0070C0"/>
                </a:solidFill>
              </a:rPr>
            </a:br>
            <a:r>
              <a:rPr lang="en-SG" sz="2700" u="sng" dirty="0">
                <a:solidFill>
                  <a:schemeClr val="accent4">
                    <a:lumMod val="50000"/>
                  </a:schemeClr>
                </a:solidFill>
              </a:rPr>
              <a:t>(Product Page)</a:t>
            </a:r>
            <a:br>
              <a:rPr lang="en-SG" sz="3600" dirty="0">
                <a:solidFill>
                  <a:srgbClr val="0070C0"/>
                </a:solidFill>
              </a:rPr>
            </a:br>
            <a:endParaRPr lang="en-SG" sz="3600" dirty="0">
              <a:solidFill>
                <a:srgbClr val="0070C0"/>
              </a:solidFill>
            </a:endParaRPr>
          </a:p>
        </p:txBody>
      </p:sp>
      <p:pic>
        <p:nvPicPr>
          <p:cNvPr id="4" name="Picture 3">
            <a:extLst>
              <a:ext uri="{FF2B5EF4-FFF2-40B4-BE49-F238E27FC236}">
                <a16:creationId xmlns:a16="http://schemas.microsoft.com/office/drawing/2014/main" id="{D73381E4-DB92-4FF3-B7D6-8388D610B583}"/>
              </a:ext>
            </a:extLst>
          </p:cNvPr>
          <p:cNvPicPr>
            <a:picLocks noChangeAspect="1"/>
          </p:cNvPicPr>
          <p:nvPr/>
        </p:nvPicPr>
        <p:blipFill rotWithShape="1">
          <a:blip r:embed="rId2"/>
          <a:srcRect t="16148" r="13750" b="19703"/>
          <a:stretch/>
        </p:blipFill>
        <p:spPr>
          <a:xfrm>
            <a:off x="128319" y="1661160"/>
            <a:ext cx="11430000" cy="4701540"/>
          </a:xfrm>
          <a:prstGeom prst="rect">
            <a:avLst/>
          </a:prstGeom>
        </p:spPr>
      </p:pic>
      <p:sp>
        <p:nvSpPr>
          <p:cNvPr id="11" name="Rectangle 10">
            <a:extLst>
              <a:ext uri="{FF2B5EF4-FFF2-40B4-BE49-F238E27FC236}">
                <a16:creationId xmlns:a16="http://schemas.microsoft.com/office/drawing/2014/main" id="{9E7EBD42-BB76-4BD6-9C19-2CE5330196DB}"/>
              </a:ext>
            </a:extLst>
          </p:cNvPr>
          <p:cNvSpPr/>
          <p:nvPr/>
        </p:nvSpPr>
        <p:spPr>
          <a:xfrm>
            <a:off x="66675" y="2152650"/>
            <a:ext cx="2362200" cy="2257425"/>
          </a:xfrm>
          <a:prstGeom prst="rect">
            <a:avLst/>
          </a:prstGeom>
          <a:noFill/>
          <a:ln w="317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12" name="Rectangle 11">
            <a:extLst>
              <a:ext uri="{FF2B5EF4-FFF2-40B4-BE49-F238E27FC236}">
                <a16:creationId xmlns:a16="http://schemas.microsoft.com/office/drawing/2014/main" id="{53B066E2-7F16-4FAD-AF6C-45A9B0B34DAB}"/>
              </a:ext>
            </a:extLst>
          </p:cNvPr>
          <p:cNvSpPr/>
          <p:nvPr/>
        </p:nvSpPr>
        <p:spPr>
          <a:xfrm>
            <a:off x="2490519" y="2314574"/>
            <a:ext cx="1529031" cy="409575"/>
          </a:xfrm>
          <a:prstGeom prst="rect">
            <a:avLst/>
          </a:prstGeom>
          <a:noFill/>
          <a:ln w="317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13" name="TextBox 12">
            <a:extLst>
              <a:ext uri="{FF2B5EF4-FFF2-40B4-BE49-F238E27FC236}">
                <a16:creationId xmlns:a16="http://schemas.microsoft.com/office/drawing/2014/main" id="{D2D3A7B5-CB90-4DED-A6D6-3369D66F7B01}"/>
              </a:ext>
            </a:extLst>
          </p:cNvPr>
          <p:cNvSpPr txBox="1"/>
          <p:nvPr/>
        </p:nvSpPr>
        <p:spPr>
          <a:xfrm>
            <a:off x="4081194" y="1919196"/>
            <a:ext cx="3033981" cy="1200329"/>
          </a:xfrm>
          <a:prstGeom prst="rect">
            <a:avLst/>
          </a:prstGeom>
          <a:solidFill>
            <a:schemeClr val="bg1"/>
          </a:solidFill>
          <a:ln>
            <a:solidFill>
              <a:srgbClr val="FF0000"/>
            </a:solidFill>
          </a:ln>
        </p:spPr>
        <p:txBody>
          <a:bodyPr wrap="square" rtlCol="0">
            <a:spAutoFit/>
          </a:bodyPr>
          <a:lstStyle/>
          <a:p>
            <a:r>
              <a:rPr lang="en-SG" sz="2400" dirty="0">
                <a:solidFill>
                  <a:srgbClr val="FF0000"/>
                </a:solidFill>
              </a:rPr>
              <a:t>Select it from the “Product Page” from the dropdown menu</a:t>
            </a:r>
          </a:p>
        </p:txBody>
      </p:sp>
      <p:sp>
        <p:nvSpPr>
          <p:cNvPr id="15" name="TextBox 14">
            <a:extLst>
              <a:ext uri="{FF2B5EF4-FFF2-40B4-BE49-F238E27FC236}">
                <a16:creationId xmlns:a16="http://schemas.microsoft.com/office/drawing/2014/main" id="{A8C984FE-8626-4C8F-B4F0-5E778F25A343}"/>
              </a:ext>
            </a:extLst>
          </p:cNvPr>
          <p:cNvSpPr txBox="1"/>
          <p:nvPr/>
        </p:nvSpPr>
        <p:spPr>
          <a:xfrm>
            <a:off x="375969" y="4599810"/>
            <a:ext cx="3033981" cy="1938992"/>
          </a:xfrm>
          <a:prstGeom prst="rect">
            <a:avLst/>
          </a:prstGeom>
          <a:solidFill>
            <a:schemeClr val="bg1"/>
          </a:solidFill>
          <a:ln>
            <a:solidFill>
              <a:srgbClr val="FF0000"/>
            </a:solidFill>
          </a:ln>
        </p:spPr>
        <p:txBody>
          <a:bodyPr wrap="square" rtlCol="0">
            <a:spAutoFit/>
          </a:bodyPr>
          <a:lstStyle/>
          <a:p>
            <a:r>
              <a:rPr lang="en-SG" sz="2400" dirty="0">
                <a:solidFill>
                  <a:srgbClr val="FF0000"/>
                </a:solidFill>
              </a:rPr>
              <a:t>You can customize the header, product pages contents and product recommendation in this section.</a:t>
            </a:r>
          </a:p>
        </p:txBody>
      </p:sp>
    </p:spTree>
    <p:extLst>
      <p:ext uri="{BB962C8B-B14F-4D97-AF65-F5344CB8AC3E}">
        <p14:creationId xmlns:p14="http://schemas.microsoft.com/office/powerpoint/2010/main" val="233501409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F20FF225-4738-4F8D-9A6D-684B4E4B9C0A}"/>
              </a:ext>
            </a:extLst>
          </p:cNvPr>
          <p:cNvSpPr>
            <a:spLocks noGrp="1"/>
          </p:cNvSpPr>
          <p:nvPr>
            <p:ph type="title"/>
          </p:nvPr>
        </p:nvSpPr>
        <p:spPr>
          <a:xfrm>
            <a:off x="633681" y="285383"/>
            <a:ext cx="10515600" cy="1584514"/>
          </a:xfrm>
        </p:spPr>
        <p:txBody>
          <a:bodyPr>
            <a:normAutofit fontScale="90000"/>
          </a:bodyPr>
          <a:lstStyle/>
          <a:p>
            <a:r>
              <a:rPr lang="en-SG" dirty="0"/>
              <a:t>Theme for your Shopify Site</a:t>
            </a:r>
            <a:br>
              <a:rPr lang="en-SG" dirty="0"/>
            </a:br>
            <a:r>
              <a:rPr lang="en-SG" sz="3600" dirty="0">
                <a:solidFill>
                  <a:srgbClr val="0070C0"/>
                </a:solidFill>
              </a:rPr>
              <a:t>2 – Customizing the Added Theme</a:t>
            </a:r>
            <a:br>
              <a:rPr lang="en-SG" sz="3600" dirty="0">
                <a:solidFill>
                  <a:srgbClr val="0070C0"/>
                </a:solidFill>
              </a:rPr>
            </a:br>
            <a:r>
              <a:rPr lang="en-SG" sz="2700" u="sng" dirty="0">
                <a:solidFill>
                  <a:schemeClr val="accent4">
                    <a:lumMod val="50000"/>
                  </a:schemeClr>
                </a:solidFill>
              </a:rPr>
              <a:t>(Product Page)</a:t>
            </a:r>
            <a:br>
              <a:rPr lang="en-SG" sz="3600" dirty="0">
                <a:solidFill>
                  <a:srgbClr val="0070C0"/>
                </a:solidFill>
              </a:rPr>
            </a:br>
            <a:endParaRPr lang="en-SG" sz="3600" dirty="0">
              <a:solidFill>
                <a:srgbClr val="0070C0"/>
              </a:solidFill>
            </a:endParaRPr>
          </a:p>
        </p:txBody>
      </p:sp>
      <p:grpSp>
        <p:nvGrpSpPr>
          <p:cNvPr id="2" name="Group 1">
            <a:extLst>
              <a:ext uri="{FF2B5EF4-FFF2-40B4-BE49-F238E27FC236}">
                <a16:creationId xmlns:a16="http://schemas.microsoft.com/office/drawing/2014/main" id="{C32A999C-2792-4C01-AE8A-6BCCF098E75B}"/>
              </a:ext>
            </a:extLst>
          </p:cNvPr>
          <p:cNvGrpSpPr/>
          <p:nvPr/>
        </p:nvGrpSpPr>
        <p:grpSpPr>
          <a:xfrm>
            <a:off x="876300" y="1756410"/>
            <a:ext cx="4276725" cy="4701540"/>
            <a:chOff x="66675" y="1661160"/>
            <a:chExt cx="4276725" cy="4701540"/>
          </a:xfrm>
        </p:grpSpPr>
        <p:pic>
          <p:nvPicPr>
            <p:cNvPr id="4" name="Picture 3">
              <a:extLst>
                <a:ext uri="{FF2B5EF4-FFF2-40B4-BE49-F238E27FC236}">
                  <a16:creationId xmlns:a16="http://schemas.microsoft.com/office/drawing/2014/main" id="{D73381E4-DB92-4FF3-B7D6-8388D610B583}"/>
                </a:ext>
              </a:extLst>
            </p:cNvPr>
            <p:cNvPicPr>
              <a:picLocks noChangeAspect="1"/>
            </p:cNvPicPr>
            <p:nvPr/>
          </p:nvPicPr>
          <p:blipFill rotWithShape="1">
            <a:blip r:embed="rId2"/>
            <a:srcRect t="16148" r="68193" b="19703"/>
            <a:stretch/>
          </p:blipFill>
          <p:spPr>
            <a:xfrm>
              <a:off x="128319" y="1661160"/>
              <a:ext cx="4215081" cy="4701540"/>
            </a:xfrm>
            <a:prstGeom prst="rect">
              <a:avLst/>
            </a:prstGeom>
          </p:spPr>
        </p:pic>
        <p:sp>
          <p:nvSpPr>
            <p:cNvPr id="11" name="Rectangle 10">
              <a:extLst>
                <a:ext uri="{FF2B5EF4-FFF2-40B4-BE49-F238E27FC236}">
                  <a16:creationId xmlns:a16="http://schemas.microsoft.com/office/drawing/2014/main" id="{9E7EBD42-BB76-4BD6-9C19-2CE5330196DB}"/>
                </a:ext>
              </a:extLst>
            </p:cNvPr>
            <p:cNvSpPr/>
            <p:nvPr/>
          </p:nvSpPr>
          <p:spPr>
            <a:xfrm>
              <a:off x="66675" y="2152650"/>
              <a:ext cx="2362200" cy="2257425"/>
            </a:xfrm>
            <a:prstGeom prst="rect">
              <a:avLst/>
            </a:prstGeom>
            <a:noFill/>
            <a:ln w="317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12" name="Rectangle 11">
              <a:extLst>
                <a:ext uri="{FF2B5EF4-FFF2-40B4-BE49-F238E27FC236}">
                  <a16:creationId xmlns:a16="http://schemas.microsoft.com/office/drawing/2014/main" id="{53B066E2-7F16-4FAD-AF6C-45A9B0B34DAB}"/>
                </a:ext>
              </a:extLst>
            </p:cNvPr>
            <p:cNvSpPr/>
            <p:nvPr/>
          </p:nvSpPr>
          <p:spPr>
            <a:xfrm>
              <a:off x="2490519" y="2314574"/>
              <a:ext cx="1529031" cy="409575"/>
            </a:xfrm>
            <a:prstGeom prst="rect">
              <a:avLst/>
            </a:prstGeom>
            <a:noFill/>
            <a:ln w="317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grpSp>
      <p:cxnSp>
        <p:nvCxnSpPr>
          <p:cNvPr id="9" name="Straight Arrow Connector 8">
            <a:extLst>
              <a:ext uri="{FF2B5EF4-FFF2-40B4-BE49-F238E27FC236}">
                <a16:creationId xmlns:a16="http://schemas.microsoft.com/office/drawing/2014/main" id="{D9D7A478-2010-41DC-BFD0-F8B15F5A7EE0}"/>
              </a:ext>
            </a:extLst>
          </p:cNvPr>
          <p:cNvCxnSpPr>
            <a:cxnSpLocks/>
          </p:cNvCxnSpPr>
          <p:nvPr/>
        </p:nvCxnSpPr>
        <p:spPr>
          <a:xfrm>
            <a:off x="2352675" y="3143250"/>
            <a:ext cx="3743325" cy="0"/>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pic>
        <p:nvPicPr>
          <p:cNvPr id="7" name="Picture 6">
            <a:extLst>
              <a:ext uri="{FF2B5EF4-FFF2-40B4-BE49-F238E27FC236}">
                <a16:creationId xmlns:a16="http://schemas.microsoft.com/office/drawing/2014/main" id="{A44B13BD-151C-4B2C-809E-6F5938EEE5A9}"/>
              </a:ext>
            </a:extLst>
          </p:cNvPr>
          <p:cNvPicPr>
            <a:picLocks noChangeAspect="1"/>
          </p:cNvPicPr>
          <p:nvPr/>
        </p:nvPicPr>
        <p:blipFill rotWithShape="1">
          <a:blip r:embed="rId3"/>
          <a:srcRect t="16528" r="81477" b="21528"/>
          <a:stretch/>
        </p:blipFill>
        <p:spPr>
          <a:xfrm>
            <a:off x="6096000" y="1444357"/>
            <a:ext cx="2726114" cy="5128260"/>
          </a:xfrm>
          <a:prstGeom prst="rect">
            <a:avLst/>
          </a:prstGeom>
        </p:spPr>
      </p:pic>
      <p:sp>
        <p:nvSpPr>
          <p:cNvPr id="14" name="TextBox 13">
            <a:extLst>
              <a:ext uri="{FF2B5EF4-FFF2-40B4-BE49-F238E27FC236}">
                <a16:creationId xmlns:a16="http://schemas.microsoft.com/office/drawing/2014/main" id="{C58D6BA9-E711-4CDB-9E3A-17EA425219B7}"/>
              </a:ext>
            </a:extLst>
          </p:cNvPr>
          <p:cNvSpPr txBox="1"/>
          <p:nvPr/>
        </p:nvSpPr>
        <p:spPr>
          <a:xfrm>
            <a:off x="9083338" y="2484993"/>
            <a:ext cx="2726114" cy="3046988"/>
          </a:xfrm>
          <a:prstGeom prst="rect">
            <a:avLst/>
          </a:prstGeom>
          <a:solidFill>
            <a:schemeClr val="accent4">
              <a:lumMod val="60000"/>
              <a:lumOff val="40000"/>
            </a:schemeClr>
          </a:solidFill>
        </p:spPr>
        <p:txBody>
          <a:bodyPr wrap="square" rtlCol="0">
            <a:spAutoFit/>
          </a:bodyPr>
          <a:lstStyle/>
          <a:p>
            <a:r>
              <a:rPr lang="en-SG" sz="2400" dirty="0"/>
              <a:t>If you want to show all the contents of the product pages, you can just tick all the checkboxes and those elements will be displayed on the Product page.</a:t>
            </a:r>
          </a:p>
        </p:txBody>
      </p:sp>
    </p:spTree>
    <p:extLst>
      <p:ext uri="{BB962C8B-B14F-4D97-AF65-F5344CB8AC3E}">
        <p14:creationId xmlns:p14="http://schemas.microsoft.com/office/powerpoint/2010/main" val="144788057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F20FF225-4738-4F8D-9A6D-684B4E4B9C0A}"/>
              </a:ext>
            </a:extLst>
          </p:cNvPr>
          <p:cNvSpPr>
            <a:spLocks noGrp="1"/>
          </p:cNvSpPr>
          <p:nvPr>
            <p:ph type="title"/>
          </p:nvPr>
        </p:nvSpPr>
        <p:spPr>
          <a:xfrm>
            <a:off x="633681" y="285383"/>
            <a:ext cx="10515600" cy="1584514"/>
          </a:xfrm>
        </p:spPr>
        <p:txBody>
          <a:bodyPr>
            <a:normAutofit fontScale="90000"/>
          </a:bodyPr>
          <a:lstStyle/>
          <a:p>
            <a:r>
              <a:rPr lang="en-SG" dirty="0"/>
              <a:t>Theme for your Shopify Site</a:t>
            </a:r>
            <a:br>
              <a:rPr lang="en-SG" dirty="0"/>
            </a:br>
            <a:r>
              <a:rPr lang="en-SG" sz="3600" dirty="0">
                <a:solidFill>
                  <a:srgbClr val="0070C0"/>
                </a:solidFill>
              </a:rPr>
              <a:t>2 – Customizing the Added Theme</a:t>
            </a:r>
            <a:br>
              <a:rPr lang="en-SG" sz="3600" dirty="0">
                <a:solidFill>
                  <a:srgbClr val="0070C0"/>
                </a:solidFill>
              </a:rPr>
            </a:br>
            <a:r>
              <a:rPr lang="en-SG" sz="2700" u="sng" dirty="0">
                <a:solidFill>
                  <a:schemeClr val="accent4">
                    <a:lumMod val="50000"/>
                  </a:schemeClr>
                </a:solidFill>
              </a:rPr>
              <a:t>(Collection Page)</a:t>
            </a:r>
            <a:br>
              <a:rPr lang="en-SG" sz="3600" dirty="0">
                <a:solidFill>
                  <a:srgbClr val="0070C0"/>
                </a:solidFill>
              </a:rPr>
            </a:br>
            <a:endParaRPr lang="en-SG" sz="3600" dirty="0">
              <a:solidFill>
                <a:srgbClr val="0070C0"/>
              </a:solidFill>
            </a:endParaRPr>
          </a:p>
        </p:txBody>
      </p:sp>
      <p:sp>
        <p:nvSpPr>
          <p:cNvPr id="14" name="TextBox 13">
            <a:extLst>
              <a:ext uri="{FF2B5EF4-FFF2-40B4-BE49-F238E27FC236}">
                <a16:creationId xmlns:a16="http://schemas.microsoft.com/office/drawing/2014/main" id="{C58D6BA9-E711-4CDB-9E3A-17EA425219B7}"/>
              </a:ext>
            </a:extLst>
          </p:cNvPr>
          <p:cNvSpPr txBox="1"/>
          <p:nvPr/>
        </p:nvSpPr>
        <p:spPr>
          <a:xfrm>
            <a:off x="7978438" y="2026067"/>
            <a:ext cx="3718262" cy="4154984"/>
          </a:xfrm>
          <a:prstGeom prst="rect">
            <a:avLst/>
          </a:prstGeom>
          <a:solidFill>
            <a:schemeClr val="accent4">
              <a:lumMod val="60000"/>
              <a:lumOff val="40000"/>
            </a:schemeClr>
          </a:solidFill>
        </p:spPr>
        <p:txBody>
          <a:bodyPr wrap="square" rtlCol="0">
            <a:spAutoFit/>
          </a:bodyPr>
          <a:lstStyle/>
          <a:p>
            <a:r>
              <a:rPr lang="en-SG" sz="2400" dirty="0"/>
              <a:t>You can customize the Layout of the collection into a “Grid” or a “List”.</a:t>
            </a:r>
          </a:p>
          <a:p>
            <a:endParaRPr lang="en-SG" sz="2400" dirty="0"/>
          </a:p>
          <a:p>
            <a:r>
              <a:rPr lang="en-SG" sz="2400" dirty="0"/>
              <a:t>You can also customize the number of products per row or the number of rows.</a:t>
            </a:r>
          </a:p>
          <a:p>
            <a:endParaRPr lang="en-SG" sz="2400" dirty="0"/>
          </a:p>
          <a:p>
            <a:r>
              <a:rPr lang="en-SG" sz="2400" dirty="0"/>
              <a:t>Additional settings like product vendor, sorting and filtering is also available.</a:t>
            </a:r>
          </a:p>
        </p:txBody>
      </p:sp>
      <p:pic>
        <p:nvPicPr>
          <p:cNvPr id="3" name="Picture 2">
            <a:extLst>
              <a:ext uri="{FF2B5EF4-FFF2-40B4-BE49-F238E27FC236}">
                <a16:creationId xmlns:a16="http://schemas.microsoft.com/office/drawing/2014/main" id="{6FFCA5CA-D7BC-47CB-80B2-5BE118896A7A}"/>
              </a:ext>
            </a:extLst>
          </p:cNvPr>
          <p:cNvPicPr>
            <a:picLocks noChangeAspect="1"/>
          </p:cNvPicPr>
          <p:nvPr/>
        </p:nvPicPr>
        <p:blipFill rotWithShape="1">
          <a:blip r:embed="rId2"/>
          <a:srcRect t="16740" r="81331" b="36531"/>
          <a:stretch/>
        </p:blipFill>
        <p:spPr>
          <a:xfrm>
            <a:off x="895874" y="2026067"/>
            <a:ext cx="3080558" cy="3964840"/>
          </a:xfrm>
          <a:prstGeom prst="rect">
            <a:avLst/>
          </a:prstGeom>
        </p:spPr>
      </p:pic>
      <p:pic>
        <p:nvPicPr>
          <p:cNvPr id="5" name="Picture 4">
            <a:extLst>
              <a:ext uri="{FF2B5EF4-FFF2-40B4-BE49-F238E27FC236}">
                <a16:creationId xmlns:a16="http://schemas.microsoft.com/office/drawing/2014/main" id="{EAB91DC4-6925-4CCF-A91D-F355B4B636E2}"/>
              </a:ext>
            </a:extLst>
          </p:cNvPr>
          <p:cNvPicPr>
            <a:picLocks noChangeAspect="1"/>
          </p:cNvPicPr>
          <p:nvPr/>
        </p:nvPicPr>
        <p:blipFill rotWithShape="1">
          <a:blip r:embed="rId3"/>
          <a:srcRect t="16000" r="80833" b="31555"/>
          <a:stretch/>
        </p:blipFill>
        <p:spPr>
          <a:xfrm>
            <a:off x="4820187" y="1926155"/>
            <a:ext cx="3018888" cy="4646462"/>
          </a:xfrm>
          <a:prstGeom prst="rect">
            <a:avLst/>
          </a:prstGeom>
        </p:spPr>
      </p:pic>
      <p:sp>
        <p:nvSpPr>
          <p:cNvPr id="13" name="Rectangle 12">
            <a:extLst>
              <a:ext uri="{FF2B5EF4-FFF2-40B4-BE49-F238E27FC236}">
                <a16:creationId xmlns:a16="http://schemas.microsoft.com/office/drawing/2014/main" id="{198822DC-8BA3-4BFA-B4C8-92EBD4584261}"/>
              </a:ext>
            </a:extLst>
          </p:cNvPr>
          <p:cNvSpPr/>
          <p:nvPr/>
        </p:nvSpPr>
        <p:spPr>
          <a:xfrm>
            <a:off x="907122" y="3209926"/>
            <a:ext cx="2169453" cy="609600"/>
          </a:xfrm>
          <a:prstGeom prst="rect">
            <a:avLst/>
          </a:prstGeom>
          <a:noFill/>
          <a:ln w="317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cxnSp>
        <p:nvCxnSpPr>
          <p:cNvPr id="15" name="Straight Arrow Connector 14">
            <a:extLst>
              <a:ext uri="{FF2B5EF4-FFF2-40B4-BE49-F238E27FC236}">
                <a16:creationId xmlns:a16="http://schemas.microsoft.com/office/drawing/2014/main" id="{E66522C9-5E01-4028-9199-39D0D35D233A}"/>
              </a:ext>
            </a:extLst>
          </p:cNvPr>
          <p:cNvCxnSpPr>
            <a:cxnSpLocks/>
            <a:stCxn id="13" idx="3"/>
          </p:cNvCxnSpPr>
          <p:nvPr/>
        </p:nvCxnSpPr>
        <p:spPr>
          <a:xfrm flipV="1">
            <a:off x="3076575" y="3514725"/>
            <a:ext cx="1704975" cy="1"/>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7471743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55B5D3DC-94E7-4753-B3DF-9B407A4995DD}"/>
              </a:ext>
            </a:extLst>
          </p:cNvPr>
          <p:cNvPicPr>
            <a:picLocks noChangeAspect="1"/>
          </p:cNvPicPr>
          <p:nvPr/>
        </p:nvPicPr>
        <p:blipFill rotWithShape="1">
          <a:blip r:embed="rId2"/>
          <a:srcRect t="16805" r="82396" b="47778"/>
          <a:stretch/>
        </p:blipFill>
        <p:spPr>
          <a:xfrm>
            <a:off x="730380" y="1803062"/>
            <a:ext cx="2847975" cy="4166594"/>
          </a:xfrm>
          <a:prstGeom prst="rect">
            <a:avLst/>
          </a:prstGeom>
        </p:spPr>
      </p:pic>
      <p:sp>
        <p:nvSpPr>
          <p:cNvPr id="6" name="Title 1">
            <a:extLst>
              <a:ext uri="{FF2B5EF4-FFF2-40B4-BE49-F238E27FC236}">
                <a16:creationId xmlns:a16="http://schemas.microsoft.com/office/drawing/2014/main" id="{F20FF225-4738-4F8D-9A6D-684B4E4B9C0A}"/>
              </a:ext>
            </a:extLst>
          </p:cNvPr>
          <p:cNvSpPr>
            <a:spLocks noGrp="1"/>
          </p:cNvSpPr>
          <p:nvPr>
            <p:ph type="title"/>
          </p:nvPr>
        </p:nvSpPr>
        <p:spPr>
          <a:xfrm>
            <a:off x="633681" y="285383"/>
            <a:ext cx="10515600" cy="1584514"/>
          </a:xfrm>
        </p:spPr>
        <p:txBody>
          <a:bodyPr>
            <a:normAutofit fontScale="90000"/>
          </a:bodyPr>
          <a:lstStyle/>
          <a:p>
            <a:r>
              <a:rPr lang="en-SG" dirty="0"/>
              <a:t>Theme for your Shopify Site</a:t>
            </a:r>
            <a:br>
              <a:rPr lang="en-SG" dirty="0"/>
            </a:br>
            <a:r>
              <a:rPr lang="en-SG" sz="3600" dirty="0">
                <a:solidFill>
                  <a:srgbClr val="0070C0"/>
                </a:solidFill>
              </a:rPr>
              <a:t>2 – Customizing the Added Theme</a:t>
            </a:r>
            <a:br>
              <a:rPr lang="en-SG" sz="3600" dirty="0">
                <a:solidFill>
                  <a:srgbClr val="0070C0"/>
                </a:solidFill>
              </a:rPr>
            </a:br>
            <a:r>
              <a:rPr lang="en-SG" sz="2700" u="sng" dirty="0">
                <a:solidFill>
                  <a:schemeClr val="accent4">
                    <a:lumMod val="50000"/>
                  </a:schemeClr>
                </a:solidFill>
              </a:rPr>
              <a:t>(Cart Page)</a:t>
            </a:r>
            <a:br>
              <a:rPr lang="en-SG" sz="3600" dirty="0">
                <a:solidFill>
                  <a:srgbClr val="0070C0"/>
                </a:solidFill>
              </a:rPr>
            </a:br>
            <a:endParaRPr lang="en-SG" sz="3600" dirty="0">
              <a:solidFill>
                <a:srgbClr val="0070C0"/>
              </a:solidFill>
            </a:endParaRPr>
          </a:p>
        </p:txBody>
      </p:sp>
      <p:sp>
        <p:nvSpPr>
          <p:cNvPr id="14" name="TextBox 13">
            <a:extLst>
              <a:ext uri="{FF2B5EF4-FFF2-40B4-BE49-F238E27FC236}">
                <a16:creationId xmlns:a16="http://schemas.microsoft.com/office/drawing/2014/main" id="{C58D6BA9-E711-4CDB-9E3A-17EA425219B7}"/>
              </a:ext>
            </a:extLst>
          </p:cNvPr>
          <p:cNvSpPr txBox="1"/>
          <p:nvPr/>
        </p:nvSpPr>
        <p:spPr>
          <a:xfrm>
            <a:off x="953688" y="4594331"/>
            <a:ext cx="5025831" cy="2031325"/>
          </a:xfrm>
          <a:prstGeom prst="rect">
            <a:avLst/>
          </a:prstGeom>
          <a:solidFill>
            <a:schemeClr val="accent4">
              <a:lumMod val="60000"/>
              <a:lumOff val="40000"/>
            </a:schemeClr>
          </a:solidFill>
        </p:spPr>
        <p:txBody>
          <a:bodyPr wrap="square" rtlCol="0">
            <a:spAutoFit/>
          </a:bodyPr>
          <a:lstStyle/>
          <a:p>
            <a:r>
              <a:rPr lang="en-SG" dirty="0"/>
              <a:t>By default the “Enable automatic cart updates” is tick so that every time you add item into the cart it will pop-up a notification at the rightmost side of the page</a:t>
            </a:r>
          </a:p>
          <a:p>
            <a:endParaRPr lang="en-SG" dirty="0"/>
          </a:p>
          <a:p>
            <a:r>
              <a:rPr lang="en-SG" dirty="0"/>
              <a:t>If you “Enable cart notes” the customer can add notes to their order on the image above.</a:t>
            </a:r>
          </a:p>
        </p:txBody>
      </p:sp>
      <p:sp>
        <p:nvSpPr>
          <p:cNvPr id="13" name="Rectangle 12">
            <a:extLst>
              <a:ext uri="{FF2B5EF4-FFF2-40B4-BE49-F238E27FC236}">
                <a16:creationId xmlns:a16="http://schemas.microsoft.com/office/drawing/2014/main" id="{198822DC-8BA3-4BFA-B4C8-92EBD4584261}"/>
              </a:ext>
            </a:extLst>
          </p:cNvPr>
          <p:cNvSpPr/>
          <p:nvPr/>
        </p:nvSpPr>
        <p:spPr>
          <a:xfrm>
            <a:off x="707098" y="3581560"/>
            <a:ext cx="1926036" cy="609600"/>
          </a:xfrm>
          <a:prstGeom prst="rect">
            <a:avLst/>
          </a:prstGeom>
          <a:noFill/>
          <a:ln w="317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cxnSp>
        <p:nvCxnSpPr>
          <p:cNvPr id="15" name="Straight Arrow Connector 14">
            <a:extLst>
              <a:ext uri="{FF2B5EF4-FFF2-40B4-BE49-F238E27FC236}">
                <a16:creationId xmlns:a16="http://schemas.microsoft.com/office/drawing/2014/main" id="{E66522C9-5E01-4028-9199-39D0D35D233A}"/>
              </a:ext>
            </a:extLst>
          </p:cNvPr>
          <p:cNvCxnSpPr>
            <a:cxnSpLocks/>
            <a:stCxn id="13" idx="3"/>
          </p:cNvCxnSpPr>
          <p:nvPr/>
        </p:nvCxnSpPr>
        <p:spPr>
          <a:xfrm flipV="1">
            <a:off x="2633134" y="2514600"/>
            <a:ext cx="1244599" cy="1371760"/>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pic>
        <p:nvPicPr>
          <p:cNvPr id="7" name="Picture 6">
            <a:extLst>
              <a:ext uri="{FF2B5EF4-FFF2-40B4-BE49-F238E27FC236}">
                <a16:creationId xmlns:a16="http://schemas.microsoft.com/office/drawing/2014/main" id="{38BD0774-A3C2-43EF-998C-44DFA1F0B613}"/>
              </a:ext>
            </a:extLst>
          </p:cNvPr>
          <p:cNvPicPr>
            <a:picLocks noChangeAspect="1"/>
          </p:cNvPicPr>
          <p:nvPr/>
        </p:nvPicPr>
        <p:blipFill rotWithShape="1">
          <a:blip r:embed="rId3"/>
          <a:srcRect t="10370" r="81181" b="58519"/>
          <a:stretch/>
        </p:blipFill>
        <p:spPr>
          <a:xfrm>
            <a:off x="3922117" y="1583426"/>
            <a:ext cx="2394016" cy="2226170"/>
          </a:xfrm>
          <a:prstGeom prst="rect">
            <a:avLst/>
          </a:prstGeom>
        </p:spPr>
      </p:pic>
      <p:pic>
        <p:nvPicPr>
          <p:cNvPr id="9" name="Picture 8">
            <a:extLst>
              <a:ext uri="{FF2B5EF4-FFF2-40B4-BE49-F238E27FC236}">
                <a16:creationId xmlns:a16="http://schemas.microsoft.com/office/drawing/2014/main" id="{0213735C-4ECA-43FC-9D38-DB89E289CD3B}"/>
              </a:ext>
            </a:extLst>
          </p:cNvPr>
          <p:cNvPicPr>
            <a:picLocks noChangeAspect="1"/>
          </p:cNvPicPr>
          <p:nvPr/>
        </p:nvPicPr>
        <p:blipFill rotWithShape="1">
          <a:blip r:embed="rId4"/>
          <a:srcRect l="12500" t="17531" r="43056" b="11111"/>
          <a:stretch/>
        </p:blipFill>
        <p:spPr>
          <a:xfrm>
            <a:off x="6866791" y="1449810"/>
            <a:ext cx="4873590" cy="4401460"/>
          </a:xfrm>
          <a:prstGeom prst="rect">
            <a:avLst/>
          </a:prstGeom>
        </p:spPr>
      </p:pic>
      <p:cxnSp>
        <p:nvCxnSpPr>
          <p:cNvPr id="16" name="Straight Arrow Connector 15">
            <a:extLst>
              <a:ext uri="{FF2B5EF4-FFF2-40B4-BE49-F238E27FC236}">
                <a16:creationId xmlns:a16="http://schemas.microsoft.com/office/drawing/2014/main" id="{5C4874A7-F17A-473A-9BF9-D3B33DCBD15A}"/>
              </a:ext>
            </a:extLst>
          </p:cNvPr>
          <p:cNvCxnSpPr>
            <a:cxnSpLocks/>
          </p:cNvCxnSpPr>
          <p:nvPr/>
        </p:nvCxnSpPr>
        <p:spPr>
          <a:xfrm>
            <a:off x="5029201" y="3371658"/>
            <a:ext cx="2174204" cy="1735981"/>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7842313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AD339F-CD4B-4FCC-AADD-4449CCA42FB7}"/>
              </a:ext>
            </a:extLst>
          </p:cNvPr>
          <p:cNvSpPr>
            <a:spLocks noGrp="1"/>
          </p:cNvSpPr>
          <p:nvPr>
            <p:ph type="title"/>
          </p:nvPr>
        </p:nvSpPr>
        <p:spPr/>
        <p:txBody>
          <a:bodyPr/>
          <a:lstStyle/>
          <a:p>
            <a:r>
              <a:rPr lang="en-SG" dirty="0"/>
              <a:t>Activity 8.4</a:t>
            </a:r>
          </a:p>
        </p:txBody>
      </p:sp>
      <p:sp>
        <p:nvSpPr>
          <p:cNvPr id="3" name="Content Placeholder 2">
            <a:extLst>
              <a:ext uri="{FF2B5EF4-FFF2-40B4-BE49-F238E27FC236}">
                <a16:creationId xmlns:a16="http://schemas.microsoft.com/office/drawing/2014/main" id="{1040C2EB-69A2-43FE-875B-BD02C0C4F430}"/>
              </a:ext>
            </a:extLst>
          </p:cNvPr>
          <p:cNvSpPr>
            <a:spLocks noGrp="1"/>
          </p:cNvSpPr>
          <p:nvPr>
            <p:ph idx="1"/>
          </p:nvPr>
        </p:nvSpPr>
        <p:spPr/>
        <p:txBody>
          <a:bodyPr/>
          <a:lstStyle/>
          <a:p>
            <a:r>
              <a:rPr lang="en-SG" dirty="0"/>
              <a:t>Refer to your book for Activity 8.4</a:t>
            </a:r>
          </a:p>
        </p:txBody>
      </p:sp>
    </p:spTree>
    <p:extLst>
      <p:ext uri="{BB962C8B-B14F-4D97-AF65-F5344CB8AC3E}">
        <p14:creationId xmlns:p14="http://schemas.microsoft.com/office/powerpoint/2010/main" val="342555774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F20FF225-4738-4F8D-9A6D-684B4E4B9C0A}"/>
              </a:ext>
            </a:extLst>
          </p:cNvPr>
          <p:cNvSpPr>
            <a:spLocks noGrp="1"/>
          </p:cNvSpPr>
          <p:nvPr>
            <p:ph type="title"/>
          </p:nvPr>
        </p:nvSpPr>
        <p:spPr>
          <a:xfrm>
            <a:off x="633681" y="285383"/>
            <a:ext cx="10515600" cy="1584514"/>
          </a:xfrm>
        </p:spPr>
        <p:txBody>
          <a:bodyPr>
            <a:normAutofit fontScale="90000"/>
          </a:bodyPr>
          <a:lstStyle/>
          <a:p>
            <a:r>
              <a:rPr lang="en-SG" dirty="0"/>
              <a:t>Theme for your Shopify Site</a:t>
            </a:r>
            <a:br>
              <a:rPr lang="en-SG" dirty="0"/>
            </a:br>
            <a:r>
              <a:rPr lang="en-SG" sz="3600" dirty="0">
                <a:solidFill>
                  <a:srgbClr val="0070C0"/>
                </a:solidFill>
              </a:rPr>
              <a:t>3 – Manage Menus, Links, and Pages</a:t>
            </a:r>
            <a:br>
              <a:rPr lang="en-SG" sz="3600" dirty="0">
                <a:solidFill>
                  <a:srgbClr val="0070C0"/>
                </a:solidFill>
              </a:rPr>
            </a:br>
            <a:r>
              <a:rPr lang="en-SG" sz="2700" u="sng" dirty="0">
                <a:solidFill>
                  <a:schemeClr val="accent4">
                    <a:lumMod val="50000"/>
                  </a:schemeClr>
                </a:solidFill>
              </a:rPr>
              <a:t>(Adding Pages)</a:t>
            </a:r>
            <a:br>
              <a:rPr lang="en-SG" sz="3600" dirty="0">
                <a:solidFill>
                  <a:srgbClr val="0070C0"/>
                </a:solidFill>
              </a:rPr>
            </a:br>
            <a:endParaRPr lang="en-SG" sz="3600" dirty="0">
              <a:solidFill>
                <a:srgbClr val="0070C0"/>
              </a:solidFill>
            </a:endParaRPr>
          </a:p>
        </p:txBody>
      </p:sp>
      <p:pic>
        <p:nvPicPr>
          <p:cNvPr id="12" name="Picture 11">
            <a:extLst>
              <a:ext uri="{FF2B5EF4-FFF2-40B4-BE49-F238E27FC236}">
                <a16:creationId xmlns:a16="http://schemas.microsoft.com/office/drawing/2014/main" id="{56EEBACD-D272-451D-B18F-E1AD6EB7CDA6}"/>
              </a:ext>
            </a:extLst>
          </p:cNvPr>
          <p:cNvPicPr>
            <a:picLocks noChangeAspect="1"/>
          </p:cNvPicPr>
          <p:nvPr/>
        </p:nvPicPr>
        <p:blipFill rotWithShape="1">
          <a:blip r:embed="rId2"/>
          <a:srcRect t="10247" r="13750" b="25185"/>
          <a:stretch/>
        </p:blipFill>
        <p:spPr>
          <a:xfrm>
            <a:off x="762000" y="1710265"/>
            <a:ext cx="10515600" cy="4572001"/>
          </a:xfrm>
          <a:prstGeom prst="rect">
            <a:avLst/>
          </a:prstGeom>
        </p:spPr>
      </p:pic>
      <p:sp>
        <p:nvSpPr>
          <p:cNvPr id="17" name="Rectangle 16">
            <a:extLst>
              <a:ext uri="{FF2B5EF4-FFF2-40B4-BE49-F238E27FC236}">
                <a16:creationId xmlns:a16="http://schemas.microsoft.com/office/drawing/2014/main" id="{A8403806-24B6-4E13-85FC-D88A398CF78E}"/>
              </a:ext>
            </a:extLst>
          </p:cNvPr>
          <p:cNvSpPr/>
          <p:nvPr/>
        </p:nvSpPr>
        <p:spPr>
          <a:xfrm>
            <a:off x="762000" y="5325533"/>
            <a:ext cx="1926036" cy="296334"/>
          </a:xfrm>
          <a:prstGeom prst="rect">
            <a:avLst/>
          </a:prstGeom>
          <a:noFill/>
          <a:ln w="317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cxnSp>
        <p:nvCxnSpPr>
          <p:cNvPr id="18" name="Straight Arrow Connector 17">
            <a:extLst>
              <a:ext uri="{FF2B5EF4-FFF2-40B4-BE49-F238E27FC236}">
                <a16:creationId xmlns:a16="http://schemas.microsoft.com/office/drawing/2014/main" id="{D6FE8FF4-A64B-46A7-A524-5258B8E7368A}"/>
              </a:ext>
            </a:extLst>
          </p:cNvPr>
          <p:cNvCxnSpPr>
            <a:cxnSpLocks/>
          </p:cNvCxnSpPr>
          <p:nvPr/>
        </p:nvCxnSpPr>
        <p:spPr>
          <a:xfrm flipV="1">
            <a:off x="2688036" y="2827867"/>
            <a:ext cx="7725964" cy="2645833"/>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0" name="Rectangle 19">
            <a:extLst>
              <a:ext uri="{FF2B5EF4-FFF2-40B4-BE49-F238E27FC236}">
                <a16:creationId xmlns:a16="http://schemas.microsoft.com/office/drawing/2014/main" id="{A89020EB-7D34-4A28-9042-05B6BE22EA02}"/>
              </a:ext>
            </a:extLst>
          </p:cNvPr>
          <p:cNvSpPr/>
          <p:nvPr/>
        </p:nvSpPr>
        <p:spPr>
          <a:xfrm>
            <a:off x="10481732" y="2565400"/>
            <a:ext cx="863601" cy="406400"/>
          </a:xfrm>
          <a:prstGeom prst="rect">
            <a:avLst/>
          </a:prstGeom>
          <a:noFill/>
          <a:ln w="317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21" name="TextBox 20">
            <a:extLst>
              <a:ext uri="{FF2B5EF4-FFF2-40B4-BE49-F238E27FC236}">
                <a16:creationId xmlns:a16="http://schemas.microsoft.com/office/drawing/2014/main" id="{6C2F2010-7BDC-41BA-9C84-54B8982B0FA8}"/>
              </a:ext>
            </a:extLst>
          </p:cNvPr>
          <p:cNvSpPr txBox="1"/>
          <p:nvPr/>
        </p:nvSpPr>
        <p:spPr>
          <a:xfrm>
            <a:off x="7007981" y="4203274"/>
            <a:ext cx="4422019" cy="1569660"/>
          </a:xfrm>
          <a:prstGeom prst="rect">
            <a:avLst/>
          </a:prstGeom>
          <a:solidFill>
            <a:schemeClr val="accent4">
              <a:lumMod val="60000"/>
              <a:lumOff val="40000"/>
            </a:schemeClr>
          </a:solidFill>
        </p:spPr>
        <p:txBody>
          <a:bodyPr wrap="square" rtlCol="0">
            <a:spAutoFit/>
          </a:bodyPr>
          <a:lstStyle/>
          <a:p>
            <a:r>
              <a:rPr lang="en-SG" sz="2400" dirty="0"/>
              <a:t>Go to Online Store&gt; Pages </a:t>
            </a:r>
          </a:p>
          <a:p>
            <a:r>
              <a:rPr lang="en-SG" sz="2400" dirty="0"/>
              <a:t>This section in the Admin screen allows you to add Pages like “About Us”, “Contact Us” &amp; etc.</a:t>
            </a:r>
          </a:p>
        </p:txBody>
      </p:sp>
    </p:spTree>
    <p:extLst>
      <p:ext uri="{BB962C8B-B14F-4D97-AF65-F5344CB8AC3E}">
        <p14:creationId xmlns:p14="http://schemas.microsoft.com/office/powerpoint/2010/main" val="96590973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0F1AB437-D073-41D1-B70F-D9C493B61E4A}"/>
              </a:ext>
            </a:extLst>
          </p:cNvPr>
          <p:cNvPicPr>
            <a:picLocks noChangeAspect="1"/>
          </p:cNvPicPr>
          <p:nvPr/>
        </p:nvPicPr>
        <p:blipFill rotWithShape="1">
          <a:blip r:embed="rId2"/>
          <a:srcRect t="9383" r="11875" b="20186"/>
          <a:stretch/>
        </p:blipFill>
        <p:spPr>
          <a:xfrm>
            <a:off x="633681" y="1735666"/>
            <a:ext cx="10744200" cy="4830234"/>
          </a:xfrm>
          <a:prstGeom prst="rect">
            <a:avLst/>
          </a:prstGeom>
        </p:spPr>
      </p:pic>
      <p:sp>
        <p:nvSpPr>
          <p:cNvPr id="6" name="Title 1">
            <a:extLst>
              <a:ext uri="{FF2B5EF4-FFF2-40B4-BE49-F238E27FC236}">
                <a16:creationId xmlns:a16="http://schemas.microsoft.com/office/drawing/2014/main" id="{F20FF225-4738-4F8D-9A6D-684B4E4B9C0A}"/>
              </a:ext>
            </a:extLst>
          </p:cNvPr>
          <p:cNvSpPr>
            <a:spLocks noGrp="1"/>
          </p:cNvSpPr>
          <p:nvPr>
            <p:ph type="title"/>
          </p:nvPr>
        </p:nvSpPr>
        <p:spPr>
          <a:xfrm>
            <a:off x="633681" y="285383"/>
            <a:ext cx="10515600" cy="1584514"/>
          </a:xfrm>
        </p:spPr>
        <p:txBody>
          <a:bodyPr>
            <a:normAutofit fontScale="90000"/>
          </a:bodyPr>
          <a:lstStyle/>
          <a:p>
            <a:r>
              <a:rPr lang="en-SG" dirty="0"/>
              <a:t>Theme for your Shopify Site</a:t>
            </a:r>
            <a:br>
              <a:rPr lang="en-SG" dirty="0"/>
            </a:br>
            <a:r>
              <a:rPr lang="en-SG" sz="3600" dirty="0">
                <a:solidFill>
                  <a:srgbClr val="0070C0"/>
                </a:solidFill>
              </a:rPr>
              <a:t>3 – Manage Menus, Links, and Pages</a:t>
            </a:r>
            <a:br>
              <a:rPr lang="en-SG" sz="3600" dirty="0">
                <a:solidFill>
                  <a:srgbClr val="0070C0"/>
                </a:solidFill>
              </a:rPr>
            </a:br>
            <a:r>
              <a:rPr lang="en-SG" sz="2700" u="sng" dirty="0">
                <a:solidFill>
                  <a:schemeClr val="accent4">
                    <a:lumMod val="50000"/>
                  </a:schemeClr>
                </a:solidFill>
              </a:rPr>
              <a:t>(Adding Pages – About Us)</a:t>
            </a:r>
            <a:br>
              <a:rPr lang="en-SG" sz="3600" dirty="0">
                <a:solidFill>
                  <a:srgbClr val="0070C0"/>
                </a:solidFill>
              </a:rPr>
            </a:br>
            <a:endParaRPr lang="en-SG" sz="3600" dirty="0">
              <a:solidFill>
                <a:srgbClr val="0070C0"/>
              </a:solidFill>
            </a:endParaRPr>
          </a:p>
        </p:txBody>
      </p:sp>
      <p:sp>
        <p:nvSpPr>
          <p:cNvPr id="20" name="Rectangle 19">
            <a:extLst>
              <a:ext uri="{FF2B5EF4-FFF2-40B4-BE49-F238E27FC236}">
                <a16:creationId xmlns:a16="http://schemas.microsoft.com/office/drawing/2014/main" id="{A89020EB-7D34-4A28-9042-05B6BE22EA02}"/>
              </a:ext>
            </a:extLst>
          </p:cNvPr>
          <p:cNvSpPr/>
          <p:nvPr/>
        </p:nvSpPr>
        <p:spPr>
          <a:xfrm>
            <a:off x="4047065" y="3642780"/>
            <a:ext cx="4580468" cy="589708"/>
          </a:xfrm>
          <a:prstGeom prst="rect">
            <a:avLst/>
          </a:prstGeom>
          <a:noFill/>
          <a:ln w="317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21" name="TextBox 20">
            <a:extLst>
              <a:ext uri="{FF2B5EF4-FFF2-40B4-BE49-F238E27FC236}">
                <a16:creationId xmlns:a16="http://schemas.microsoft.com/office/drawing/2014/main" id="{6C2F2010-7BDC-41BA-9C84-54B8982B0FA8}"/>
              </a:ext>
            </a:extLst>
          </p:cNvPr>
          <p:cNvSpPr txBox="1"/>
          <p:nvPr/>
        </p:nvSpPr>
        <p:spPr>
          <a:xfrm>
            <a:off x="1182805" y="2384223"/>
            <a:ext cx="8790928" cy="830997"/>
          </a:xfrm>
          <a:prstGeom prst="rect">
            <a:avLst/>
          </a:prstGeom>
          <a:solidFill>
            <a:schemeClr val="accent4">
              <a:lumMod val="60000"/>
              <a:lumOff val="40000"/>
            </a:schemeClr>
          </a:solidFill>
        </p:spPr>
        <p:txBody>
          <a:bodyPr wrap="square" rtlCol="0">
            <a:spAutoFit/>
          </a:bodyPr>
          <a:lstStyle/>
          <a:p>
            <a:r>
              <a:rPr lang="en-SG" sz="2400" dirty="0"/>
              <a:t>The title contents will serve as the “Title Heading” of the Page and will be part of the URL as </a:t>
            </a:r>
            <a:r>
              <a:rPr lang="en-SG" dirty="0">
                <a:hlinkClick r:id="rId3"/>
              </a:rPr>
              <a:t>https://gcs-bookstore.myshopify.com/pages/about-us</a:t>
            </a:r>
            <a:endParaRPr lang="en-SG" dirty="0"/>
          </a:p>
        </p:txBody>
      </p:sp>
      <p:sp>
        <p:nvSpPr>
          <p:cNvPr id="10" name="Rectangle 9">
            <a:extLst>
              <a:ext uri="{FF2B5EF4-FFF2-40B4-BE49-F238E27FC236}">
                <a16:creationId xmlns:a16="http://schemas.microsoft.com/office/drawing/2014/main" id="{5D36F39F-5806-4A1F-864E-FF5FCE4E65B3}"/>
              </a:ext>
            </a:extLst>
          </p:cNvPr>
          <p:cNvSpPr/>
          <p:nvPr/>
        </p:nvSpPr>
        <p:spPr>
          <a:xfrm>
            <a:off x="4047065" y="4334091"/>
            <a:ext cx="4580468" cy="2238526"/>
          </a:xfrm>
          <a:prstGeom prst="rect">
            <a:avLst/>
          </a:prstGeom>
          <a:noFill/>
          <a:ln w="317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Tree>
    <p:extLst>
      <p:ext uri="{BB962C8B-B14F-4D97-AF65-F5344CB8AC3E}">
        <p14:creationId xmlns:p14="http://schemas.microsoft.com/office/powerpoint/2010/main" val="328880587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F20FF225-4738-4F8D-9A6D-684B4E4B9C0A}"/>
              </a:ext>
            </a:extLst>
          </p:cNvPr>
          <p:cNvSpPr>
            <a:spLocks noGrp="1"/>
          </p:cNvSpPr>
          <p:nvPr>
            <p:ph type="title"/>
          </p:nvPr>
        </p:nvSpPr>
        <p:spPr>
          <a:xfrm>
            <a:off x="633681" y="285383"/>
            <a:ext cx="10515600" cy="1584514"/>
          </a:xfrm>
        </p:spPr>
        <p:txBody>
          <a:bodyPr>
            <a:normAutofit fontScale="90000"/>
          </a:bodyPr>
          <a:lstStyle/>
          <a:p>
            <a:r>
              <a:rPr lang="en-SG" dirty="0"/>
              <a:t>Theme for your Shopify Site</a:t>
            </a:r>
            <a:br>
              <a:rPr lang="en-SG" dirty="0"/>
            </a:br>
            <a:r>
              <a:rPr lang="en-SG" sz="3600" dirty="0">
                <a:solidFill>
                  <a:srgbClr val="0070C0"/>
                </a:solidFill>
              </a:rPr>
              <a:t>3 – Manage Menus, Links, and Pages</a:t>
            </a:r>
            <a:br>
              <a:rPr lang="en-SG" sz="3600" dirty="0">
                <a:solidFill>
                  <a:srgbClr val="0070C0"/>
                </a:solidFill>
              </a:rPr>
            </a:br>
            <a:r>
              <a:rPr lang="en-SG" sz="2700" u="sng" dirty="0">
                <a:solidFill>
                  <a:schemeClr val="accent4">
                    <a:lumMod val="50000"/>
                  </a:schemeClr>
                </a:solidFill>
              </a:rPr>
              <a:t>(Adding Pages – About Us)</a:t>
            </a:r>
            <a:br>
              <a:rPr lang="en-SG" sz="3600" dirty="0">
                <a:solidFill>
                  <a:srgbClr val="0070C0"/>
                </a:solidFill>
              </a:rPr>
            </a:br>
            <a:endParaRPr lang="en-SG" sz="3600" dirty="0">
              <a:solidFill>
                <a:srgbClr val="0070C0"/>
              </a:solidFill>
            </a:endParaRPr>
          </a:p>
        </p:txBody>
      </p:sp>
      <p:sp>
        <p:nvSpPr>
          <p:cNvPr id="3" name="TextBox 2">
            <a:extLst>
              <a:ext uri="{FF2B5EF4-FFF2-40B4-BE49-F238E27FC236}">
                <a16:creationId xmlns:a16="http://schemas.microsoft.com/office/drawing/2014/main" id="{C7F320F0-9754-4072-B8A9-1F2A4285690E}"/>
              </a:ext>
            </a:extLst>
          </p:cNvPr>
          <p:cNvSpPr txBox="1"/>
          <p:nvPr/>
        </p:nvSpPr>
        <p:spPr>
          <a:xfrm>
            <a:off x="812800" y="1947333"/>
            <a:ext cx="10947400" cy="3354765"/>
          </a:xfrm>
          <a:prstGeom prst="rect">
            <a:avLst/>
          </a:prstGeom>
          <a:noFill/>
        </p:spPr>
        <p:txBody>
          <a:bodyPr wrap="square" rtlCol="0">
            <a:spAutoFit/>
          </a:bodyPr>
          <a:lstStyle/>
          <a:p>
            <a:r>
              <a:rPr lang="en-SG" sz="3200" dirty="0"/>
              <a:t>When writing the About Us page, consider the following goals:</a:t>
            </a:r>
          </a:p>
          <a:p>
            <a:endParaRPr lang="en-SG" sz="2400" dirty="0"/>
          </a:p>
          <a:p>
            <a:pPr marL="457200" indent="-457200">
              <a:buFont typeface="Arial" panose="020B0604020202020204" pitchFamily="34" charset="0"/>
              <a:buChar char="•"/>
            </a:pPr>
            <a:r>
              <a:rPr lang="en-SG" sz="2800" dirty="0"/>
              <a:t>Be motivating</a:t>
            </a:r>
          </a:p>
          <a:p>
            <a:pPr marL="457200" indent="-457200">
              <a:buFont typeface="Arial" panose="020B0604020202020204" pitchFamily="34" charset="0"/>
              <a:buChar char="•"/>
            </a:pPr>
            <a:r>
              <a:rPr lang="en-SG" sz="2800" dirty="0"/>
              <a:t>Be authentic</a:t>
            </a:r>
          </a:p>
          <a:p>
            <a:pPr marL="457200" indent="-457200">
              <a:buFont typeface="Arial" panose="020B0604020202020204" pitchFamily="34" charset="0"/>
              <a:buChar char="•"/>
            </a:pPr>
            <a:r>
              <a:rPr lang="en-SG" sz="2800" dirty="0"/>
              <a:t>Be engaging</a:t>
            </a:r>
            <a:endParaRPr lang="en-SG" sz="2400" dirty="0"/>
          </a:p>
          <a:p>
            <a:endParaRPr lang="en-SG" sz="2400" dirty="0"/>
          </a:p>
          <a:p>
            <a:endParaRPr lang="en-SG" sz="2400" dirty="0"/>
          </a:p>
          <a:p>
            <a:pPr marL="342900" indent="-342900">
              <a:buFont typeface="Arial" panose="020B0604020202020204" pitchFamily="34" charset="0"/>
              <a:buChar char="•"/>
            </a:pPr>
            <a:endParaRPr lang="en-SG" sz="2400" dirty="0"/>
          </a:p>
        </p:txBody>
      </p:sp>
    </p:spTree>
    <p:extLst>
      <p:ext uri="{BB962C8B-B14F-4D97-AF65-F5344CB8AC3E}">
        <p14:creationId xmlns:p14="http://schemas.microsoft.com/office/powerpoint/2010/main" val="313630430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F20FF225-4738-4F8D-9A6D-684B4E4B9C0A}"/>
              </a:ext>
            </a:extLst>
          </p:cNvPr>
          <p:cNvSpPr>
            <a:spLocks noGrp="1"/>
          </p:cNvSpPr>
          <p:nvPr>
            <p:ph type="title"/>
          </p:nvPr>
        </p:nvSpPr>
        <p:spPr>
          <a:xfrm>
            <a:off x="633681" y="285383"/>
            <a:ext cx="10515600" cy="1584514"/>
          </a:xfrm>
        </p:spPr>
        <p:txBody>
          <a:bodyPr>
            <a:normAutofit fontScale="90000"/>
          </a:bodyPr>
          <a:lstStyle/>
          <a:p>
            <a:r>
              <a:rPr lang="en-SG" dirty="0"/>
              <a:t>Theme for your Shopify Site</a:t>
            </a:r>
            <a:br>
              <a:rPr lang="en-SG" dirty="0"/>
            </a:br>
            <a:r>
              <a:rPr lang="en-SG" sz="3600" dirty="0">
                <a:solidFill>
                  <a:srgbClr val="0070C0"/>
                </a:solidFill>
              </a:rPr>
              <a:t>3 – Manage Menus, Links, and Pages</a:t>
            </a:r>
            <a:br>
              <a:rPr lang="en-SG" sz="3600" dirty="0">
                <a:solidFill>
                  <a:srgbClr val="0070C0"/>
                </a:solidFill>
              </a:rPr>
            </a:br>
            <a:r>
              <a:rPr lang="en-SG" sz="2700" u="sng" dirty="0">
                <a:solidFill>
                  <a:schemeClr val="accent4">
                    <a:lumMod val="50000"/>
                  </a:schemeClr>
                </a:solidFill>
              </a:rPr>
              <a:t>(Adding Pages – About Us)</a:t>
            </a:r>
            <a:br>
              <a:rPr lang="en-SG" sz="3600" dirty="0">
                <a:solidFill>
                  <a:srgbClr val="0070C0"/>
                </a:solidFill>
              </a:rPr>
            </a:br>
            <a:endParaRPr lang="en-SG" sz="3600" dirty="0">
              <a:solidFill>
                <a:srgbClr val="0070C0"/>
              </a:solidFill>
            </a:endParaRPr>
          </a:p>
        </p:txBody>
      </p:sp>
      <p:sp>
        <p:nvSpPr>
          <p:cNvPr id="3" name="TextBox 2">
            <a:extLst>
              <a:ext uri="{FF2B5EF4-FFF2-40B4-BE49-F238E27FC236}">
                <a16:creationId xmlns:a16="http://schemas.microsoft.com/office/drawing/2014/main" id="{C7F320F0-9754-4072-B8A9-1F2A4285690E}"/>
              </a:ext>
            </a:extLst>
          </p:cNvPr>
          <p:cNvSpPr txBox="1"/>
          <p:nvPr/>
        </p:nvSpPr>
        <p:spPr>
          <a:xfrm>
            <a:off x="812800" y="1947333"/>
            <a:ext cx="10947400" cy="5078313"/>
          </a:xfrm>
          <a:prstGeom prst="rect">
            <a:avLst/>
          </a:prstGeom>
          <a:noFill/>
        </p:spPr>
        <p:txBody>
          <a:bodyPr wrap="square" rtlCol="0">
            <a:spAutoFit/>
          </a:bodyPr>
          <a:lstStyle/>
          <a:p>
            <a:r>
              <a:rPr lang="en-SG" sz="3200" dirty="0"/>
              <a:t>Suggested information to be included in the About Us page</a:t>
            </a:r>
          </a:p>
          <a:p>
            <a:endParaRPr lang="en-SG" sz="2400" dirty="0"/>
          </a:p>
          <a:p>
            <a:pPr marL="457200" indent="-457200">
              <a:buFont typeface="Arial" panose="020B0604020202020204" pitchFamily="34" charset="0"/>
              <a:buChar char="•"/>
            </a:pPr>
            <a:r>
              <a:rPr lang="en-US" sz="2800" b="1" u="sng" dirty="0"/>
              <a:t>What you sell </a:t>
            </a:r>
            <a:r>
              <a:rPr lang="en-US" sz="2800" dirty="0"/>
              <a:t>- anything that makes your products different</a:t>
            </a:r>
          </a:p>
          <a:p>
            <a:pPr marL="457200" indent="-457200">
              <a:buFont typeface="Arial" panose="020B0604020202020204" pitchFamily="34" charset="0"/>
              <a:buChar char="•"/>
            </a:pPr>
            <a:r>
              <a:rPr lang="en-US" sz="2800" b="1" u="sng" dirty="0"/>
              <a:t>Why you sell it </a:t>
            </a:r>
            <a:r>
              <a:rPr lang="en-US" sz="2800" dirty="0"/>
              <a:t>- your company mission or values</a:t>
            </a:r>
          </a:p>
          <a:p>
            <a:pPr marL="457200" indent="-457200">
              <a:buFont typeface="Arial" panose="020B0604020202020204" pitchFamily="34" charset="0"/>
              <a:buChar char="•"/>
            </a:pPr>
            <a:r>
              <a:rPr lang="en-US" sz="2800" b="1" u="sng" dirty="0"/>
              <a:t>Who you are </a:t>
            </a:r>
            <a:r>
              <a:rPr lang="en-US" sz="2800" dirty="0"/>
              <a:t>- your company, your founder, or your producers</a:t>
            </a:r>
          </a:p>
          <a:p>
            <a:pPr marL="457200" indent="-457200">
              <a:buFont typeface="Arial" panose="020B0604020202020204" pitchFamily="34" charset="0"/>
              <a:buChar char="•"/>
            </a:pPr>
            <a:r>
              <a:rPr lang="en-US" sz="2800" b="1" u="sng" dirty="0"/>
              <a:t>Who you're selling to </a:t>
            </a:r>
            <a:r>
              <a:rPr lang="en-US" sz="2800" dirty="0"/>
              <a:t>- your approach to customer service or customer satisfaction</a:t>
            </a:r>
          </a:p>
          <a:p>
            <a:pPr marL="457200" indent="-457200">
              <a:buFont typeface="Arial" panose="020B0604020202020204" pitchFamily="34" charset="0"/>
              <a:buChar char="•"/>
            </a:pPr>
            <a:r>
              <a:rPr lang="en-US" sz="2800" b="1" u="sng" dirty="0"/>
              <a:t>Why you're different </a:t>
            </a:r>
            <a:r>
              <a:rPr lang="en-US" sz="2800" dirty="0"/>
              <a:t>- specific expertise, customer testimonials, or additional services</a:t>
            </a:r>
          </a:p>
          <a:p>
            <a:endParaRPr lang="en-SG" sz="2400" dirty="0"/>
          </a:p>
          <a:p>
            <a:endParaRPr lang="en-SG" sz="2400" dirty="0"/>
          </a:p>
          <a:p>
            <a:pPr marL="342900" indent="-342900">
              <a:buFont typeface="Arial" panose="020B0604020202020204" pitchFamily="34" charset="0"/>
              <a:buChar char="•"/>
            </a:pPr>
            <a:endParaRPr lang="en-SG" sz="2400" dirty="0"/>
          </a:p>
        </p:txBody>
      </p:sp>
    </p:spTree>
    <p:extLst>
      <p:ext uri="{BB962C8B-B14F-4D97-AF65-F5344CB8AC3E}">
        <p14:creationId xmlns:p14="http://schemas.microsoft.com/office/powerpoint/2010/main" val="219547685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5B1B9E4-474D-464D-84C4-0D95BCC2A19F}"/>
              </a:ext>
            </a:extLst>
          </p:cNvPr>
          <p:cNvPicPr>
            <a:picLocks noChangeAspect="1"/>
          </p:cNvPicPr>
          <p:nvPr/>
        </p:nvPicPr>
        <p:blipFill rotWithShape="1">
          <a:blip r:embed="rId2"/>
          <a:srcRect t="9876" r="12778" b="18642"/>
          <a:stretch/>
        </p:blipFill>
        <p:spPr>
          <a:xfrm>
            <a:off x="778933" y="1781387"/>
            <a:ext cx="10634133" cy="4902201"/>
          </a:xfrm>
          <a:prstGeom prst="rect">
            <a:avLst/>
          </a:prstGeom>
        </p:spPr>
      </p:pic>
      <p:sp>
        <p:nvSpPr>
          <p:cNvPr id="6" name="Title 1">
            <a:extLst>
              <a:ext uri="{FF2B5EF4-FFF2-40B4-BE49-F238E27FC236}">
                <a16:creationId xmlns:a16="http://schemas.microsoft.com/office/drawing/2014/main" id="{F20FF225-4738-4F8D-9A6D-684B4E4B9C0A}"/>
              </a:ext>
            </a:extLst>
          </p:cNvPr>
          <p:cNvSpPr>
            <a:spLocks noGrp="1"/>
          </p:cNvSpPr>
          <p:nvPr>
            <p:ph type="title"/>
          </p:nvPr>
        </p:nvSpPr>
        <p:spPr>
          <a:xfrm>
            <a:off x="633681" y="285383"/>
            <a:ext cx="10515600" cy="1584514"/>
          </a:xfrm>
        </p:spPr>
        <p:txBody>
          <a:bodyPr>
            <a:normAutofit fontScale="90000"/>
          </a:bodyPr>
          <a:lstStyle/>
          <a:p>
            <a:r>
              <a:rPr lang="en-SG" dirty="0"/>
              <a:t>Theme for your Shopify Site</a:t>
            </a:r>
            <a:br>
              <a:rPr lang="en-SG" dirty="0"/>
            </a:br>
            <a:r>
              <a:rPr lang="en-SG" sz="3600" dirty="0">
                <a:solidFill>
                  <a:srgbClr val="0070C0"/>
                </a:solidFill>
              </a:rPr>
              <a:t>3 – Manage Menus, Links, and Pages</a:t>
            </a:r>
            <a:br>
              <a:rPr lang="en-SG" sz="3600" dirty="0">
                <a:solidFill>
                  <a:srgbClr val="0070C0"/>
                </a:solidFill>
              </a:rPr>
            </a:br>
            <a:r>
              <a:rPr lang="en-SG" sz="2700" u="sng" dirty="0">
                <a:solidFill>
                  <a:schemeClr val="accent4">
                    <a:lumMod val="50000"/>
                  </a:schemeClr>
                </a:solidFill>
              </a:rPr>
              <a:t>(Adding Pages-Contact Us)</a:t>
            </a:r>
            <a:br>
              <a:rPr lang="en-SG" sz="3600" dirty="0">
                <a:solidFill>
                  <a:srgbClr val="0070C0"/>
                </a:solidFill>
              </a:rPr>
            </a:br>
            <a:endParaRPr lang="en-SG" sz="3600" dirty="0">
              <a:solidFill>
                <a:srgbClr val="0070C0"/>
              </a:solidFill>
            </a:endParaRPr>
          </a:p>
        </p:txBody>
      </p:sp>
      <p:sp>
        <p:nvSpPr>
          <p:cNvPr id="20" name="Rectangle 19">
            <a:extLst>
              <a:ext uri="{FF2B5EF4-FFF2-40B4-BE49-F238E27FC236}">
                <a16:creationId xmlns:a16="http://schemas.microsoft.com/office/drawing/2014/main" id="{A89020EB-7D34-4A28-9042-05B6BE22EA02}"/>
              </a:ext>
            </a:extLst>
          </p:cNvPr>
          <p:cNvSpPr/>
          <p:nvPr/>
        </p:nvSpPr>
        <p:spPr>
          <a:xfrm>
            <a:off x="4157132" y="2683057"/>
            <a:ext cx="4580468" cy="589708"/>
          </a:xfrm>
          <a:prstGeom prst="rect">
            <a:avLst/>
          </a:prstGeom>
          <a:noFill/>
          <a:ln w="317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10" name="Rectangle 9">
            <a:extLst>
              <a:ext uri="{FF2B5EF4-FFF2-40B4-BE49-F238E27FC236}">
                <a16:creationId xmlns:a16="http://schemas.microsoft.com/office/drawing/2014/main" id="{5D36F39F-5806-4A1F-864E-FF5FCE4E65B3}"/>
              </a:ext>
            </a:extLst>
          </p:cNvPr>
          <p:cNvSpPr/>
          <p:nvPr/>
        </p:nvSpPr>
        <p:spPr>
          <a:xfrm>
            <a:off x="4157132" y="3365900"/>
            <a:ext cx="4580468" cy="3317687"/>
          </a:xfrm>
          <a:prstGeom prst="rect">
            <a:avLst/>
          </a:prstGeom>
          <a:noFill/>
          <a:ln w="317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Tree>
    <p:extLst>
      <p:ext uri="{BB962C8B-B14F-4D97-AF65-F5344CB8AC3E}">
        <p14:creationId xmlns:p14="http://schemas.microsoft.com/office/powerpoint/2010/main" val="392603077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F20FF225-4738-4F8D-9A6D-684B4E4B9C0A}"/>
              </a:ext>
            </a:extLst>
          </p:cNvPr>
          <p:cNvSpPr>
            <a:spLocks noGrp="1"/>
          </p:cNvSpPr>
          <p:nvPr>
            <p:ph type="title"/>
          </p:nvPr>
        </p:nvSpPr>
        <p:spPr>
          <a:xfrm>
            <a:off x="633681" y="285383"/>
            <a:ext cx="10515600" cy="1584514"/>
          </a:xfrm>
        </p:spPr>
        <p:txBody>
          <a:bodyPr>
            <a:normAutofit fontScale="90000"/>
          </a:bodyPr>
          <a:lstStyle/>
          <a:p>
            <a:r>
              <a:rPr lang="en-SG" dirty="0"/>
              <a:t>Theme for your Shopify Site</a:t>
            </a:r>
            <a:br>
              <a:rPr lang="en-SG" dirty="0"/>
            </a:br>
            <a:r>
              <a:rPr lang="en-SG" sz="3600" dirty="0">
                <a:solidFill>
                  <a:srgbClr val="0070C0"/>
                </a:solidFill>
              </a:rPr>
              <a:t>3 – Manage Menus, Links, and Pages</a:t>
            </a:r>
            <a:br>
              <a:rPr lang="en-SG" sz="3600" dirty="0">
                <a:solidFill>
                  <a:srgbClr val="0070C0"/>
                </a:solidFill>
              </a:rPr>
            </a:br>
            <a:r>
              <a:rPr lang="en-SG" sz="2700" u="sng" dirty="0">
                <a:solidFill>
                  <a:schemeClr val="accent4">
                    <a:lumMod val="50000"/>
                  </a:schemeClr>
                </a:solidFill>
              </a:rPr>
              <a:t>(Understanding Navigation)</a:t>
            </a:r>
            <a:br>
              <a:rPr lang="en-SG" sz="3600" dirty="0">
                <a:solidFill>
                  <a:srgbClr val="0070C0"/>
                </a:solidFill>
              </a:rPr>
            </a:br>
            <a:endParaRPr lang="en-SG" sz="3600" dirty="0">
              <a:solidFill>
                <a:srgbClr val="0070C0"/>
              </a:solidFill>
            </a:endParaRPr>
          </a:p>
        </p:txBody>
      </p:sp>
      <p:pic>
        <p:nvPicPr>
          <p:cNvPr id="4" name="Picture 3">
            <a:extLst>
              <a:ext uri="{FF2B5EF4-FFF2-40B4-BE49-F238E27FC236}">
                <a16:creationId xmlns:a16="http://schemas.microsoft.com/office/drawing/2014/main" id="{D5CAF9C4-CFC1-463D-B3E8-442EDA890847}"/>
              </a:ext>
            </a:extLst>
          </p:cNvPr>
          <p:cNvPicPr>
            <a:picLocks noChangeAspect="1"/>
          </p:cNvPicPr>
          <p:nvPr/>
        </p:nvPicPr>
        <p:blipFill rotWithShape="1">
          <a:blip r:embed="rId2"/>
          <a:srcRect t="9753" r="12431" b="23086"/>
          <a:stretch/>
        </p:blipFill>
        <p:spPr>
          <a:xfrm>
            <a:off x="119313" y="1676399"/>
            <a:ext cx="11759420" cy="4989351"/>
          </a:xfrm>
          <a:prstGeom prst="rect">
            <a:avLst/>
          </a:prstGeom>
        </p:spPr>
      </p:pic>
      <p:sp>
        <p:nvSpPr>
          <p:cNvPr id="8" name="Rectangle 7">
            <a:extLst>
              <a:ext uri="{FF2B5EF4-FFF2-40B4-BE49-F238E27FC236}">
                <a16:creationId xmlns:a16="http://schemas.microsoft.com/office/drawing/2014/main" id="{4B6E3524-7144-4F47-B931-8987FDF1F99A}"/>
              </a:ext>
            </a:extLst>
          </p:cNvPr>
          <p:cNvSpPr/>
          <p:nvPr/>
        </p:nvSpPr>
        <p:spPr>
          <a:xfrm>
            <a:off x="6316133" y="4792134"/>
            <a:ext cx="5486399" cy="1891454"/>
          </a:xfrm>
          <a:prstGeom prst="rect">
            <a:avLst/>
          </a:prstGeom>
          <a:noFill/>
          <a:ln w="317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9" name="Rectangle 8">
            <a:extLst>
              <a:ext uri="{FF2B5EF4-FFF2-40B4-BE49-F238E27FC236}">
                <a16:creationId xmlns:a16="http://schemas.microsoft.com/office/drawing/2014/main" id="{CB10AF81-7EE7-4820-B014-9F3F6C8F85FB}"/>
              </a:ext>
            </a:extLst>
          </p:cNvPr>
          <p:cNvSpPr/>
          <p:nvPr/>
        </p:nvSpPr>
        <p:spPr>
          <a:xfrm>
            <a:off x="313267" y="5757333"/>
            <a:ext cx="1515533" cy="279400"/>
          </a:xfrm>
          <a:prstGeom prst="rect">
            <a:avLst/>
          </a:prstGeom>
          <a:noFill/>
          <a:ln w="317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cxnSp>
        <p:nvCxnSpPr>
          <p:cNvPr id="11" name="Straight Arrow Connector 10">
            <a:extLst>
              <a:ext uri="{FF2B5EF4-FFF2-40B4-BE49-F238E27FC236}">
                <a16:creationId xmlns:a16="http://schemas.microsoft.com/office/drawing/2014/main" id="{EE7CB8DE-2D0C-47BE-9D64-2E8A91765F88}"/>
              </a:ext>
            </a:extLst>
          </p:cNvPr>
          <p:cNvCxnSpPr>
            <a:cxnSpLocks/>
          </p:cNvCxnSpPr>
          <p:nvPr/>
        </p:nvCxnSpPr>
        <p:spPr>
          <a:xfrm>
            <a:off x="1828800" y="5820835"/>
            <a:ext cx="4487333" cy="1"/>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4" name="Rectangle 13">
            <a:extLst>
              <a:ext uri="{FF2B5EF4-FFF2-40B4-BE49-F238E27FC236}">
                <a16:creationId xmlns:a16="http://schemas.microsoft.com/office/drawing/2014/main" id="{DBA1D321-D75F-4B23-A1AE-E04120A6B379}"/>
              </a:ext>
            </a:extLst>
          </p:cNvPr>
          <p:cNvSpPr/>
          <p:nvPr/>
        </p:nvSpPr>
        <p:spPr>
          <a:xfrm>
            <a:off x="10769600" y="2624667"/>
            <a:ext cx="948267" cy="533400"/>
          </a:xfrm>
          <a:prstGeom prst="rect">
            <a:avLst/>
          </a:prstGeom>
          <a:noFill/>
          <a:ln w="317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21" name="TextBox 20">
            <a:extLst>
              <a:ext uri="{FF2B5EF4-FFF2-40B4-BE49-F238E27FC236}">
                <a16:creationId xmlns:a16="http://schemas.microsoft.com/office/drawing/2014/main" id="{836203F7-90CC-45EE-98F5-FEC9BD9F2707}"/>
              </a:ext>
            </a:extLst>
          </p:cNvPr>
          <p:cNvSpPr txBox="1"/>
          <p:nvPr/>
        </p:nvSpPr>
        <p:spPr>
          <a:xfrm>
            <a:off x="3638138" y="3468849"/>
            <a:ext cx="8240595" cy="1200329"/>
          </a:xfrm>
          <a:prstGeom prst="rect">
            <a:avLst/>
          </a:prstGeom>
          <a:solidFill>
            <a:schemeClr val="accent4">
              <a:lumMod val="60000"/>
              <a:lumOff val="40000"/>
            </a:schemeClr>
          </a:solidFill>
        </p:spPr>
        <p:txBody>
          <a:bodyPr wrap="square" rtlCol="0">
            <a:spAutoFit/>
          </a:bodyPr>
          <a:lstStyle/>
          <a:p>
            <a:r>
              <a:rPr lang="en-US" sz="2400" dirty="0"/>
              <a:t>Your Shopify site has two default menus that appear on every page: the </a:t>
            </a:r>
            <a:r>
              <a:rPr lang="en-US" sz="2400" b="1" u="sng" dirty="0"/>
              <a:t>main menu </a:t>
            </a:r>
            <a:r>
              <a:rPr lang="en-US" sz="2400" dirty="0"/>
              <a:t>and the </a:t>
            </a:r>
            <a:r>
              <a:rPr lang="en-US" sz="2400" b="1" u="sng" dirty="0"/>
              <a:t>footer menu</a:t>
            </a:r>
            <a:r>
              <a:rPr lang="en-US" sz="2400" dirty="0"/>
              <a:t>. You can </a:t>
            </a:r>
            <a:r>
              <a:rPr lang="en-US" sz="2400" dirty="0">
                <a:hlinkClick r:id="rId3"/>
              </a:rPr>
              <a:t>add, remove, or edit menu items</a:t>
            </a:r>
            <a:r>
              <a:rPr lang="en-US" sz="2400" dirty="0"/>
              <a:t> in your online store's default menus</a:t>
            </a:r>
            <a:r>
              <a:rPr lang="en-US" sz="2000" dirty="0"/>
              <a:t>.</a:t>
            </a:r>
            <a:endParaRPr lang="en-SG" sz="2000" dirty="0"/>
          </a:p>
        </p:txBody>
      </p:sp>
      <p:sp>
        <p:nvSpPr>
          <p:cNvPr id="22" name="Rectangle 21">
            <a:extLst>
              <a:ext uri="{FF2B5EF4-FFF2-40B4-BE49-F238E27FC236}">
                <a16:creationId xmlns:a16="http://schemas.microsoft.com/office/drawing/2014/main" id="{7C677638-99E2-4C34-8D19-805309CD4BC4}"/>
              </a:ext>
            </a:extLst>
          </p:cNvPr>
          <p:cNvSpPr/>
          <p:nvPr/>
        </p:nvSpPr>
        <p:spPr>
          <a:xfrm>
            <a:off x="6510087" y="5477933"/>
            <a:ext cx="1515533" cy="279400"/>
          </a:xfrm>
          <a:prstGeom prst="rect">
            <a:avLst/>
          </a:prstGeom>
          <a:noFill/>
          <a:ln w="317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23" name="Rectangle 22">
            <a:extLst>
              <a:ext uri="{FF2B5EF4-FFF2-40B4-BE49-F238E27FC236}">
                <a16:creationId xmlns:a16="http://schemas.microsoft.com/office/drawing/2014/main" id="{D40E2AAB-9339-405A-BE40-3A3F4F88781F}"/>
              </a:ext>
            </a:extLst>
          </p:cNvPr>
          <p:cNvSpPr/>
          <p:nvPr/>
        </p:nvSpPr>
        <p:spPr>
          <a:xfrm>
            <a:off x="6510087" y="5988730"/>
            <a:ext cx="1515533" cy="279400"/>
          </a:xfrm>
          <a:prstGeom prst="rect">
            <a:avLst/>
          </a:prstGeom>
          <a:noFill/>
          <a:ln w="317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Tree>
    <p:extLst>
      <p:ext uri="{BB962C8B-B14F-4D97-AF65-F5344CB8AC3E}">
        <p14:creationId xmlns:p14="http://schemas.microsoft.com/office/powerpoint/2010/main" val="257735121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F20FF225-4738-4F8D-9A6D-684B4E4B9C0A}"/>
              </a:ext>
            </a:extLst>
          </p:cNvPr>
          <p:cNvSpPr>
            <a:spLocks noGrp="1"/>
          </p:cNvSpPr>
          <p:nvPr>
            <p:ph type="title"/>
          </p:nvPr>
        </p:nvSpPr>
        <p:spPr>
          <a:xfrm>
            <a:off x="633681" y="285383"/>
            <a:ext cx="10515600" cy="1584514"/>
          </a:xfrm>
        </p:spPr>
        <p:txBody>
          <a:bodyPr>
            <a:normAutofit fontScale="90000"/>
          </a:bodyPr>
          <a:lstStyle/>
          <a:p>
            <a:r>
              <a:rPr lang="en-SG" dirty="0"/>
              <a:t>Theme for your Shopify Site</a:t>
            </a:r>
            <a:br>
              <a:rPr lang="en-SG" dirty="0"/>
            </a:br>
            <a:r>
              <a:rPr lang="en-SG" sz="3600" dirty="0">
                <a:solidFill>
                  <a:srgbClr val="0070C0"/>
                </a:solidFill>
              </a:rPr>
              <a:t>3 – Manage Menus, Links, and Pages</a:t>
            </a:r>
            <a:br>
              <a:rPr lang="en-SG" sz="3600" dirty="0">
                <a:solidFill>
                  <a:srgbClr val="0070C0"/>
                </a:solidFill>
              </a:rPr>
            </a:br>
            <a:r>
              <a:rPr lang="en-SG" sz="2700" u="sng" dirty="0">
                <a:solidFill>
                  <a:schemeClr val="accent4">
                    <a:lumMod val="50000"/>
                  </a:schemeClr>
                </a:solidFill>
              </a:rPr>
              <a:t>(Understanding Navigation – Main Menu)</a:t>
            </a:r>
            <a:br>
              <a:rPr lang="en-SG" sz="3600" dirty="0">
                <a:solidFill>
                  <a:srgbClr val="0070C0"/>
                </a:solidFill>
              </a:rPr>
            </a:br>
            <a:endParaRPr lang="en-SG" sz="3600" dirty="0">
              <a:solidFill>
                <a:srgbClr val="0070C0"/>
              </a:solidFill>
            </a:endParaRPr>
          </a:p>
        </p:txBody>
      </p:sp>
      <p:sp>
        <p:nvSpPr>
          <p:cNvPr id="2" name="TextBox 1">
            <a:extLst>
              <a:ext uri="{FF2B5EF4-FFF2-40B4-BE49-F238E27FC236}">
                <a16:creationId xmlns:a16="http://schemas.microsoft.com/office/drawing/2014/main" id="{C334A343-9ED1-442A-99F2-AE86FBD4B6F4}"/>
              </a:ext>
            </a:extLst>
          </p:cNvPr>
          <p:cNvSpPr txBox="1"/>
          <p:nvPr/>
        </p:nvSpPr>
        <p:spPr>
          <a:xfrm>
            <a:off x="753533" y="1920697"/>
            <a:ext cx="5249334" cy="5062924"/>
          </a:xfrm>
          <a:prstGeom prst="rect">
            <a:avLst/>
          </a:prstGeom>
          <a:noFill/>
        </p:spPr>
        <p:txBody>
          <a:bodyPr wrap="square" rtlCol="0">
            <a:spAutoFit/>
          </a:bodyPr>
          <a:lstStyle/>
          <a:p>
            <a:r>
              <a:rPr lang="en-US" sz="2300" dirty="0"/>
              <a:t>Your main menu has two default menu items:</a:t>
            </a:r>
          </a:p>
          <a:p>
            <a:endParaRPr lang="en-US" sz="2300" dirty="0"/>
          </a:p>
          <a:p>
            <a:r>
              <a:rPr lang="en-US" sz="2300" b="1" dirty="0"/>
              <a:t>Home</a:t>
            </a:r>
            <a:r>
              <a:rPr lang="en-US" sz="2300" dirty="0"/>
              <a:t>: the main page of your online store</a:t>
            </a:r>
          </a:p>
          <a:p>
            <a:r>
              <a:rPr lang="en-US" sz="2300" b="1" dirty="0"/>
              <a:t>Catalog</a:t>
            </a:r>
            <a:r>
              <a:rPr lang="en-US" sz="2300" dirty="0"/>
              <a:t>: a page that displays all the products</a:t>
            </a:r>
          </a:p>
          <a:p>
            <a:endParaRPr lang="en-US" sz="2300" dirty="0"/>
          </a:p>
          <a:p>
            <a:r>
              <a:rPr lang="en-US" sz="2300" dirty="0"/>
              <a:t>You can </a:t>
            </a:r>
            <a:r>
              <a:rPr lang="en-US" sz="2300" dirty="0">
                <a:hlinkClick r:id="rId2"/>
              </a:rPr>
              <a:t>add a drop-down menu</a:t>
            </a:r>
            <a:r>
              <a:rPr lang="en-US" sz="2300" dirty="0"/>
              <a:t> from any of the menu items in the main menu. A drop-down menu is a sub-menu from the main menu and is usually displayed as a list of items connected to the main menu item. </a:t>
            </a:r>
          </a:p>
          <a:p>
            <a:endParaRPr lang="en-SG" sz="2400" dirty="0"/>
          </a:p>
        </p:txBody>
      </p:sp>
      <p:pic>
        <p:nvPicPr>
          <p:cNvPr id="3" name="Picture 2">
            <a:extLst>
              <a:ext uri="{FF2B5EF4-FFF2-40B4-BE49-F238E27FC236}">
                <a16:creationId xmlns:a16="http://schemas.microsoft.com/office/drawing/2014/main" id="{0C2F1F42-04A1-47E0-BBA2-06A75105EE86}"/>
              </a:ext>
            </a:extLst>
          </p:cNvPr>
          <p:cNvPicPr>
            <a:picLocks noChangeAspect="1"/>
          </p:cNvPicPr>
          <p:nvPr/>
        </p:nvPicPr>
        <p:blipFill rotWithShape="1">
          <a:blip r:embed="rId3"/>
          <a:srcRect l="26250" t="18272" r="32639" b="28395"/>
          <a:stretch/>
        </p:blipFill>
        <p:spPr>
          <a:xfrm>
            <a:off x="6189135" y="1869897"/>
            <a:ext cx="5559276" cy="4056770"/>
          </a:xfrm>
          <a:prstGeom prst="rect">
            <a:avLst/>
          </a:prstGeom>
        </p:spPr>
      </p:pic>
      <p:sp>
        <p:nvSpPr>
          <p:cNvPr id="13" name="TextBox 12">
            <a:extLst>
              <a:ext uri="{FF2B5EF4-FFF2-40B4-BE49-F238E27FC236}">
                <a16:creationId xmlns:a16="http://schemas.microsoft.com/office/drawing/2014/main" id="{E8A1C0FA-5BB4-4E1B-899A-9338C3CEC895}"/>
              </a:ext>
            </a:extLst>
          </p:cNvPr>
          <p:cNvSpPr txBox="1"/>
          <p:nvPr/>
        </p:nvSpPr>
        <p:spPr>
          <a:xfrm>
            <a:off x="8137786" y="1869897"/>
            <a:ext cx="3420533" cy="1323439"/>
          </a:xfrm>
          <a:prstGeom prst="rect">
            <a:avLst/>
          </a:prstGeom>
          <a:solidFill>
            <a:schemeClr val="accent4">
              <a:lumMod val="60000"/>
              <a:lumOff val="40000"/>
            </a:schemeClr>
          </a:solidFill>
        </p:spPr>
        <p:txBody>
          <a:bodyPr wrap="square" rtlCol="0">
            <a:spAutoFit/>
          </a:bodyPr>
          <a:lstStyle/>
          <a:p>
            <a:r>
              <a:rPr lang="en-SG" sz="2000" dirty="0"/>
              <a:t>Note: </a:t>
            </a:r>
          </a:p>
          <a:p>
            <a:r>
              <a:rPr lang="en-SG" sz="2000" dirty="0"/>
              <a:t>You can customize the title of the menu items by clicking on “Edit”</a:t>
            </a:r>
          </a:p>
        </p:txBody>
      </p:sp>
    </p:spTree>
    <p:extLst>
      <p:ext uri="{BB962C8B-B14F-4D97-AF65-F5344CB8AC3E}">
        <p14:creationId xmlns:p14="http://schemas.microsoft.com/office/powerpoint/2010/main" val="158935245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F20FF225-4738-4F8D-9A6D-684B4E4B9C0A}"/>
              </a:ext>
            </a:extLst>
          </p:cNvPr>
          <p:cNvSpPr>
            <a:spLocks noGrp="1"/>
          </p:cNvSpPr>
          <p:nvPr>
            <p:ph type="title"/>
          </p:nvPr>
        </p:nvSpPr>
        <p:spPr>
          <a:xfrm>
            <a:off x="633681" y="285383"/>
            <a:ext cx="10515600" cy="1584514"/>
          </a:xfrm>
        </p:spPr>
        <p:txBody>
          <a:bodyPr>
            <a:normAutofit fontScale="90000"/>
          </a:bodyPr>
          <a:lstStyle/>
          <a:p>
            <a:r>
              <a:rPr lang="en-SG" dirty="0"/>
              <a:t>Theme for your Shopify Site</a:t>
            </a:r>
            <a:br>
              <a:rPr lang="en-SG" dirty="0"/>
            </a:br>
            <a:r>
              <a:rPr lang="en-SG" sz="3600" dirty="0">
                <a:solidFill>
                  <a:srgbClr val="0070C0"/>
                </a:solidFill>
              </a:rPr>
              <a:t>3 – Manage Menus, Links, and Pages</a:t>
            </a:r>
            <a:br>
              <a:rPr lang="en-SG" sz="3600" dirty="0">
                <a:solidFill>
                  <a:srgbClr val="0070C0"/>
                </a:solidFill>
              </a:rPr>
            </a:br>
            <a:r>
              <a:rPr lang="en-SG" sz="2700" u="sng" dirty="0">
                <a:solidFill>
                  <a:schemeClr val="accent4">
                    <a:lumMod val="50000"/>
                  </a:schemeClr>
                </a:solidFill>
              </a:rPr>
              <a:t>(Understanding Navigation – Adding and Editing Menu Items)</a:t>
            </a:r>
            <a:br>
              <a:rPr lang="en-SG" sz="3600" dirty="0">
                <a:solidFill>
                  <a:srgbClr val="0070C0"/>
                </a:solidFill>
              </a:rPr>
            </a:br>
            <a:endParaRPr lang="en-SG" sz="3600" dirty="0">
              <a:solidFill>
                <a:srgbClr val="0070C0"/>
              </a:solidFill>
            </a:endParaRPr>
          </a:p>
        </p:txBody>
      </p:sp>
      <p:sp>
        <p:nvSpPr>
          <p:cNvPr id="2" name="TextBox 1">
            <a:extLst>
              <a:ext uri="{FF2B5EF4-FFF2-40B4-BE49-F238E27FC236}">
                <a16:creationId xmlns:a16="http://schemas.microsoft.com/office/drawing/2014/main" id="{C334A343-9ED1-442A-99F2-AE86FBD4B6F4}"/>
              </a:ext>
            </a:extLst>
          </p:cNvPr>
          <p:cNvSpPr txBox="1"/>
          <p:nvPr/>
        </p:nvSpPr>
        <p:spPr>
          <a:xfrm>
            <a:off x="778932" y="1768440"/>
            <a:ext cx="5376330" cy="3908762"/>
          </a:xfrm>
          <a:prstGeom prst="rect">
            <a:avLst/>
          </a:prstGeom>
          <a:noFill/>
        </p:spPr>
        <p:txBody>
          <a:bodyPr wrap="square" rtlCol="0">
            <a:spAutoFit/>
          </a:bodyPr>
          <a:lstStyle/>
          <a:p>
            <a:r>
              <a:rPr lang="en-SG" sz="2800" dirty="0"/>
              <a:t>You can add menu items to link to:</a:t>
            </a:r>
          </a:p>
          <a:p>
            <a:endParaRPr lang="en-SG" sz="2800" dirty="0"/>
          </a:p>
          <a:p>
            <a:pPr marL="285750" indent="-285750">
              <a:buFont typeface="Arial" panose="020B0604020202020204" pitchFamily="34" charset="0"/>
              <a:buChar char="•"/>
            </a:pPr>
            <a:r>
              <a:rPr lang="en-US" sz="2400" dirty="0"/>
              <a:t>webpages</a:t>
            </a:r>
          </a:p>
          <a:p>
            <a:pPr marL="285750" indent="-285750">
              <a:buFont typeface="Arial" panose="020B0604020202020204" pitchFamily="34" charset="0"/>
              <a:buChar char="•"/>
            </a:pPr>
            <a:r>
              <a:rPr lang="en-US" sz="2400" dirty="0"/>
              <a:t>collections</a:t>
            </a:r>
          </a:p>
          <a:p>
            <a:pPr marL="285750" indent="-285750">
              <a:buFont typeface="Arial" panose="020B0604020202020204" pitchFamily="34" charset="0"/>
              <a:buChar char="•"/>
            </a:pPr>
            <a:r>
              <a:rPr lang="en-US" sz="2400" dirty="0"/>
              <a:t>products</a:t>
            </a:r>
          </a:p>
          <a:p>
            <a:pPr marL="285750" indent="-285750">
              <a:buFont typeface="Arial" panose="020B0604020202020204" pitchFamily="34" charset="0"/>
              <a:buChar char="•"/>
            </a:pPr>
            <a:r>
              <a:rPr lang="en-US" sz="2400" dirty="0"/>
              <a:t>blogs or blog posts</a:t>
            </a:r>
          </a:p>
          <a:p>
            <a:pPr marL="285750" indent="-285750">
              <a:buFont typeface="Arial" panose="020B0604020202020204" pitchFamily="34" charset="0"/>
              <a:buChar char="•"/>
            </a:pPr>
            <a:r>
              <a:rPr lang="en-US" sz="2400" dirty="0"/>
              <a:t>store policies</a:t>
            </a:r>
          </a:p>
          <a:p>
            <a:pPr marL="285750" indent="-285750">
              <a:buFont typeface="Arial" panose="020B0604020202020204" pitchFamily="34" charset="0"/>
              <a:buChar char="•"/>
            </a:pPr>
            <a:r>
              <a:rPr lang="en-US" sz="2400" dirty="0"/>
              <a:t>external websites</a:t>
            </a:r>
          </a:p>
          <a:p>
            <a:pPr marL="285750" indent="-285750">
              <a:buFont typeface="Arial" panose="020B0604020202020204" pitchFamily="34" charset="0"/>
              <a:buChar char="•"/>
            </a:pPr>
            <a:r>
              <a:rPr lang="en-US" sz="2400" dirty="0"/>
              <a:t>email links</a:t>
            </a:r>
          </a:p>
          <a:p>
            <a:endParaRPr lang="en-SG" sz="2400" dirty="0"/>
          </a:p>
        </p:txBody>
      </p:sp>
      <p:sp>
        <p:nvSpPr>
          <p:cNvPr id="7" name="TextBox 6">
            <a:extLst>
              <a:ext uri="{FF2B5EF4-FFF2-40B4-BE49-F238E27FC236}">
                <a16:creationId xmlns:a16="http://schemas.microsoft.com/office/drawing/2014/main" id="{BAEC069E-C634-42D4-B979-3903309334AA}"/>
              </a:ext>
            </a:extLst>
          </p:cNvPr>
          <p:cNvSpPr txBox="1"/>
          <p:nvPr/>
        </p:nvSpPr>
        <p:spPr>
          <a:xfrm>
            <a:off x="838200" y="5593982"/>
            <a:ext cx="4962785" cy="1200329"/>
          </a:xfrm>
          <a:prstGeom prst="rect">
            <a:avLst/>
          </a:prstGeom>
          <a:solidFill>
            <a:schemeClr val="accent4">
              <a:lumMod val="60000"/>
              <a:lumOff val="40000"/>
            </a:schemeClr>
          </a:solidFill>
        </p:spPr>
        <p:txBody>
          <a:bodyPr wrap="square" rtlCol="0">
            <a:spAutoFit/>
          </a:bodyPr>
          <a:lstStyle/>
          <a:p>
            <a:r>
              <a:rPr lang="en-US" sz="2400" dirty="0"/>
              <a:t>For more information on adding and editing menu items watch the video </a:t>
            </a:r>
            <a:r>
              <a:rPr lang="en-US" sz="2400" dirty="0">
                <a:hlinkClick r:id="rId2"/>
              </a:rPr>
              <a:t>https://youtu.be/xYGuJhKiOZw</a:t>
            </a:r>
            <a:endParaRPr lang="en-SG" sz="2000" dirty="0"/>
          </a:p>
        </p:txBody>
      </p:sp>
      <p:pic>
        <p:nvPicPr>
          <p:cNvPr id="4" name="Picture 3">
            <a:extLst>
              <a:ext uri="{FF2B5EF4-FFF2-40B4-BE49-F238E27FC236}">
                <a16:creationId xmlns:a16="http://schemas.microsoft.com/office/drawing/2014/main" id="{0BD263C5-9BCC-441A-A533-18089975E96A}"/>
              </a:ext>
            </a:extLst>
          </p:cNvPr>
          <p:cNvPicPr>
            <a:picLocks noChangeAspect="1"/>
          </p:cNvPicPr>
          <p:nvPr/>
        </p:nvPicPr>
        <p:blipFill rotWithShape="1">
          <a:blip r:embed="rId3"/>
          <a:srcRect l="26736" t="43086" r="33264" b="27266"/>
          <a:stretch/>
        </p:blipFill>
        <p:spPr>
          <a:xfrm>
            <a:off x="6536267" y="1634066"/>
            <a:ext cx="4876800" cy="2033237"/>
          </a:xfrm>
          <a:prstGeom prst="rect">
            <a:avLst/>
          </a:prstGeom>
        </p:spPr>
      </p:pic>
      <p:pic>
        <p:nvPicPr>
          <p:cNvPr id="5" name="Picture 4">
            <a:extLst>
              <a:ext uri="{FF2B5EF4-FFF2-40B4-BE49-F238E27FC236}">
                <a16:creationId xmlns:a16="http://schemas.microsoft.com/office/drawing/2014/main" id="{62D484FD-1DA4-4735-B747-B00ACA8930CE}"/>
              </a:ext>
            </a:extLst>
          </p:cNvPr>
          <p:cNvPicPr>
            <a:picLocks noChangeAspect="1"/>
          </p:cNvPicPr>
          <p:nvPr/>
        </p:nvPicPr>
        <p:blipFill rotWithShape="1">
          <a:blip r:embed="rId4"/>
          <a:srcRect l="29053" t="37562" r="30343" b="27199"/>
          <a:stretch/>
        </p:blipFill>
        <p:spPr>
          <a:xfrm>
            <a:off x="6637867" y="4270975"/>
            <a:ext cx="4962785" cy="2422704"/>
          </a:xfrm>
          <a:prstGeom prst="rect">
            <a:avLst/>
          </a:prstGeom>
        </p:spPr>
      </p:pic>
      <p:cxnSp>
        <p:nvCxnSpPr>
          <p:cNvPr id="9" name="Straight Arrow Connector 8">
            <a:extLst>
              <a:ext uri="{FF2B5EF4-FFF2-40B4-BE49-F238E27FC236}">
                <a16:creationId xmlns:a16="http://schemas.microsoft.com/office/drawing/2014/main" id="{D541061C-5705-4B6D-B273-D42B05B4D177}"/>
              </a:ext>
            </a:extLst>
          </p:cNvPr>
          <p:cNvCxnSpPr>
            <a:cxnSpLocks/>
          </p:cNvCxnSpPr>
          <p:nvPr/>
        </p:nvCxnSpPr>
        <p:spPr>
          <a:xfrm>
            <a:off x="7001933" y="3429000"/>
            <a:ext cx="0" cy="841975"/>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80F61D16-CC4C-49E4-9E84-9D8A4B133BDF}"/>
              </a:ext>
            </a:extLst>
          </p:cNvPr>
          <p:cNvSpPr txBox="1"/>
          <p:nvPr/>
        </p:nvSpPr>
        <p:spPr>
          <a:xfrm>
            <a:off x="8305801" y="3548361"/>
            <a:ext cx="3294851" cy="1477328"/>
          </a:xfrm>
          <a:prstGeom prst="rect">
            <a:avLst/>
          </a:prstGeom>
          <a:solidFill>
            <a:schemeClr val="accent4">
              <a:lumMod val="60000"/>
              <a:lumOff val="40000"/>
            </a:schemeClr>
          </a:solidFill>
        </p:spPr>
        <p:txBody>
          <a:bodyPr wrap="square" rtlCol="0">
            <a:spAutoFit/>
          </a:bodyPr>
          <a:lstStyle/>
          <a:p>
            <a:r>
              <a:rPr lang="en-US" dirty="0"/>
              <a:t>For the Link, you can select it from Pages. In the Example, the Menu is “About Us” so it was link the previously created “About Us” page</a:t>
            </a:r>
            <a:endParaRPr lang="en-SG" sz="1600" dirty="0"/>
          </a:p>
        </p:txBody>
      </p:sp>
    </p:spTree>
    <p:extLst>
      <p:ext uri="{BB962C8B-B14F-4D97-AF65-F5344CB8AC3E}">
        <p14:creationId xmlns:p14="http://schemas.microsoft.com/office/powerpoint/2010/main" val="258123575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F20FF225-4738-4F8D-9A6D-684B4E4B9C0A}"/>
              </a:ext>
            </a:extLst>
          </p:cNvPr>
          <p:cNvSpPr>
            <a:spLocks noGrp="1"/>
          </p:cNvSpPr>
          <p:nvPr>
            <p:ph type="title"/>
          </p:nvPr>
        </p:nvSpPr>
        <p:spPr>
          <a:xfrm>
            <a:off x="633681" y="285383"/>
            <a:ext cx="10515600" cy="1584514"/>
          </a:xfrm>
        </p:spPr>
        <p:txBody>
          <a:bodyPr>
            <a:normAutofit fontScale="90000"/>
          </a:bodyPr>
          <a:lstStyle/>
          <a:p>
            <a:r>
              <a:rPr lang="en-SG" dirty="0"/>
              <a:t>Theme for your Shopify Site</a:t>
            </a:r>
            <a:br>
              <a:rPr lang="en-SG" dirty="0"/>
            </a:br>
            <a:r>
              <a:rPr lang="en-SG" sz="3600" dirty="0">
                <a:solidFill>
                  <a:srgbClr val="0070C0"/>
                </a:solidFill>
              </a:rPr>
              <a:t>3 – Manage Menus, Links, and Pages</a:t>
            </a:r>
            <a:br>
              <a:rPr lang="en-SG" sz="3600" dirty="0">
                <a:solidFill>
                  <a:srgbClr val="0070C0"/>
                </a:solidFill>
              </a:rPr>
            </a:br>
            <a:r>
              <a:rPr lang="en-SG" sz="2700" u="sng" dirty="0">
                <a:solidFill>
                  <a:schemeClr val="accent4">
                    <a:lumMod val="50000"/>
                  </a:schemeClr>
                </a:solidFill>
              </a:rPr>
              <a:t>(Understanding Navigation – Changing the order of the Menu items)</a:t>
            </a:r>
            <a:br>
              <a:rPr lang="en-SG" sz="3600" dirty="0">
                <a:solidFill>
                  <a:srgbClr val="0070C0"/>
                </a:solidFill>
              </a:rPr>
            </a:br>
            <a:endParaRPr lang="en-SG" sz="3600" dirty="0">
              <a:solidFill>
                <a:srgbClr val="0070C0"/>
              </a:solidFill>
            </a:endParaRPr>
          </a:p>
        </p:txBody>
      </p:sp>
      <p:sp>
        <p:nvSpPr>
          <p:cNvPr id="14" name="TextBox 13">
            <a:extLst>
              <a:ext uri="{FF2B5EF4-FFF2-40B4-BE49-F238E27FC236}">
                <a16:creationId xmlns:a16="http://schemas.microsoft.com/office/drawing/2014/main" id="{80F61D16-CC4C-49E4-9E84-9D8A4B133BDF}"/>
              </a:ext>
            </a:extLst>
          </p:cNvPr>
          <p:cNvSpPr txBox="1"/>
          <p:nvPr/>
        </p:nvSpPr>
        <p:spPr>
          <a:xfrm>
            <a:off x="6870424" y="2862561"/>
            <a:ext cx="4872842" cy="2923877"/>
          </a:xfrm>
          <a:prstGeom prst="rect">
            <a:avLst/>
          </a:prstGeom>
          <a:solidFill>
            <a:schemeClr val="accent4">
              <a:lumMod val="60000"/>
              <a:lumOff val="40000"/>
            </a:schemeClr>
          </a:solidFill>
        </p:spPr>
        <p:txBody>
          <a:bodyPr wrap="square" rtlCol="0">
            <a:spAutoFit/>
          </a:bodyPr>
          <a:lstStyle/>
          <a:p>
            <a:r>
              <a:rPr lang="en-US" sz="2400" dirty="0"/>
              <a:t>You can change the order of the menu item by just dragging the menu to any order you like.</a:t>
            </a:r>
          </a:p>
          <a:p>
            <a:endParaRPr lang="en-US" sz="2000" dirty="0"/>
          </a:p>
          <a:p>
            <a:endParaRPr lang="en-US" sz="2000" dirty="0"/>
          </a:p>
          <a:p>
            <a:r>
              <a:rPr lang="en-US" sz="2400" dirty="0"/>
              <a:t>Point the menu item and hold the left button of your mouse and drag it up, down or in the order you like.</a:t>
            </a:r>
            <a:endParaRPr lang="en-SG" sz="2800" dirty="0"/>
          </a:p>
        </p:txBody>
      </p:sp>
      <p:pic>
        <p:nvPicPr>
          <p:cNvPr id="3" name="Picture 2">
            <a:extLst>
              <a:ext uri="{FF2B5EF4-FFF2-40B4-BE49-F238E27FC236}">
                <a16:creationId xmlns:a16="http://schemas.microsoft.com/office/drawing/2014/main" id="{300B2922-EAFE-4571-8FFD-5A726FF11CF5}"/>
              </a:ext>
            </a:extLst>
          </p:cNvPr>
          <p:cNvPicPr>
            <a:picLocks noChangeAspect="1"/>
          </p:cNvPicPr>
          <p:nvPr/>
        </p:nvPicPr>
        <p:blipFill rotWithShape="1">
          <a:blip r:embed="rId2"/>
          <a:srcRect l="26458" t="18395" r="32847" b="16173"/>
          <a:stretch/>
        </p:blipFill>
        <p:spPr>
          <a:xfrm>
            <a:off x="1042719" y="1659465"/>
            <a:ext cx="5528734" cy="5000392"/>
          </a:xfrm>
          <a:prstGeom prst="rect">
            <a:avLst/>
          </a:prstGeom>
        </p:spPr>
      </p:pic>
    </p:spTree>
    <p:extLst>
      <p:ext uri="{BB962C8B-B14F-4D97-AF65-F5344CB8AC3E}">
        <p14:creationId xmlns:p14="http://schemas.microsoft.com/office/powerpoint/2010/main" val="38042300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F20FF225-4738-4F8D-9A6D-684B4E4B9C0A}"/>
              </a:ext>
            </a:extLst>
          </p:cNvPr>
          <p:cNvSpPr>
            <a:spLocks noGrp="1"/>
          </p:cNvSpPr>
          <p:nvPr>
            <p:ph type="title"/>
          </p:nvPr>
        </p:nvSpPr>
        <p:spPr>
          <a:xfrm>
            <a:off x="633681" y="285383"/>
            <a:ext cx="10515600" cy="1584514"/>
          </a:xfrm>
        </p:spPr>
        <p:txBody>
          <a:bodyPr>
            <a:normAutofit fontScale="90000"/>
          </a:bodyPr>
          <a:lstStyle/>
          <a:p>
            <a:r>
              <a:rPr lang="en-SG" dirty="0"/>
              <a:t>Theme for your Shopify Site</a:t>
            </a:r>
            <a:br>
              <a:rPr lang="en-SG" dirty="0"/>
            </a:br>
            <a:r>
              <a:rPr lang="en-SG" sz="3600" dirty="0">
                <a:solidFill>
                  <a:srgbClr val="0070C0"/>
                </a:solidFill>
              </a:rPr>
              <a:t>3 – Manage Menus, Links, and Pages</a:t>
            </a:r>
            <a:br>
              <a:rPr lang="en-SG" sz="3600" dirty="0">
                <a:solidFill>
                  <a:srgbClr val="0070C0"/>
                </a:solidFill>
              </a:rPr>
            </a:br>
            <a:r>
              <a:rPr lang="en-SG" sz="2700" u="sng" dirty="0">
                <a:solidFill>
                  <a:schemeClr val="accent4">
                    <a:lumMod val="50000"/>
                  </a:schemeClr>
                </a:solidFill>
              </a:rPr>
              <a:t>(Understanding Navigation – Dropdown Menu)</a:t>
            </a:r>
            <a:br>
              <a:rPr lang="en-SG" sz="3600" dirty="0">
                <a:solidFill>
                  <a:srgbClr val="0070C0"/>
                </a:solidFill>
              </a:rPr>
            </a:br>
            <a:endParaRPr lang="en-SG" sz="3600" dirty="0">
              <a:solidFill>
                <a:srgbClr val="0070C0"/>
              </a:solidFill>
            </a:endParaRPr>
          </a:p>
        </p:txBody>
      </p:sp>
      <p:sp>
        <p:nvSpPr>
          <p:cNvPr id="14" name="TextBox 13">
            <a:extLst>
              <a:ext uri="{FF2B5EF4-FFF2-40B4-BE49-F238E27FC236}">
                <a16:creationId xmlns:a16="http://schemas.microsoft.com/office/drawing/2014/main" id="{80F61D16-CC4C-49E4-9E84-9D8A4B133BDF}"/>
              </a:ext>
            </a:extLst>
          </p:cNvPr>
          <p:cNvSpPr txBox="1"/>
          <p:nvPr/>
        </p:nvSpPr>
        <p:spPr>
          <a:xfrm>
            <a:off x="6887358" y="1970405"/>
            <a:ext cx="4872842" cy="3170099"/>
          </a:xfrm>
          <a:prstGeom prst="rect">
            <a:avLst/>
          </a:prstGeom>
          <a:solidFill>
            <a:schemeClr val="accent4">
              <a:lumMod val="60000"/>
              <a:lumOff val="40000"/>
            </a:schemeClr>
          </a:solidFill>
        </p:spPr>
        <p:txBody>
          <a:bodyPr wrap="square" rtlCol="0">
            <a:spAutoFit/>
          </a:bodyPr>
          <a:lstStyle/>
          <a:p>
            <a:r>
              <a:rPr lang="en-US" sz="2000" dirty="0"/>
              <a:t>You can build drop-down menus by creating or moving menu items so that they are "nested" below a top-level item. </a:t>
            </a:r>
          </a:p>
          <a:p>
            <a:endParaRPr lang="en-US" sz="2000" dirty="0"/>
          </a:p>
          <a:p>
            <a:r>
              <a:rPr lang="en-US" sz="2000" dirty="0"/>
              <a:t>The top-level item appears in the main menu on your online store, and the nested menu items appear in a drop-down menu. </a:t>
            </a:r>
          </a:p>
          <a:p>
            <a:endParaRPr lang="en-US" sz="2000" dirty="0"/>
          </a:p>
          <a:p>
            <a:r>
              <a:rPr lang="en-US" sz="2000" dirty="0"/>
              <a:t>The top-level item can have up to two levels of nested drop-down menus</a:t>
            </a:r>
            <a:endParaRPr lang="en-SG" sz="3200" dirty="0"/>
          </a:p>
        </p:txBody>
      </p:sp>
      <p:pic>
        <p:nvPicPr>
          <p:cNvPr id="4" name="Picture 3">
            <a:extLst>
              <a:ext uri="{FF2B5EF4-FFF2-40B4-BE49-F238E27FC236}">
                <a16:creationId xmlns:a16="http://schemas.microsoft.com/office/drawing/2014/main" id="{9D5224A8-E88A-4941-8216-49450F541BE4}"/>
              </a:ext>
            </a:extLst>
          </p:cNvPr>
          <p:cNvPicPr>
            <a:picLocks noChangeAspect="1"/>
          </p:cNvPicPr>
          <p:nvPr/>
        </p:nvPicPr>
        <p:blipFill rotWithShape="1">
          <a:blip r:embed="rId2"/>
          <a:srcRect l="29687" t="38871" r="31182" b="28518"/>
          <a:stretch/>
        </p:blipFill>
        <p:spPr>
          <a:xfrm>
            <a:off x="909119" y="1869897"/>
            <a:ext cx="5367320" cy="2515836"/>
          </a:xfrm>
          <a:prstGeom prst="rect">
            <a:avLst/>
          </a:prstGeom>
        </p:spPr>
      </p:pic>
      <p:sp>
        <p:nvSpPr>
          <p:cNvPr id="5" name="TextBox 4">
            <a:extLst>
              <a:ext uri="{FF2B5EF4-FFF2-40B4-BE49-F238E27FC236}">
                <a16:creationId xmlns:a16="http://schemas.microsoft.com/office/drawing/2014/main" id="{1B82F810-9DC0-4E55-B6D7-617F7958CE60}"/>
              </a:ext>
            </a:extLst>
          </p:cNvPr>
          <p:cNvSpPr txBox="1"/>
          <p:nvPr/>
        </p:nvSpPr>
        <p:spPr>
          <a:xfrm>
            <a:off x="909119" y="5034807"/>
            <a:ext cx="5812091" cy="1631216"/>
          </a:xfrm>
          <a:prstGeom prst="rect">
            <a:avLst/>
          </a:prstGeom>
          <a:noFill/>
        </p:spPr>
        <p:txBody>
          <a:bodyPr wrap="square" rtlCol="0">
            <a:spAutoFit/>
          </a:bodyPr>
          <a:lstStyle/>
          <a:p>
            <a:r>
              <a:rPr lang="en-SG" sz="2000" dirty="0"/>
              <a:t>In the example, we added book categories and this will include sub-categories like:</a:t>
            </a:r>
          </a:p>
          <a:p>
            <a:r>
              <a:rPr lang="en-SG" sz="2000" dirty="0"/>
              <a:t>Programming, Analysis, Business &amp; etc. but make sure this collection has been added and products are categorized according to the said collections</a:t>
            </a:r>
          </a:p>
        </p:txBody>
      </p:sp>
    </p:spTree>
    <p:extLst>
      <p:ext uri="{BB962C8B-B14F-4D97-AF65-F5344CB8AC3E}">
        <p14:creationId xmlns:p14="http://schemas.microsoft.com/office/powerpoint/2010/main" val="303735211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F20FF225-4738-4F8D-9A6D-684B4E4B9C0A}"/>
              </a:ext>
            </a:extLst>
          </p:cNvPr>
          <p:cNvSpPr>
            <a:spLocks noGrp="1"/>
          </p:cNvSpPr>
          <p:nvPr>
            <p:ph type="title"/>
          </p:nvPr>
        </p:nvSpPr>
        <p:spPr>
          <a:xfrm>
            <a:off x="633681" y="285383"/>
            <a:ext cx="10515600" cy="1584514"/>
          </a:xfrm>
        </p:spPr>
        <p:txBody>
          <a:bodyPr>
            <a:normAutofit fontScale="90000"/>
          </a:bodyPr>
          <a:lstStyle/>
          <a:p>
            <a:r>
              <a:rPr lang="en-SG" dirty="0"/>
              <a:t>Theme for your Shopify Site</a:t>
            </a:r>
            <a:br>
              <a:rPr lang="en-SG" dirty="0"/>
            </a:br>
            <a:r>
              <a:rPr lang="en-SG" sz="3600" dirty="0">
                <a:solidFill>
                  <a:srgbClr val="0070C0"/>
                </a:solidFill>
              </a:rPr>
              <a:t>3 – Manage Menus, Links, and Pages</a:t>
            </a:r>
            <a:br>
              <a:rPr lang="en-SG" sz="3600" dirty="0">
                <a:solidFill>
                  <a:srgbClr val="0070C0"/>
                </a:solidFill>
              </a:rPr>
            </a:br>
            <a:r>
              <a:rPr lang="en-SG" sz="2700" u="sng" dirty="0">
                <a:solidFill>
                  <a:schemeClr val="accent4">
                    <a:lumMod val="50000"/>
                  </a:schemeClr>
                </a:solidFill>
              </a:rPr>
              <a:t>(Understanding Navigation – Dropdown Menu)</a:t>
            </a:r>
            <a:br>
              <a:rPr lang="en-SG" sz="3600" dirty="0">
                <a:solidFill>
                  <a:srgbClr val="0070C0"/>
                </a:solidFill>
              </a:rPr>
            </a:br>
            <a:endParaRPr lang="en-SG" sz="3600" dirty="0">
              <a:solidFill>
                <a:srgbClr val="0070C0"/>
              </a:solidFill>
            </a:endParaRPr>
          </a:p>
        </p:txBody>
      </p:sp>
      <p:pic>
        <p:nvPicPr>
          <p:cNvPr id="2" name="Picture 1">
            <a:extLst>
              <a:ext uri="{FF2B5EF4-FFF2-40B4-BE49-F238E27FC236}">
                <a16:creationId xmlns:a16="http://schemas.microsoft.com/office/drawing/2014/main" id="{48769B26-25E3-4FEA-B6A1-CCEC9C89EEAF}"/>
              </a:ext>
            </a:extLst>
          </p:cNvPr>
          <p:cNvPicPr>
            <a:picLocks noChangeAspect="1"/>
          </p:cNvPicPr>
          <p:nvPr/>
        </p:nvPicPr>
        <p:blipFill rotWithShape="1">
          <a:blip r:embed="rId2"/>
          <a:srcRect l="27570" t="17160" r="30556" b="24321"/>
          <a:stretch/>
        </p:blipFill>
        <p:spPr>
          <a:xfrm>
            <a:off x="1042719" y="1651996"/>
            <a:ext cx="6155266" cy="4838468"/>
          </a:xfrm>
          <a:prstGeom prst="rect">
            <a:avLst/>
          </a:prstGeom>
        </p:spPr>
      </p:pic>
      <p:sp>
        <p:nvSpPr>
          <p:cNvPr id="7" name="Rectangle 6">
            <a:extLst>
              <a:ext uri="{FF2B5EF4-FFF2-40B4-BE49-F238E27FC236}">
                <a16:creationId xmlns:a16="http://schemas.microsoft.com/office/drawing/2014/main" id="{71B31FFC-13B2-4B8A-860D-435E9BE2E15A}"/>
              </a:ext>
            </a:extLst>
          </p:cNvPr>
          <p:cNvSpPr/>
          <p:nvPr/>
        </p:nvSpPr>
        <p:spPr>
          <a:xfrm>
            <a:off x="863599" y="4260277"/>
            <a:ext cx="6155266" cy="2312340"/>
          </a:xfrm>
          <a:prstGeom prst="rect">
            <a:avLst/>
          </a:prstGeom>
          <a:noFill/>
          <a:ln w="317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cxnSp>
        <p:nvCxnSpPr>
          <p:cNvPr id="8" name="Straight Arrow Connector 7">
            <a:extLst>
              <a:ext uri="{FF2B5EF4-FFF2-40B4-BE49-F238E27FC236}">
                <a16:creationId xmlns:a16="http://schemas.microsoft.com/office/drawing/2014/main" id="{C9520A03-1165-4665-AE3F-4CD0EE66A751}"/>
              </a:ext>
            </a:extLst>
          </p:cNvPr>
          <p:cNvCxnSpPr>
            <a:cxnSpLocks/>
            <a:endCxn id="13" idx="1"/>
          </p:cNvCxnSpPr>
          <p:nvPr/>
        </p:nvCxnSpPr>
        <p:spPr>
          <a:xfrm flipV="1">
            <a:off x="4089400" y="2566439"/>
            <a:ext cx="3232948" cy="1693840"/>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E4BF744F-CDAD-4D83-9955-D41C8B4891FC}"/>
              </a:ext>
            </a:extLst>
          </p:cNvPr>
          <p:cNvSpPr txBox="1"/>
          <p:nvPr/>
        </p:nvSpPr>
        <p:spPr>
          <a:xfrm>
            <a:off x="7322348" y="1596943"/>
            <a:ext cx="4514051" cy="1938992"/>
          </a:xfrm>
          <a:prstGeom prst="rect">
            <a:avLst/>
          </a:prstGeom>
          <a:solidFill>
            <a:schemeClr val="accent4">
              <a:lumMod val="60000"/>
              <a:lumOff val="40000"/>
            </a:schemeClr>
          </a:solidFill>
        </p:spPr>
        <p:txBody>
          <a:bodyPr wrap="square" rtlCol="0">
            <a:spAutoFit/>
          </a:bodyPr>
          <a:lstStyle/>
          <a:p>
            <a:r>
              <a:rPr lang="en-SG" sz="2000" dirty="0"/>
              <a:t>In the example, we created three sub-categories on the Book Categories.</a:t>
            </a:r>
          </a:p>
          <a:p>
            <a:endParaRPr lang="en-SG" sz="2000" dirty="0"/>
          </a:p>
          <a:p>
            <a:r>
              <a:rPr lang="en-SG" sz="2000" dirty="0"/>
              <a:t>To do this you need drag the three sub-categories under the Book Categories to create a dropdown list</a:t>
            </a:r>
          </a:p>
        </p:txBody>
      </p:sp>
      <p:sp>
        <p:nvSpPr>
          <p:cNvPr id="19" name="TextBox 18">
            <a:extLst>
              <a:ext uri="{FF2B5EF4-FFF2-40B4-BE49-F238E27FC236}">
                <a16:creationId xmlns:a16="http://schemas.microsoft.com/office/drawing/2014/main" id="{A156697E-EABE-4D3A-B83A-9609A91C6666}"/>
              </a:ext>
            </a:extLst>
          </p:cNvPr>
          <p:cNvSpPr txBox="1"/>
          <p:nvPr/>
        </p:nvSpPr>
        <p:spPr>
          <a:xfrm>
            <a:off x="7322347" y="4106333"/>
            <a:ext cx="4514051" cy="1938992"/>
          </a:xfrm>
          <a:prstGeom prst="rect">
            <a:avLst/>
          </a:prstGeom>
          <a:noFill/>
        </p:spPr>
        <p:txBody>
          <a:bodyPr wrap="square" rtlCol="0">
            <a:spAutoFit/>
          </a:bodyPr>
          <a:lstStyle/>
          <a:p>
            <a:r>
              <a:rPr lang="en-SG" sz="2000" dirty="0"/>
              <a:t>For more information on how to create a dropdown list in your Shopify site watch the video below:</a:t>
            </a:r>
          </a:p>
          <a:p>
            <a:endParaRPr lang="en-SG" sz="2000" dirty="0"/>
          </a:p>
          <a:p>
            <a:r>
              <a:rPr lang="en-SG" dirty="0">
                <a:hlinkClick r:id="rId3"/>
              </a:rPr>
              <a:t>https://youtu.be/ph2-a8Dbio4</a:t>
            </a:r>
            <a:endParaRPr lang="en-SG" dirty="0"/>
          </a:p>
          <a:p>
            <a:endParaRPr lang="en-SG" sz="2000" dirty="0"/>
          </a:p>
        </p:txBody>
      </p:sp>
    </p:spTree>
    <p:extLst>
      <p:ext uri="{BB962C8B-B14F-4D97-AF65-F5344CB8AC3E}">
        <p14:creationId xmlns:p14="http://schemas.microsoft.com/office/powerpoint/2010/main" val="224331179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AD339F-CD4B-4FCC-AADD-4449CCA42FB7}"/>
              </a:ext>
            </a:extLst>
          </p:cNvPr>
          <p:cNvSpPr>
            <a:spLocks noGrp="1"/>
          </p:cNvSpPr>
          <p:nvPr>
            <p:ph type="title"/>
          </p:nvPr>
        </p:nvSpPr>
        <p:spPr/>
        <p:txBody>
          <a:bodyPr/>
          <a:lstStyle/>
          <a:p>
            <a:r>
              <a:rPr lang="en-SG" dirty="0"/>
              <a:t>Activity 8.5</a:t>
            </a:r>
          </a:p>
        </p:txBody>
      </p:sp>
      <p:sp>
        <p:nvSpPr>
          <p:cNvPr id="3" name="Content Placeholder 2">
            <a:extLst>
              <a:ext uri="{FF2B5EF4-FFF2-40B4-BE49-F238E27FC236}">
                <a16:creationId xmlns:a16="http://schemas.microsoft.com/office/drawing/2014/main" id="{1040C2EB-69A2-43FE-875B-BD02C0C4F430}"/>
              </a:ext>
            </a:extLst>
          </p:cNvPr>
          <p:cNvSpPr>
            <a:spLocks noGrp="1"/>
          </p:cNvSpPr>
          <p:nvPr>
            <p:ph idx="1"/>
          </p:nvPr>
        </p:nvSpPr>
        <p:spPr/>
        <p:txBody>
          <a:bodyPr/>
          <a:lstStyle/>
          <a:p>
            <a:r>
              <a:rPr lang="en-SG" dirty="0"/>
              <a:t>Refer to your book for Activity 8.5</a:t>
            </a:r>
          </a:p>
        </p:txBody>
      </p:sp>
    </p:spTree>
    <p:extLst>
      <p:ext uri="{BB962C8B-B14F-4D97-AF65-F5344CB8AC3E}">
        <p14:creationId xmlns:p14="http://schemas.microsoft.com/office/powerpoint/2010/main" val="386418137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AD339F-CD4B-4FCC-AADD-4449CCA42FB7}"/>
              </a:ext>
            </a:extLst>
          </p:cNvPr>
          <p:cNvSpPr>
            <a:spLocks noGrp="1"/>
          </p:cNvSpPr>
          <p:nvPr>
            <p:ph type="title"/>
          </p:nvPr>
        </p:nvSpPr>
        <p:spPr/>
        <p:txBody>
          <a:bodyPr/>
          <a:lstStyle/>
          <a:p>
            <a:r>
              <a:rPr lang="en-SG" dirty="0"/>
              <a:t>Theme Customization and Configurations </a:t>
            </a:r>
          </a:p>
        </p:txBody>
      </p:sp>
      <p:sp>
        <p:nvSpPr>
          <p:cNvPr id="3" name="Content Placeholder 2">
            <a:extLst>
              <a:ext uri="{FF2B5EF4-FFF2-40B4-BE49-F238E27FC236}">
                <a16:creationId xmlns:a16="http://schemas.microsoft.com/office/drawing/2014/main" id="{1040C2EB-69A2-43FE-875B-BD02C0C4F430}"/>
              </a:ext>
            </a:extLst>
          </p:cNvPr>
          <p:cNvSpPr>
            <a:spLocks noGrp="1"/>
          </p:cNvSpPr>
          <p:nvPr>
            <p:ph idx="1"/>
          </p:nvPr>
        </p:nvSpPr>
        <p:spPr/>
        <p:txBody>
          <a:bodyPr>
            <a:normAutofit fontScale="77500" lnSpcReduction="20000"/>
          </a:bodyPr>
          <a:lstStyle/>
          <a:p>
            <a:pPr marL="0" indent="0">
              <a:buNone/>
            </a:pPr>
            <a:r>
              <a:rPr lang="en-SG" sz="3600" dirty="0"/>
              <a:t>In this lesson, the applied theme customization, pages customization and other configurations can be viewed in the URL link below:</a:t>
            </a:r>
          </a:p>
          <a:p>
            <a:pPr marL="0" indent="0">
              <a:buNone/>
            </a:pPr>
            <a:endParaRPr lang="en-SG" sz="3600" dirty="0"/>
          </a:p>
          <a:p>
            <a:pPr marL="0" indent="0">
              <a:buNone/>
            </a:pPr>
            <a:r>
              <a:rPr lang="en-SG" sz="3600" dirty="0">
                <a:hlinkClick r:id="rId2"/>
              </a:rPr>
              <a:t>https://gcs-bookstore.myshopify.com/</a:t>
            </a:r>
            <a:endParaRPr lang="en-SG" sz="3600" dirty="0"/>
          </a:p>
          <a:p>
            <a:pPr marL="0" indent="0">
              <a:buNone/>
            </a:pPr>
            <a:endParaRPr lang="en-SG" sz="3600" dirty="0"/>
          </a:p>
          <a:p>
            <a:pPr marL="0" indent="0">
              <a:buNone/>
            </a:pPr>
            <a:r>
              <a:rPr lang="en-SG" sz="3600" dirty="0"/>
              <a:t>Since this is a free trial plan, you need to enter the password to view the full Shopify site:</a:t>
            </a:r>
          </a:p>
          <a:p>
            <a:pPr marL="0" indent="0">
              <a:buNone/>
            </a:pPr>
            <a:endParaRPr lang="en-SG" dirty="0"/>
          </a:p>
          <a:p>
            <a:pPr marL="0" indent="0">
              <a:buNone/>
            </a:pPr>
            <a:endParaRPr lang="en-SG" dirty="0"/>
          </a:p>
          <a:p>
            <a:pPr marL="0" indent="0">
              <a:buNone/>
            </a:pPr>
            <a:r>
              <a:rPr lang="en-SG" sz="3100" dirty="0"/>
              <a:t>Password: gEnEtic_2020</a:t>
            </a:r>
          </a:p>
          <a:p>
            <a:pPr marL="0" indent="0">
              <a:buNone/>
            </a:pPr>
            <a:r>
              <a:rPr lang="en-SG" dirty="0"/>
              <a:t> </a:t>
            </a:r>
          </a:p>
        </p:txBody>
      </p:sp>
    </p:spTree>
    <p:extLst>
      <p:ext uri="{BB962C8B-B14F-4D97-AF65-F5344CB8AC3E}">
        <p14:creationId xmlns:p14="http://schemas.microsoft.com/office/powerpoint/2010/main" val="386412028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AD339F-CD4B-4FCC-AADD-4449CCA42FB7}"/>
              </a:ext>
            </a:extLst>
          </p:cNvPr>
          <p:cNvSpPr>
            <a:spLocks noGrp="1"/>
          </p:cNvSpPr>
          <p:nvPr>
            <p:ph type="title"/>
          </p:nvPr>
        </p:nvSpPr>
        <p:spPr/>
        <p:txBody>
          <a:bodyPr/>
          <a:lstStyle/>
          <a:p>
            <a:r>
              <a:rPr lang="en-SG" b="1" u="sng" dirty="0"/>
              <a:t>Portfolio</a:t>
            </a:r>
            <a:r>
              <a:rPr lang="en-SG" dirty="0"/>
              <a:t> – Theme Customization and Configuration</a:t>
            </a:r>
          </a:p>
        </p:txBody>
      </p:sp>
      <p:sp>
        <p:nvSpPr>
          <p:cNvPr id="3" name="Content Placeholder 2">
            <a:extLst>
              <a:ext uri="{FF2B5EF4-FFF2-40B4-BE49-F238E27FC236}">
                <a16:creationId xmlns:a16="http://schemas.microsoft.com/office/drawing/2014/main" id="{1040C2EB-69A2-43FE-875B-BD02C0C4F430}"/>
              </a:ext>
            </a:extLst>
          </p:cNvPr>
          <p:cNvSpPr>
            <a:spLocks noGrp="1"/>
          </p:cNvSpPr>
          <p:nvPr>
            <p:ph idx="1"/>
          </p:nvPr>
        </p:nvSpPr>
        <p:spPr>
          <a:xfrm>
            <a:off x="838200" y="2073275"/>
            <a:ext cx="10515600" cy="4351338"/>
          </a:xfrm>
        </p:spPr>
        <p:txBody>
          <a:bodyPr/>
          <a:lstStyle/>
          <a:p>
            <a:pPr marL="0" indent="0">
              <a:buNone/>
            </a:pPr>
            <a:r>
              <a:rPr lang="en-SG" dirty="0"/>
              <a:t>The contents of your portfolio for this lesson are the following:</a:t>
            </a:r>
          </a:p>
          <a:p>
            <a:pPr marL="0" indent="0">
              <a:buNone/>
            </a:pPr>
            <a:endParaRPr lang="en-SG" dirty="0"/>
          </a:p>
          <a:p>
            <a:pPr lvl="0"/>
            <a:r>
              <a:rPr lang="en-SG" dirty="0"/>
              <a:t>Selected Theme for the Shopify site</a:t>
            </a:r>
          </a:p>
          <a:p>
            <a:pPr lvl="0"/>
            <a:r>
              <a:rPr lang="en-SG" dirty="0"/>
              <a:t>Pages customization (Home Page, Product Page, Collection Page, Cart &amp; etc.)</a:t>
            </a:r>
          </a:p>
          <a:p>
            <a:pPr lvl="0"/>
            <a:r>
              <a:rPr lang="en-SG" dirty="0"/>
              <a:t>Customized menus, links, and pages</a:t>
            </a:r>
          </a:p>
          <a:p>
            <a:pPr marL="0" indent="0">
              <a:buNone/>
            </a:pPr>
            <a:endParaRPr lang="en-SG" dirty="0"/>
          </a:p>
        </p:txBody>
      </p:sp>
    </p:spTree>
    <p:extLst>
      <p:ext uri="{BB962C8B-B14F-4D97-AF65-F5344CB8AC3E}">
        <p14:creationId xmlns:p14="http://schemas.microsoft.com/office/powerpoint/2010/main" val="52055083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510</TotalTime>
  <Words>2769</Words>
  <Application>Microsoft Office PowerPoint</Application>
  <PresentationFormat>Widescreen</PresentationFormat>
  <Paragraphs>200</Paragraphs>
  <Slides>49</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49</vt:i4>
      </vt:variant>
    </vt:vector>
  </HeadingPairs>
  <TitlesOfParts>
    <vt:vector size="54" baseType="lpstr">
      <vt:lpstr>Abadi</vt:lpstr>
      <vt:lpstr>Arial</vt:lpstr>
      <vt:lpstr>Calibri</vt:lpstr>
      <vt:lpstr>Calibri Light</vt:lpstr>
      <vt:lpstr>Office Theme</vt:lpstr>
      <vt:lpstr>Digital Business and               E-Commerce Management</vt:lpstr>
      <vt:lpstr>Setting a Shopify Site (B2C) Part 2</vt:lpstr>
      <vt:lpstr>Activity 8.1</vt:lpstr>
      <vt:lpstr>Themes for your Shopify Site</vt:lpstr>
      <vt:lpstr>Theme for your Shopify Site 1 – Choosing and Adding Themes</vt:lpstr>
      <vt:lpstr>Theme for your Shopify Site 1 – Choosing and Adding Themes</vt:lpstr>
      <vt:lpstr>Theme for your Shopify Site 1 – Choosing and Adding Themes</vt:lpstr>
      <vt:lpstr>Theme for your Shopify Site 1 – Choosing and Adding Themes</vt:lpstr>
      <vt:lpstr>Theme for your Shopify Site 1 – Choosing and Adding Themes</vt:lpstr>
      <vt:lpstr>Theme for your Shopify Site 1 – Choosing and Adding Themes</vt:lpstr>
      <vt:lpstr>Theme for your Shopify Site 1 – Choosing and Adding Themes</vt:lpstr>
      <vt:lpstr>Theme for your Shopify Site 1 – Choosing and Adding Themes</vt:lpstr>
      <vt:lpstr>Activity 8.2</vt:lpstr>
      <vt:lpstr>Theme for your Shopify Site 2 – Customizing the Added Theme</vt:lpstr>
      <vt:lpstr>Theme for your Shopify Site 2 – Customizing the Added Theme</vt:lpstr>
      <vt:lpstr>Theme for your Shopify Site 2 – Customizing the Added Theme</vt:lpstr>
      <vt:lpstr>Theme for your Shopify Site 2 – Customizing the Added Theme (Header Section- Logo and other elements) </vt:lpstr>
      <vt:lpstr>Theme for your Shopify Site 2 – Customizing the Added Theme (Header Section- Logo and other elements) </vt:lpstr>
      <vt:lpstr>Activity 8.3</vt:lpstr>
      <vt:lpstr>Theme for your Shopify Site 2 – Customizing the Added Theme (Home Page – Banner, Blogs, Featured Collections, Gallery &amp; etc.) </vt:lpstr>
      <vt:lpstr>Theme for your Shopify Site 2 – Customizing the Added Theme (Home Page – Banner, Blogs, Featured Collections, Gallery &amp; etc.) </vt:lpstr>
      <vt:lpstr>Theme for your Shopify Site 2 – Customizing the Added Theme (Home Page – Banner, Blogs, Featured Collections, Gallery &amp; etc.) </vt:lpstr>
      <vt:lpstr>Theme for your Shopify Site 2 – Customizing the Added Theme (Home Page – Banner, Blogs, Featured Collections, Gallery &amp; etc.) </vt:lpstr>
      <vt:lpstr>Theme for your Shopify Site 2 – Customizing the Added Theme (Home Page – Banner, Blogs, Featured Collections, Gallery &amp; etc.) </vt:lpstr>
      <vt:lpstr>Theme for your Shopify Site 2 – Customizing the Added Theme (Home Page – Banner, Blogs, Featured Collections, Gallery &amp; etc.) </vt:lpstr>
      <vt:lpstr>Theme for your Shopify Site 2 – Customizing the Added Theme (Home Page – Banner, Blogs, Featured Collections, Gallery &amp; etc.) </vt:lpstr>
      <vt:lpstr>Theme for your Shopify Site 2 – Customizing the Added Theme (Home Page – Banner, Blogs, Featured Collections, Gallery &amp; etc.) </vt:lpstr>
      <vt:lpstr>Theme for your Shopify Site 2 – Customizing the Added Theme (Home Page – Banner, Blogs, Featured Collections, Gallery &amp; etc.) </vt:lpstr>
      <vt:lpstr>Theme for your Shopify Site 2 – Customizing the Added Theme (Home Page – Banner, Blogs, Featured Collections, Gallery &amp; etc.) </vt:lpstr>
      <vt:lpstr>Theme for your Shopify Site 2 – Customizing the Added Theme (Home Page – Banner, Blogs, Featured Collections, Gallery &amp; etc.) </vt:lpstr>
      <vt:lpstr>Theme for your Shopify Site 2 – Customizing the Added Theme (Product Page) </vt:lpstr>
      <vt:lpstr>Theme for your Shopify Site 2 – Customizing the Added Theme (Product Page) </vt:lpstr>
      <vt:lpstr>Theme for your Shopify Site 2 – Customizing the Added Theme (Collection Page) </vt:lpstr>
      <vt:lpstr>Theme for your Shopify Site 2 – Customizing the Added Theme (Cart Page) </vt:lpstr>
      <vt:lpstr>Activity 8.4</vt:lpstr>
      <vt:lpstr>Theme for your Shopify Site 3 – Manage Menus, Links, and Pages (Adding Pages) </vt:lpstr>
      <vt:lpstr>Theme for your Shopify Site 3 – Manage Menus, Links, and Pages (Adding Pages – About Us) </vt:lpstr>
      <vt:lpstr>Theme for your Shopify Site 3 – Manage Menus, Links, and Pages (Adding Pages – About Us) </vt:lpstr>
      <vt:lpstr>Theme for your Shopify Site 3 – Manage Menus, Links, and Pages (Adding Pages – About Us) </vt:lpstr>
      <vt:lpstr>Theme for your Shopify Site 3 – Manage Menus, Links, and Pages (Adding Pages-Contact Us) </vt:lpstr>
      <vt:lpstr>Theme for your Shopify Site 3 – Manage Menus, Links, and Pages (Understanding Navigation) </vt:lpstr>
      <vt:lpstr>Theme for your Shopify Site 3 – Manage Menus, Links, and Pages (Understanding Navigation – Main Menu) </vt:lpstr>
      <vt:lpstr>Theme for your Shopify Site 3 – Manage Menus, Links, and Pages (Understanding Navigation – Adding and Editing Menu Items) </vt:lpstr>
      <vt:lpstr>Theme for your Shopify Site 3 – Manage Menus, Links, and Pages (Understanding Navigation – Changing the order of the Menu items) </vt:lpstr>
      <vt:lpstr>Theme for your Shopify Site 3 – Manage Menus, Links, and Pages (Understanding Navigation – Dropdown Menu) </vt:lpstr>
      <vt:lpstr>Theme for your Shopify Site 3 – Manage Menus, Links, and Pages (Understanding Navigation – Dropdown Menu) </vt:lpstr>
      <vt:lpstr>Activity 8.5</vt:lpstr>
      <vt:lpstr>Theme Customization and Configurations </vt:lpstr>
      <vt:lpstr>Portfolio – Theme Customization and Configuration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Digital Business and               E-Commerce Management</dc:title>
  <dc:creator>Marie Chris Soque</dc:creator>
  <cp:lastModifiedBy>Marie Chris Soque</cp:lastModifiedBy>
  <cp:revision>173</cp:revision>
  <dcterms:created xsi:type="dcterms:W3CDTF">2020-04-14T09:11:10Z</dcterms:created>
  <dcterms:modified xsi:type="dcterms:W3CDTF">2020-04-15T07:24:23Z</dcterms:modified>
</cp:coreProperties>
</file>