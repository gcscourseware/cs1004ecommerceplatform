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80" r:id="rId24"/>
    <p:sldId id="281" r:id="rId25"/>
    <p:sldId id="279" r:id="rId26"/>
    <p:sldId id="278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36.png"/><Relationship Id="rId7" Type="http://schemas.openxmlformats.org/officeDocument/2006/relationships/image" Target="../media/image22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1.svg"/><Relationship Id="rId4" Type="http://schemas.openxmlformats.org/officeDocument/2006/relationships/image" Target="../media/image37.svg"/><Relationship Id="rId9" Type="http://schemas.openxmlformats.org/officeDocument/2006/relationships/image" Target="../media/image40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36.png"/><Relationship Id="rId7" Type="http://schemas.openxmlformats.org/officeDocument/2006/relationships/image" Target="../media/image22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1.svg"/><Relationship Id="rId4" Type="http://schemas.openxmlformats.org/officeDocument/2006/relationships/image" Target="../media/image37.svg"/><Relationship Id="rId9" Type="http://schemas.openxmlformats.org/officeDocument/2006/relationships/image" Target="../media/image40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F28474-3727-4209-B693-B05DC6CA230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59BAFF-4A9F-483C-BC0D-A8BFC396464E}">
      <dgm:prSet/>
      <dgm:spPr/>
      <dgm:t>
        <a:bodyPr/>
        <a:lstStyle/>
        <a:p>
          <a:pPr>
            <a:lnSpc>
              <a:spcPct val="100000"/>
            </a:lnSpc>
          </a:pPr>
          <a:r>
            <a:rPr lang="en-SG"/>
            <a:t>Social Factors</a:t>
          </a:r>
          <a:endParaRPr lang="en-US"/>
        </a:p>
      </dgm:t>
    </dgm:pt>
    <dgm:pt modelId="{5E912C85-0BAA-4759-AC9A-1328D6D19DC9}" type="parTrans" cxnId="{E7EA4E7D-7C0B-4A95-8B32-E5F0F8E3EC8A}">
      <dgm:prSet/>
      <dgm:spPr/>
      <dgm:t>
        <a:bodyPr/>
        <a:lstStyle/>
        <a:p>
          <a:endParaRPr lang="en-US"/>
        </a:p>
      </dgm:t>
    </dgm:pt>
    <dgm:pt modelId="{B6D24F91-D91F-4A35-9BAA-3BDCF2E3A93D}" type="sibTrans" cxnId="{E7EA4E7D-7C0B-4A95-8B32-E5F0F8E3EC8A}">
      <dgm:prSet/>
      <dgm:spPr/>
      <dgm:t>
        <a:bodyPr/>
        <a:lstStyle/>
        <a:p>
          <a:endParaRPr lang="en-US"/>
        </a:p>
      </dgm:t>
    </dgm:pt>
    <dgm:pt modelId="{01FC0815-176E-445A-8FC7-68559FA56D92}">
      <dgm:prSet/>
      <dgm:spPr/>
      <dgm:t>
        <a:bodyPr/>
        <a:lstStyle/>
        <a:p>
          <a:pPr>
            <a:lnSpc>
              <a:spcPct val="100000"/>
            </a:lnSpc>
          </a:pPr>
          <a:r>
            <a:rPr lang="en-SG"/>
            <a:t>Legal and ethical factors</a:t>
          </a:r>
          <a:endParaRPr lang="en-US"/>
        </a:p>
      </dgm:t>
    </dgm:pt>
    <dgm:pt modelId="{FAB8D950-D10F-493C-B195-AD104192C66D}" type="parTrans" cxnId="{7A3E1A3B-E5DE-4508-B5E6-214EE3495651}">
      <dgm:prSet/>
      <dgm:spPr/>
      <dgm:t>
        <a:bodyPr/>
        <a:lstStyle/>
        <a:p>
          <a:endParaRPr lang="en-US"/>
        </a:p>
      </dgm:t>
    </dgm:pt>
    <dgm:pt modelId="{8BF1C9DC-54ED-4742-9C5E-0AF8BA7CAE10}" type="sibTrans" cxnId="{7A3E1A3B-E5DE-4508-B5E6-214EE3495651}">
      <dgm:prSet/>
      <dgm:spPr/>
      <dgm:t>
        <a:bodyPr/>
        <a:lstStyle/>
        <a:p>
          <a:endParaRPr lang="en-US"/>
        </a:p>
      </dgm:t>
    </dgm:pt>
    <dgm:pt modelId="{5D554443-A696-48FB-8288-48D2AE690045}">
      <dgm:prSet/>
      <dgm:spPr/>
      <dgm:t>
        <a:bodyPr/>
        <a:lstStyle/>
        <a:p>
          <a:pPr>
            <a:lnSpc>
              <a:spcPct val="100000"/>
            </a:lnSpc>
          </a:pPr>
          <a:r>
            <a:rPr lang="en-SG"/>
            <a:t>Economic factors</a:t>
          </a:r>
          <a:endParaRPr lang="en-US"/>
        </a:p>
      </dgm:t>
    </dgm:pt>
    <dgm:pt modelId="{023535A9-BB60-4278-964D-E5DB5AEACBDE}" type="parTrans" cxnId="{6DD63D98-046F-4C5D-9A0C-5156A1AB9698}">
      <dgm:prSet/>
      <dgm:spPr/>
      <dgm:t>
        <a:bodyPr/>
        <a:lstStyle/>
        <a:p>
          <a:endParaRPr lang="en-US"/>
        </a:p>
      </dgm:t>
    </dgm:pt>
    <dgm:pt modelId="{DCF77864-8182-435A-8F96-9991B83BEA66}" type="sibTrans" cxnId="{6DD63D98-046F-4C5D-9A0C-5156A1AB9698}">
      <dgm:prSet/>
      <dgm:spPr/>
      <dgm:t>
        <a:bodyPr/>
        <a:lstStyle/>
        <a:p>
          <a:endParaRPr lang="en-US"/>
        </a:p>
      </dgm:t>
    </dgm:pt>
    <dgm:pt modelId="{B765EDD4-DA68-48D4-AAA9-F2B357E18608}">
      <dgm:prSet/>
      <dgm:spPr/>
      <dgm:t>
        <a:bodyPr/>
        <a:lstStyle/>
        <a:p>
          <a:pPr>
            <a:lnSpc>
              <a:spcPct val="100000"/>
            </a:lnSpc>
          </a:pPr>
          <a:r>
            <a:rPr lang="en-SG"/>
            <a:t>Political factors</a:t>
          </a:r>
          <a:endParaRPr lang="en-US"/>
        </a:p>
      </dgm:t>
    </dgm:pt>
    <dgm:pt modelId="{A5184EE9-26B3-424A-AABD-C37A383C17F8}" type="parTrans" cxnId="{2328F32A-2442-4D2A-9D8E-0756773A115A}">
      <dgm:prSet/>
      <dgm:spPr/>
      <dgm:t>
        <a:bodyPr/>
        <a:lstStyle/>
        <a:p>
          <a:endParaRPr lang="en-US"/>
        </a:p>
      </dgm:t>
    </dgm:pt>
    <dgm:pt modelId="{22EB69F5-E595-49D1-A534-24EF159E13E7}" type="sibTrans" cxnId="{2328F32A-2442-4D2A-9D8E-0756773A115A}">
      <dgm:prSet/>
      <dgm:spPr/>
      <dgm:t>
        <a:bodyPr/>
        <a:lstStyle/>
        <a:p>
          <a:endParaRPr lang="en-US"/>
        </a:p>
      </dgm:t>
    </dgm:pt>
    <dgm:pt modelId="{A5160CC5-B6DE-429B-A382-A865619A61A6}">
      <dgm:prSet/>
      <dgm:spPr/>
      <dgm:t>
        <a:bodyPr/>
        <a:lstStyle/>
        <a:p>
          <a:pPr>
            <a:lnSpc>
              <a:spcPct val="100000"/>
            </a:lnSpc>
          </a:pPr>
          <a:r>
            <a:rPr lang="en-SG"/>
            <a:t>Technological factors</a:t>
          </a:r>
          <a:endParaRPr lang="en-US"/>
        </a:p>
      </dgm:t>
    </dgm:pt>
    <dgm:pt modelId="{AA472666-6459-45D7-8BDD-5F3CAEC64B5B}" type="parTrans" cxnId="{572D09D8-A886-4450-9E47-DFBDA961A544}">
      <dgm:prSet/>
      <dgm:spPr/>
      <dgm:t>
        <a:bodyPr/>
        <a:lstStyle/>
        <a:p>
          <a:endParaRPr lang="en-US"/>
        </a:p>
      </dgm:t>
    </dgm:pt>
    <dgm:pt modelId="{590AEB05-31E6-49CF-BD55-EDC75FE30E14}" type="sibTrans" cxnId="{572D09D8-A886-4450-9E47-DFBDA961A544}">
      <dgm:prSet/>
      <dgm:spPr/>
      <dgm:t>
        <a:bodyPr/>
        <a:lstStyle/>
        <a:p>
          <a:endParaRPr lang="en-US"/>
        </a:p>
      </dgm:t>
    </dgm:pt>
    <dgm:pt modelId="{FD6C538C-8DCA-4CC9-AF4D-FBA528FAABB1}" type="pres">
      <dgm:prSet presAssocID="{C7F28474-3727-4209-B693-B05DC6CA2301}" presName="root" presStyleCnt="0">
        <dgm:presLayoutVars>
          <dgm:dir/>
          <dgm:resizeHandles val="exact"/>
        </dgm:presLayoutVars>
      </dgm:prSet>
      <dgm:spPr/>
    </dgm:pt>
    <dgm:pt modelId="{2B9EEE86-7D07-44BC-9270-4ACDD0FBDCAB}" type="pres">
      <dgm:prSet presAssocID="{7F59BAFF-4A9F-483C-BC0D-A8BFC396464E}" presName="compNode" presStyleCnt="0"/>
      <dgm:spPr/>
    </dgm:pt>
    <dgm:pt modelId="{26C90752-BAEF-4028-80DA-77D9E2CD1236}" type="pres">
      <dgm:prSet presAssocID="{7F59BAFF-4A9F-483C-BC0D-A8BFC39646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F046E0DE-6A5D-4FF6-8DCB-90BE91259788}" type="pres">
      <dgm:prSet presAssocID="{7F59BAFF-4A9F-483C-BC0D-A8BFC396464E}" presName="spaceRect" presStyleCnt="0"/>
      <dgm:spPr/>
    </dgm:pt>
    <dgm:pt modelId="{03C17097-EB63-4CBD-B038-068A3A47019E}" type="pres">
      <dgm:prSet presAssocID="{7F59BAFF-4A9F-483C-BC0D-A8BFC396464E}" presName="textRect" presStyleLbl="revTx" presStyleIdx="0" presStyleCnt="5">
        <dgm:presLayoutVars>
          <dgm:chMax val="1"/>
          <dgm:chPref val="1"/>
        </dgm:presLayoutVars>
      </dgm:prSet>
      <dgm:spPr/>
    </dgm:pt>
    <dgm:pt modelId="{A60A2BC0-1410-45CB-ACE9-84297A48F138}" type="pres">
      <dgm:prSet presAssocID="{B6D24F91-D91F-4A35-9BAA-3BDCF2E3A93D}" presName="sibTrans" presStyleCnt="0"/>
      <dgm:spPr/>
    </dgm:pt>
    <dgm:pt modelId="{E076FD8B-F4AE-4C29-BCC1-B5B661F412B1}" type="pres">
      <dgm:prSet presAssocID="{01FC0815-176E-445A-8FC7-68559FA56D92}" presName="compNode" presStyleCnt="0"/>
      <dgm:spPr/>
    </dgm:pt>
    <dgm:pt modelId="{2546B2FE-E273-416D-9782-F0E0B209D031}" type="pres">
      <dgm:prSet presAssocID="{01FC0815-176E-445A-8FC7-68559FA56D9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0B772FF7-91D5-4CD9-8F61-B0F361E31BB1}" type="pres">
      <dgm:prSet presAssocID="{01FC0815-176E-445A-8FC7-68559FA56D92}" presName="spaceRect" presStyleCnt="0"/>
      <dgm:spPr/>
    </dgm:pt>
    <dgm:pt modelId="{B9639442-FB59-4F84-9D48-86EE560E65FA}" type="pres">
      <dgm:prSet presAssocID="{01FC0815-176E-445A-8FC7-68559FA56D92}" presName="textRect" presStyleLbl="revTx" presStyleIdx="1" presStyleCnt="5">
        <dgm:presLayoutVars>
          <dgm:chMax val="1"/>
          <dgm:chPref val="1"/>
        </dgm:presLayoutVars>
      </dgm:prSet>
      <dgm:spPr/>
    </dgm:pt>
    <dgm:pt modelId="{3E026E52-232D-4127-99E5-D6A5829BD617}" type="pres">
      <dgm:prSet presAssocID="{8BF1C9DC-54ED-4742-9C5E-0AF8BA7CAE10}" presName="sibTrans" presStyleCnt="0"/>
      <dgm:spPr/>
    </dgm:pt>
    <dgm:pt modelId="{F9864813-B972-45FE-B09A-F69D2184296E}" type="pres">
      <dgm:prSet presAssocID="{5D554443-A696-48FB-8288-48D2AE690045}" presName="compNode" presStyleCnt="0"/>
      <dgm:spPr/>
    </dgm:pt>
    <dgm:pt modelId="{8BF676B0-2B9C-46AC-B1C9-FA7D3D764C4C}" type="pres">
      <dgm:prSet presAssocID="{5D554443-A696-48FB-8288-48D2AE69004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CEBF50EF-A224-4F4E-8C1F-137CCA26B008}" type="pres">
      <dgm:prSet presAssocID="{5D554443-A696-48FB-8288-48D2AE690045}" presName="spaceRect" presStyleCnt="0"/>
      <dgm:spPr/>
    </dgm:pt>
    <dgm:pt modelId="{C7BA090E-3732-427A-BFDC-2AE1B05A4C25}" type="pres">
      <dgm:prSet presAssocID="{5D554443-A696-48FB-8288-48D2AE690045}" presName="textRect" presStyleLbl="revTx" presStyleIdx="2" presStyleCnt="5">
        <dgm:presLayoutVars>
          <dgm:chMax val="1"/>
          <dgm:chPref val="1"/>
        </dgm:presLayoutVars>
      </dgm:prSet>
      <dgm:spPr/>
    </dgm:pt>
    <dgm:pt modelId="{7BAD347B-282E-422C-975D-81D517EAC64E}" type="pres">
      <dgm:prSet presAssocID="{DCF77864-8182-435A-8F96-9991B83BEA66}" presName="sibTrans" presStyleCnt="0"/>
      <dgm:spPr/>
    </dgm:pt>
    <dgm:pt modelId="{86E48285-DB14-480B-B50E-172D1158365C}" type="pres">
      <dgm:prSet presAssocID="{B765EDD4-DA68-48D4-AAA9-F2B357E18608}" presName="compNode" presStyleCnt="0"/>
      <dgm:spPr/>
    </dgm:pt>
    <dgm:pt modelId="{78F451B7-8D68-4AC5-8A8A-5301FDEEFB8B}" type="pres">
      <dgm:prSet presAssocID="{B765EDD4-DA68-48D4-AAA9-F2B357E1860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60FC23A-9B12-4C7A-9721-F406845B7763}" type="pres">
      <dgm:prSet presAssocID="{B765EDD4-DA68-48D4-AAA9-F2B357E18608}" presName="spaceRect" presStyleCnt="0"/>
      <dgm:spPr/>
    </dgm:pt>
    <dgm:pt modelId="{EC705872-597F-4DDB-A476-D32A89004A6D}" type="pres">
      <dgm:prSet presAssocID="{B765EDD4-DA68-48D4-AAA9-F2B357E18608}" presName="textRect" presStyleLbl="revTx" presStyleIdx="3" presStyleCnt="5">
        <dgm:presLayoutVars>
          <dgm:chMax val="1"/>
          <dgm:chPref val="1"/>
        </dgm:presLayoutVars>
      </dgm:prSet>
      <dgm:spPr/>
    </dgm:pt>
    <dgm:pt modelId="{5294E1D8-3711-4ED1-8C52-8DA1366C1A94}" type="pres">
      <dgm:prSet presAssocID="{22EB69F5-E595-49D1-A534-24EF159E13E7}" presName="sibTrans" presStyleCnt="0"/>
      <dgm:spPr/>
    </dgm:pt>
    <dgm:pt modelId="{85A445D6-4ABA-43E3-98AB-D2B3C949BDA0}" type="pres">
      <dgm:prSet presAssocID="{A5160CC5-B6DE-429B-A382-A865619A61A6}" presName="compNode" presStyleCnt="0"/>
      <dgm:spPr/>
    </dgm:pt>
    <dgm:pt modelId="{57D285D1-8AC0-4F02-93B2-6833FD35E52D}" type="pres">
      <dgm:prSet presAssocID="{A5160CC5-B6DE-429B-A382-A865619A61A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A713EB9-D46F-4946-A433-7F0432E77213}" type="pres">
      <dgm:prSet presAssocID="{A5160CC5-B6DE-429B-A382-A865619A61A6}" presName="spaceRect" presStyleCnt="0"/>
      <dgm:spPr/>
    </dgm:pt>
    <dgm:pt modelId="{4CC73989-C11E-4F1B-8ACB-18CEC53247F2}" type="pres">
      <dgm:prSet presAssocID="{A5160CC5-B6DE-429B-A382-A865619A61A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328F32A-2442-4D2A-9D8E-0756773A115A}" srcId="{C7F28474-3727-4209-B693-B05DC6CA2301}" destId="{B765EDD4-DA68-48D4-AAA9-F2B357E18608}" srcOrd="3" destOrd="0" parTransId="{A5184EE9-26B3-424A-AABD-C37A383C17F8}" sibTransId="{22EB69F5-E595-49D1-A534-24EF159E13E7}"/>
    <dgm:cxn modelId="{BCC41B38-396A-4E3F-A4B9-803ECC8C6486}" type="presOf" srcId="{A5160CC5-B6DE-429B-A382-A865619A61A6}" destId="{4CC73989-C11E-4F1B-8ACB-18CEC53247F2}" srcOrd="0" destOrd="0" presId="urn:microsoft.com/office/officeart/2018/2/layout/IconLabelList"/>
    <dgm:cxn modelId="{7A3E1A3B-E5DE-4508-B5E6-214EE3495651}" srcId="{C7F28474-3727-4209-B693-B05DC6CA2301}" destId="{01FC0815-176E-445A-8FC7-68559FA56D92}" srcOrd="1" destOrd="0" parTransId="{FAB8D950-D10F-493C-B195-AD104192C66D}" sibTransId="{8BF1C9DC-54ED-4742-9C5E-0AF8BA7CAE10}"/>
    <dgm:cxn modelId="{E7EA4E7D-7C0B-4A95-8B32-E5F0F8E3EC8A}" srcId="{C7F28474-3727-4209-B693-B05DC6CA2301}" destId="{7F59BAFF-4A9F-483C-BC0D-A8BFC396464E}" srcOrd="0" destOrd="0" parTransId="{5E912C85-0BAA-4759-AC9A-1328D6D19DC9}" sibTransId="{B6D24F91-D91F-4A35-9BAA-3BDCF2E3A93D}"/>
    <dgm:cxn modelId="{59068688-01C1-4F2F-90FB-32DB5B98B1AB}" type="presOf" srcId="{C7F28474-3727-4209-B693-B05DC6CA2301}" destId="{FD6C538C-8DCA-4CC9-AF4D-FBA528FAABB1}" srcOrd="0" destOrd="0" presId="urn:microsoft.com/office/officeart/2018/2/layout/IconLabelList"/>
    <dgm:cxn modelId="{50A7BC8B-773B-4224-B0C5-DB47101A8FA8}" type="presOf" srcId="{B765EDD4-DA68-48D4-AAA9-F2B357E18608}" destId="{EC705872-597F-4DDB-A476-D32A89004A6D}" srcOrd="0" destOrd="0" presId="urn:microsoft.com/office/officeart/2018/2/layout/IconLabelList"/>
    <dgm:cxn modelId="{6DD63D98-046F-4C5D-9A0C-5156A1AB9698}" srcId="{C7F28474-3727-4209-B693-B05DC6CA2301}" destId="{5D554443-A696-48FB-8288-48D2AE690045}" srcOrd="2" destOrd="0" parTransId="{023535A9-BB60-4278-964D-E5DB5AEACBDE}" sibTransId="{DCF77864-8182-435A-8F96-9991B83BEA66}"/>
    <dgm:cxn modelId="{081112B1-E075-4535-8862-A92779A861E9}" type="presOf" srcId="{01FC0815-176E-445A-8FC7-68559FA56D92}" destId="{B9639442-FB59-4F84-9D48-86EE560E65FA}" srcOrd="0" destOrd="0" presId="urn:microsoft.com/office/officeart/2018/2/layout/IconLabelList"/>
    <dgm:cxn modelId="{572D09D8-A886-4450-9E47-DFBDA961A544}" srcId="{C7F28474-3727-4209-B693-B05DC6CA2301}" destId="{A5160CC5-B6DE-429B-A382-A865619A61A6}" srcOrd="4" destOrd="0" parTransId="{AA472666-6459-45D7-8BDD-5F3CAEC64B5B}" sibTransId="{590AEB05-31E6-49CF-BD55-EDC75FE30E14}"/>
    <dgm:cxn modelId="{504044E6-A0D4-4BEE-9DC3-9927940043FE}" type="presOf" srcId="{5D554443-A696-48FB-8288-48D2AE690045}" destId="{C7BA090E-3732-427A-BFDC-2AE1B05A4C25}" srcOrd="0" destOrd="0" presId="urn:microsoft.com/office/officeart/2018/2/layout/IconLabelList"/>
    <dgm:cxn modelId="{861C35E8-460B-457B-81B5-57F04CDA7816}" type="presOf" srcId="{7F59BAFF-4A9F-483C-BC0D-A8BFC396464E}" destId="{03C17097-EB63-4CBD-B038-068A3A47019E}" srcOrd="0" destOrd="0" presId="urn:microsoft.com/office/officeart/2018/2/layout/IconLabelList"/>
    <dgm:cxn modelId="{60C298B8-2B04-4582-A070-10520AE3FCBB}" type="presParOf" srcId="{FD6C538C-8DCA-4CC9-AF4D-FBA528FAABB1}" destId="{2B9EEE86-7D07-44BC-9270-4ACDD0FBDCAB}" srcOrd="0" destOrd="0" presId="urn:microsoft.com/office/officeart/2018/2/layout/IconLabelList"/>
    <dgm:cxn modelId="{F2325D48-6CE2-4EB7-B834-494C437003BE}" type="presParOf" srcId="{2B9EEE86-7D07-44BC-9270-4ACDD0FBDCAB}" destId="{26C90752-BAEF-4028-80DA-77D9E2CD1236}" srcOrd="0" destOrd="0" presId="urn:microsoft.com/office/officeart/2018/2/layout/IconLabelList"/>
    <dgm:cxn modelId="{028E5E4D-B38C-4427-B15F-21C5F6F8CC2D}" type="presParOf" srcId="{2B9EEE86-7D07-44BC-9270-4ACDD0FBDCAB}" destId="{F046E0DE-6A5D-4FF6-8DCB-90BE91259788}" srcOrd="1" destOrd="0" presId="urn:microsoft.com/office/officeart/2018/2/layout/IconLabelList"/>
    <dgm:cxn modelId="{8C0D1660-EF24-4493-B5F5-9658E11853CF}" type="presParOf" srcId="{2B9EEE86-7D07-44BC-9270-4ACDD0FBDCAB}" destId="{03C17097-EB63-4CBD-B038-068A3A47019E}" srcOrd="2" destOrd="0" presId="urn:microsoft.com/office/officeart/2018/2/layout/IconLabelList"/>
    <dgm:cxn modelId="{BE98BFF6-E930-4BED-AC8C-BAEE9CBC6CFB}" type="presParOf" srcId="{FD6C538C-8DCA-4CC9-AF4D-FBA528FAABB1}" destId="{A60A2BC0-1410-45CB-ACE9-84297A48F138}" srcOrd="1" destOrd="0" presId="urn:microsoft.com/office/officeart/2018/2/layout/IconLabelList"/>
    <dgm:cxn modelId="{CA5B5E05-04A7-4E46-AAC9-021FA2AB3E17}" type="presParOf" srcId="{FD6C538C-8DCA-4CC9-AF4D-FBA528FAABB1}" destId="{E076FD8B-F4AE-4C29-BCC1-B5B661F412B1}" srcOrd="2" destOrd="0" presId="urn:microsoft.com/office/officeart/2018/2/layout/IconLabelList"/>
    <dgm:cxn modelId="{9E5B3E0F-17C1-4FDB-88D1-52A5EA851007}" type="presParOf" srcId="{E076FD8B-F4AE-4C29-BCC1-B5B661F412B1}" destId="{2546B2FE-E273-416D-9782-F0E0B209D031}" srcOrd="0" destOrd="0" presId="urn:microsoft.com/office/officeart/2018/2/layout/IconLabelList"/>
    <dgm:cxn modelId="{D934D948-6103-41F8-96A9-67C548C99486}" type="presParOf" srcId="{E076FD8B-F4AE-4C29-BCC1-B5B661F412B1}" destId="{0B772FF7-91D5-4CD9-8F61-B0F361E31BB1}" srcOrd="1" destOrd="0" presId="urn:microsoft.com/office/officeart/2018/2/layout/IconLabelList"/>
    <dgm:cxn modelId="{54846466-5C69-4B09-9B3A-529429B3ED10}" type="presParOf" srcId="{E076FD8B-F4AE-4C29-BCC1-B5B661F412B1}" destId="{B9639442-FB59-4F84-9D48-86EE560E65FA}" srcOrd="2" destOrd="0" presId="urn:microsoft.com/office/officeart/2018/2/layout/IconLabelList"/>
    <dgm:cxn modelId="{3E06F149-39E7-47AF-BE51-D4D29CFE0209}" type="presParOf" srcId="{FD6C538C-8DCA-4CC9-AF4D-FBA528FAABB1}" destId="{3E026E52-232D-4127-99E5-D6A5829BD617}" srcOrd="3" destOrd="0" presId="urn:microsoft.com/office/officeart/2018/2/layout/IconLabelList"/>
    <dgm:cxn modelId="{118D03DA-2C71-4BC1-8B06-8B18027EAAC3}" type="presParOf" srcId="{FD6C538C-8DCA-4CC9-AF4D-FBA528FAABB1}" destId="{F9864813-B972-45FE-B09A-F69D2184296E}" srcOrd="4" destOrd="0" presId="urn:microsoft.com/office/officeart/2018/2/layout/IconLabelList"/>
    <dgm:cxn modelId="{EB64FFC9-0363-41DC-BDFB-35F9F248D63B}" type="presParOf" srcId="{F9864813-B972-45FE-B09A-F69D2184296E}" destId="{8BF676B0-2B9C-46AC-B1C9-FA7D3D764C4C}" srcOrd="0" destOrd="0" presId="urn:microsoft.com/office/officeart/2018/2/layout/IconLabelList"/>
    <dgm:cxn modelId="{8DB232CD-0792-4D96-BEC2-DC612C6B3DDD}" type="presParOf" srcId="{F9864813-B972-45FE-B09A-F69D2184296E}" destId="{CEBF50EF-A224-4F4E-8C1F-137CCA26B008}" srcOrd="1" destOrd="0" presId="urn:microsoft.com/office/officeart/2018/2/layout/IconLabelList"/>
    <dgm:cxn modelId="{7134900B-17C7-4D8F-AE62-B106CADB6F87}" type="presParOf" srcId="{F9864813-B972-45FE-B09A-F69D2184296E}" destId="{C7BA090E-3732-427A-BFDC-2AE1B05A4C25}" srcOrd="2" destOrd="0" presId="urn:microsoft.com/office/officeart/2018/2/layout/IconLabelList"/>
    <dgm:cxn modelId="{C0FA29EA-087E-4D9C-89CF-1889ED480BEB}" type="presParOf" srcId="{FD6C538C-8DCA-4CC9-AF4D-FBA528FAABB1}" destId="{7BAD347B-282E-422C-975D-81D517EAC64E}" srcOrd="5" destOrd="0" presId="urn:microsoft.com/office/officeart/2018/2/layout/IconLabelList"/>
    <dgm:cxn modelId="{5F572C9E-AB98-4949-A803-111E270BDC89}" type="presParOf" srcId="{FD6C538C-8DCA-4CC9-AF4D-FBA528FAABB1}" destId="{86E48285-DB14-480B-B50E-172D1158365C}" srcOrd="6" destOrd="0" presId="urn:microsoft.com/office/officeart/2018/2/layout/IconLabelList"/>
    <dgm:cxn modelId="{FE6ADBCF-259C-4017-8928-E0922A881B22}" type="presParOf" srcId="{86E48285-DB14-480B-B50E-172D1158365C}" destId="{78F451B7-8D68-4AC5-8A8A-5301FDEEFB8B}" srcOrd="0" destOrd="0" presId="urn:microsoft.com/office/officeart/2018/2/layout/IconLabelList"/>
    <dgm:cxn modelId="{4A96A992-EC76-4D2C-989B-65F400CCD211}" type="presParOf" srcId="{86E48285-DB14-480B-B50E-172D1158365C}" destId="{060FC23A-9B12-4C7A-9721-F406845B7763}" srcOrd="1" destOrd="0" presId="urn:microsoft.com/office/officeart/2018/2/layout/IconLabelList"/>
    <dgm:cxn modelId="{5975CF24-54F7-4C3C-B661-16F5DB219B53}" type="presParOf" srcId="{86E48285-DB14-480B-B50E-172D1158365C}" destId="{EC705872-597F-4DDB-A476-D32A89004A6D}" srcOrd="2" destOrd="0" presId="urn:microsoft.com/office/officeart/2018/2/layout/IconLabelList"/>
    <dgm:cxn modelId="{93C23642-E9BE-4F56-8A1C-A687637960D1}" type="presParOf" srcId="{FD6C538C-8DCA-4CC9-AF4D-FBA528FAABB1}" destId="{5294E1D8-3711-4ED1-8C52-8DA1366C1A94}" srcOrd="7" destOrd="0" presId="urn:microsoft.com/office/officeart/2018/2/layout/IconLabelList"/>
    <dgm:cxn modelId="{ED8FCDDB-85EF-41D4-8951-32DC10D42F0E}" type="presParOf" srcId="{FD6C538C-8DCA-4CC9-AF4D-FBA528FAABB1}" destId="{85A445D6-4ABA-43E3-98AB-D2B3C949BDA0}" srcOrd="8" destOrd="0" presId="urn:microsoft.com/office/officeart/2018/2/layout/IconLabelList"/>
    <dgm:cxn modelId="{20FAF4FE-E32C-4DCD-A7ED-0124DBB691CE}" type="presParOf" srcId="{85A445D6-4ABA-43E3-98AB-D2B3C949BDA0}" destId="{57D285D1-8AC0-4F02-93B2-6833FD35E52D}" srcOrd="0" destOrd="0" presId="urn:microsoft.com/office/officeart/2018/2/layout/IconLabelList"/>
    <dgm:cxn modelId="{0FDA8766-0105-49D6-90F8-983A5B41BA43}" type="presParOf" srcId="{85A445D6-4ABA-43E3-98AB-D2B3C949BDA0}" destId="{AA713EB9-D46F-4946-A433-7F0432E77213}" srcOrd="1" destOrd="0" presId="urn:microsoft.com/office/officeart/2018/2/layout/IconLabelList"/>
    <dgm:cxn modelId="{F22E3D18-519F-4129-9E8F-011DD512AA3D}" type="presParOf" srcId="{85A445D6-4ABA-43E3-98AB-D2B3C949BDA0}" destId="{4CC73989-C11E-4F1B-8ACB-18CEC53247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8B58BC-1557-4634-9402-E9628558753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FAC1E51-7AFF-4F55-A615-6B29B515DBDE}">
      <dgm:prSet/>
      <dgm:spPr/>
      <dgm:t>
        <a:bodyPr/>
        <a:lstStyle/>
        <a:p>
          <a:r>
            <a:rPr lang="en-SG"/>
            <a:t>Changes in social culture and particularly pop culture tend to be very rapid</a:t>
          </a:r>
          <a:endParaRPr lang="en-US"/>
        </a:p>
      </dgm:t>
    </dgm:pt>
    <dgm:pt modelId="{E3DD9147-8E0E-4756-BEDB-DD4EEC5A61A7}" type="parTrans" cxnId="{BDFFFA9E-B55A-4034-A31B-CD01FC580C75}">
      <dgm:prSet/>
      <dgm:spPr/>
      <dgm:t>
        <a:bodyPr/>
        <a:lstStyle/>
        <a:p>
          <a:endParaRPr lang="en-US"/>
        </a:p>
      </dgm:t>
    </dgm:pt>
    <dgm:pt modelId="{466853AB-8E1A-48A8-B6B2-FBE79AA4F03F}" type="sibTrans" cxnId="{BDFFFA9E-B55A-4034-A31B-CD01FC580C75}">
      <dgm:prSet/>
      <dgm:spPr/>
      <dgm:t>
        <a:bodyPr/>
        <a:lstStyle/>
        <a:p>
          <a:endParaRPr lang="en-US"/>
        </a:p>
      </dgm:t>
    </dgm:pt>
    <dgm:pt modelId="{6479243F-57CE-4623-A3BA-CAE43C28AE68}">
      <dgm:prSet/>
      <dgm:spPr/>
      <dgm:t>
        <a:bodyPr/>
        <a:lstStyle/>
        <a:p>
          <a:r>
            <a:rPr lang="en-SG"/>
            <a:t>Introduction of new technologies and changes in their popularity tend to be frequent too.</a:t>
          </a:r>
          <a:endParaRPr lang="en-US"/>
        </a:p>
      </dgm:t>
    </dgm:pt>
    <dgm:pt modelId="{3C8D6CB4-B449-43BE-846C-83C5B66D0CB6}" type="parTrans" cxnId="{1829E387-83CE-4682-A6D1-185C7E24B04A}">
      <dgm:prSet/>
      <dgm:spPr/>
      <dgm:t>
        <a:bodyPr/>
        <a:lstStyle/>
        <a:p>
          <a:endParaRPr lang="en-US"/>
        </a:p>
      </dgm:t>
    </dgm:pt>
    <dgm:pt modelId="{AD6AF2C7-9A9D-453D-A5C0-96865DD44CD3}" type="sibTrans" cxnId="{1829E387-83CE-4682-A6D1-185C7E24B04A}">
      <dgm:prSet/>
      <dgm:spPr/>
      <dgm:t>
        <a:bodyPr/>
        <a:lstStyle/>
        <a:p>
          <a:endParaRPr lang="en-US"/>
        </a:p>
      </dgm:t>
    </dgm:pt>
    <dgm:pt modelId="{E2E90560-1649-42B8-974D-5615F828D74E}">
      <dgm:prSet/>
      <dgm:spPr/>
      <dgm:t>
        <a:bodyPr/>
        <a:lstStyle/>
        <a:p>
          <a:r>
            <a:rPr lang="en-SG" dirty="0"/>
            <a:t>Governmental and legal changes tend to happen over longer time-scales but new laws can be introduced relatively fast.</a:t>
          </a:r>
          <a:endParaRPr lang="en-US" dirty="0"/>
        </a:p>
      </dgm:t>
    </dgm:pt>
    <dgm:pt modelId="{1A9D4094-20BF-499A-BA09-095AF02113D5}" type="parTrans" cxnId="{021354E3-CD67-4BC4-8982-AC3AB250CD23}">
      <dgm:prSet/>
      <dgm:spPr/>
      <dgm:t>
        <a:bodyPr/>
        <a:lstStyle/>
        <a:p>
          <a:endParaRPr lang="en-US"/>
        </a:p>
      </dgm:t>
    </dgm:pt>
    <dgm:pt modelId="{A6D39319-1B2B-47CC-BEB2-C338009DEC90}" type="sibTrans" cxnId="{021354E3-CD67-4BC4-8982-AC3AB250CD23}">
      <dgm:prSet/>
      <dgm:spPr/>
      <dgm:t>
        <a:bodyPr/>
        <a:lstStyle/>
        <a:p>
          <a:endParaRPr lang="en-US"/>
        </a:p>
      </dgm:t>
    </dgm:pt>
    <dgm:pt modelId="{AEC1258B-C7F2-415D-BD9D-5D318AC5C202}">
      <dgm:prSet/>
      <dgm:spPr/>
      <dgm:t>
        <a:bodyPr/>
        <a:lstStyle/>
        <a:p>
          <a:r>
            <a:rPr lang="en-SG"/>
            <a:t>The trick for managers is to identify those factors that are critical to competitiveness and service delivery and monitor these.</a:t>
          </a:r>
          <a:endParaRPr lang="en-US"/>
        </a:p>
      </dgm:t>
    </dgm:pt>
    <dgm:pt modelId="{2C06E917-669E-4916-9DF7-FF389BD77601}" type="parTrans" cxnId="{390E1830-729D-43F1-BDC9-278C1041FACE}">
      <dgm:prSet/>
      <dgm:spPr/>
      <dgm:t>
        <a:bodyPr/>
        <a:lstStyle/>
        <a:p>
          <a:endParaRPr lang="en-US"/>
        </a:p>
      </dgm:t>
    </dgm:pt>
    <dgm:pt modelId="{530053B7-0E8E-4FBE-A8ED-F30A09ADAB74}" type="sibTrans" cxnId="{390E1830-729D-43F1-BDC9-278C1041FACE}">
      <dgm:prSet/>
      <dgm:spPr/>
      <dgm:t>
        <a:bodyPr/>
        <a:lstStyle/>
        <a:p>
          <a:endParaRPr lang="en-US"/>
        </a:p>
      </dgm:t>
    </dgm:pt>
    <dgm:pt modelId="{1134DFAF-016B-4EAE-A65A-D727D77DC7DE}" type="pres">
      <dgm:prSet presAssocID="{D58B58BC-1557-4634-9402-E96285587533}" presName="root" presStyleCnt="0">
        <dgm:presLayoutVars>
          <dgm:dir/>
          <dgm:resizeHandles val="exact"/>
        </dgm:presLayoutVars>
      </dgm:prSet>
      <dgm:spPr/>
    </dgm:pt>
    <dgm:pt modelId="{78DC0801-4E4C-465D-9D0D-C4E242684276}" type="pres">
      <dgm:prSet presAssocID="{D58B58BC-1557-4634-9402-E96285587533}" presName="container" presStyleCnt="0">
        <dgm:presLayoutVars>
          <dgm:dir/>
          <dgm:resizeHandles val="exact"/>
        </dgm:presLayoutVars>
      </dgm:prSet>
      <dgm:spPr/>
    </dgm:pt>
    <dgm:pt modelId="{02AB47FE-22FD-42C4-BADA-5512CC0FFF39}" type="pres">
      <dgm:prSet presAssocID="{2FAC1E51-7AFF-4F55-A615-6B29B515DBDE}" presName="compNode" presStyleCnt="0"/>
      <dgm:spPr/>
    </dgm:pt>
    <dgm:pt modelId="{EAAD2C1A-5226-4DF0-894F-DA55BCBA8F87}" type="pres">
      <dgm:prSet presAssocID="{2FAC1E51-7AFF-4F55-A615-6B29B515DBDE}" presName="iconBgRect" presStyleLbl="bgShp" presStyleIdx="0" presStyleCnt="4"/>
      <dgm:spPr/>
    </dgm:pt>
    <dgm:pt modelId="{3909FCF1-E261-4E08-BD10-E709A88CCBBE}" type="pres">
      <dgm:prSet presAssocID="{2FAC1E51-7AFF-4F55-A615-6B29B515DB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71E3BCF7-39E8-4857-8B78-DF00B8EAB861}" type="pres">
      <dgm:prSet presAssocID="{2FAC1E51-7AFF-4F55-A615-6B29B515DBDE}" presName="spaceRect" presStyleCnt="0"/>
      <dgm:spPr/>
    </dgm:pt>
    <dgm:pt modelId="{6D02D5F1-F0C1-4AE0-8AC9-ADCAF5D435EB}" type="pres">
      <dgm:prSet presAssocID="{2FAC1E51-7AFF-4F55-A615-6B29B515DBDE}" presName="textRect" presStyleLbl="revTx" presStyleIdx="0" presStyleCnt="4">
        <dgm:presLayoutVars>
          <dgm:chMax val="1"/>
          <dgm:chPref val="1"/>
        </dgm:presLayoutVars>
      </dgm:prSet>
      <dgm:spPr/>
    </dgm:pt>
    <dgm:pt modelId="{75372FA3-611F-49EC-B14C-FA2D28262983}" type="pres">
      <dgm:prSet presAssocID="{466853AB-8E1A-48A8-B6B2-FBE79AA4F03F}" presName="sibTrans" presStyleLbl="sibTrans2D1" presStyleIdx="0" presStyleCnt="0"/>
      <dgm:spPr/>
    </dgm:pt>
    <dgm:pt modelId="{27C9CD43-2892-4AA4-A2A3-FCDFAA86F59C}" type="pres">
      <dgm:prSet presAssocID="{6479243F-57CE-4623-A3BA-CAE43C28AE68}" presName="compNode" presStyleCnt="0"/>
      <dgm:spPr/>
    </dgm:pt>
    <dgm:pt modelId="{28B2FBFE-D57A-4351-A1C5-41CAB4CCF2A4}" type="pres">
      <dgm:prSet presAssocID="{6479243F-57CE-4623-A3BA-CAE43C28AE68}" presName="iconBgRect" presStyleLbl="bgShp" presStyleIdx="1" presStyleCnt="4"/>
      <dgm:spPr/>
    </dgm:pt>
    <dgm:pt modelId="{F887A65C-A6E8-4A31-B48E-2A8575D432A3}" type="pres">
      <dgm:prSet presAssocID="{6479243F-57CE-4623-A3BA-CAE43C28AE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43935FFD-DE4D-4C25-BD20-D9E563B31A0A}" type="pres">
      <dgm:prSet presAssocID="{6479243F-57CE-4623-A3BA-CAE43C28AE68}" presName="spaceRect" presStyleCnt="0"/>
      <dgm:spPr/>
    </dgm:pt>
    <dgm:pt modelId="{799340B6-0FAB-46A7-9725-4E89EF978097}" type="pres">
      <dgm:prSet presAssocID="{6479243F-57CE-4623-A3BA-CAE43C28AE68}" presName="textRect" presStyleLbl="revTx" presStyleIdx="1" presStyleCnt="4">
        <dgm:presLayoutVars>
          <dgm:chMax val="1"/>
          <dgm:chPref val="1"/>
        </dgm:presLayoutVars>
      </dgm:prSet>
      <dgm:spPr/>
    </dgm:pt>
    <dgm:pt modelId="{CC6E56C0-4434-427F-AF72-2AB06A478CF0}" type="pres">
      <dgm:prSet presAssocID="{AD6AF2C7-9A9D-453D-A5C0-96865DD44CD3}" presName="sibTrans" presStyleLbl="sibTrans2D1" presStyleIdx="0" presStyleCnt="0"/>
      <dgm:spPr/>
    </dgm:pt>
    <dgm:pt modelId="{D5E89975-938A-4364-B218-B03719718D74}" type="pres">
      <dgm:prSet presAssocID="{E2E90560-1649-42B8-974D-5615F828D74E}" presName="compNode" presStyleCnt="0"/>
      <dgm:spPr/>
    </dgm:pt>
    <dgm:pt modelId="{A2C64977-3907-4CE5-86E7-F152A388E5E4}" type="pres">
      <dgm:prSet presAssocID="{E2E90560-1649-42B8-974D-5615F828D74E}" presName="iconBgRect" presStyleLbl="bgShp" presStyleIdx="2" presStyleCnt="4"/>
      <dgm:spPr/>
    </dgm:pt>
    <dgm:pt modelId="{3C22FC67-C475-4F32-B68D-143C222EB44C}" type="pres">
      <dgm:prSet presAssocID="{E2E90560-1649-42B8-974D-5615F828D7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3F87BBA-8664-49F8-8BE4-60301823A369}" type="pres">
      <dgm:prSet presAssocID="{E2E90560-1649-42B8-974D-5615F828D74E}" presName="spaceRect" presStyleCnt="0"/>
      <dgm:spPr/>
    </dgm:pt>
    <dgm:pt modelId="{201D390B-C91F-47A7-AED5-6553B93FE935}" type="pres">
      <dgm:prSet presAssocID="{E2E90560-1649-42B8-974D-5615F828D74E}" presName="textRect" presStyleLbl="revTx" presStyleIdx="2" presStyleCnt="4">
        <dgm:presLayoutVars>
          <dgm:chMax val="1"/>
          <dgm:chPref val="1"/>
        </dgm:presLayoutVars>
      </dgm:prSet>
      <dgm:spPr/>
    </dgm:pt>
    <dgm:pt modelId="{64B4C97C-1956-47B1-8550-97D8EC5A9844}" type="pres">
      <dgm:prSet presAssocID="{A6D39319-1B2B-47CC-BEB2-C338009DEC90}" presName="sibTrans" presStyleLbl="sibTrans2D1" presStyleIdx="0" presStyleCnt="0"/>
      <dgm:spPr/>
    </dgm:pt>
    <dgm:pt modelId="{1F3E1514-E5F6-48F3-9218-4364D25A6F8D}" type="pres">
      <dgm:prSet presAssocID="{AEC1258B-C7F2-415D-BD9D-5D318AC5C202}" presName="compNode" presStyleCnt="0"/>
      <dgm:spPr/>
    </dgm:pt>
    <dgm:pt modelId="{67E64D60-7037-44A7-97CE-0B0D4A1A70C9}" type="pres">
      <dgm:prSet presAssocID="{AEC1258B-C7F2-415D-BD9D-5D318AC5C202}" presName="iconBgRect" presStyleLbl="bgShp" presStyleIdx="3" presStyleCnt="4"/>
      <dgm:spPr/>
    </dgm:pt>
    <dgm:pt modelId="{AFB17D78-578D-4A2F-AD1F-5E55ACE84E76}" type="pres">
      <dgm:prSet presAssocID="{AEC1258B-C7F2-415D-BD9D-5D318AC5C2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agement"/>
        </a:ext>
      </dgm:extLst>
    </dgm:pt>
    <dgm:pt modelId="{3E2F4BC9-E2B1-431D-A868-92B1CA3E0F71}" type="pres">
      <dgm:prSet presAssocID="{AEC1258B-C7F2-415D-BD9D-5D318AC5C202}" presName="spaceRect" presStyleCnt="0"/>
      <dgm:spPr/>
    </dgm:pt>
    <dgm:pt modelId="{4370E24F-9ED9-45EF-930F-00CE0D0F949E}" type="pres">
      <dgm:prSet presAssocID="{AEC1258B-C7F2-415D-BD9D-5D318AC5C20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0E1830-729D-43F1-BDC9-278C1041FACE}" srcId="{D58B58BC-1557-4634-9402-E96285587533}" destId="{AEC1258B-C7F2-415D-BD9D-5D318AC5C202}" srcOrd="3" destOrd="0" parTransId="{2C06E917-669E-4916-9DF7-FF389BD77601}" sibTransId="{530053B7-0E8E-4FBE-A8ED-F30A09ADAB74}"/>
    <dgm:cxn modelId="{091BBD3D-E971-4156-84D4-843C37612ED4}" type="presOf" srcId="{6479243F-57CE-4623-A3BA-CAE43C28AE68}" destId="{799340B6-0FAB-46A7-9725-4E89EF978097}" srcOrd="0" destOrd="0" presId="urn:microsoft.com/office/officeart/2018/2/layout/IconCircleList"/>
    <dgm:cxn modelId="{A69A1453-979A-4CA0-B23F-D7E2565539CA}" type="presOf" srcId="{D58B58BC-1557-4634-9402-E96285587533}" destId="{1134DFAF-016B-4EAE-A65A-D727D77DC7DE}" srcOrd="0" destOrd="0" presId="urn:microsoft.com/office/officeart/2018/2/layout/IconCircleList"/>
    <dgm:cxn modelId="{1829E387-83CE-4682-A6D1-185C7E24B04A}" srcId="{D58B58BC-1557-4634-9402-E96285587533}" destId="{6479243F-57CE-4623-A3BA-CAE43C28AE68}" srcOrd="1" destOrd="0" parTransId="{3C8D6CB4-B449-43BE-846C-83C5B66D0CB6}" sibTransId="{AD6AF2C7-9A9D-453D-A5C0-96865DD44CD3}"/>
    <dgm:cxn modelId="{9FD7B599-3D87-4DB0-A9B6-34DA0DAA2CA8}" type="presOf" srcId="{AD6AF2C7-9A9D-453D-A5C0-96865DD44CD3}" destId="{CC6E56C0-4434-427F-AF72-2AB06A478CF0}" srcOrd="0" destOrd="0" presId="urn:microsoft.com/office/officeart/2018/2/layout/IconCircleList"/>
    <dgm:cxn modelId="{BDFFFA9E-B55A-4034-A31B-CD01FC580C75}" srcId="{D58B58BC-1557-4634-9402-E96285587533}" destId="{2FAC1E51-7AFF-4F55-A615-6B29B515DBDE}" srcOrd="0" destOrd="0" parTransId="{E3DD9147-8E0E-4756-BEDB-DD4EEC5A61A7}" sibTransId="{466853AB-8E1A-48A8-B6B2-FBE79AA4F03F}"/>
    <dgm:cxn modelId="{9094A5B0-74FE-455F-81D8-36956060D2A9}" type="presOf" srcId="{AEC1258B-C7F2-415D-BD9D-5D318AC5C202}" destId="{4370E24F-9ED9-45EF-930F-00CE0D0F949E}" srcOrd="0" destOrd="0" presId="urn:microsoft.com/office/officeart/2018/2/layout/IconCircleList"/>
    <dgm:cxn modelId="{8A5842C3-962D-4931-8E8F-6C1CE788291D}" type="presOf" srcId="{2FAC1E51-7AFF-4F55-A615-6B29B515DBDE}" destId="{6D02D5F1-F0C1-4AE0-8AC9-ADCAF5D435EB}" srcOrd="0" destOrd="0" presId="urn:microsoft.com/office/officeart/2018/2/layout/IconCircleList"/>
    <dgm:cxn modelId="{603341DB-0D76-48AD-BFED-DF33428D2A81}" type="presOf" srcId="{466853AB-8E1A-48A8-B6B2-FBE79AA4F03F}" destId="{75372FA3-611F-49EC-B14C-FA2D28262983}" srcOrd="0" destOrd="0" presId="urn:microsoft.com/office/officeart/2018/2/layout/IconCircleList"/>
    <dgm:cxn modelId="{688F62DC-8695-46B0-8857-496B6BE1ECDD}" type="presOf" srcId="{A6D39319-1B2B-47CC-BEB2-C338009DEC90}" destId="{64B4C97C-1956-47B1-8550-97D8EC5A9844}" srcOrd="0" destOrd="0" presId="urn:microsoft.com/office/officeart/2018/2/layout/IconCircleList"/>
    <dgm:cxn modelId="{021354E3-CD67-4BC4-8982-AC3AB250CD23}" srcId="{D58B58BC-1557-4634-9402-E96285587533}" destId="{E2E90560-1649-42B8-974D-5615F828D74E}" srcOrd="2" destOrd="0" parTransId="{1A9D4094-20BF-499A-BA09-095AF02113D5}" sibTransId="{A6D39319-1B2B-47CC-BEB2-C338009DEC90}"/>
    <dgm:cxn modelId="{600BE3E3-5EF0-49D9-B41A-2EB1DD308462}" type="presOf" srcId="{E2E90560-1649-42B8-974D-5615F828D74E}" destId="{201D390B-C91F-47A7-AED5-6553B93FE935}" srcOrd="0" destOrd="0" presId="urn:microsoft.com/office/officeart/2018/2/layout/IconCircleList"/>
    <dgm:cxn modelId="{6E6E1242-3EEA-4724-831A-00A641106EDA}" type="presParOf" srcId="{1134DFAF-016B-4EAE-A65A-D727D77DC7DE}" destId="{78DC0801-4E4C-465D-9D0D-C4E242684276}" srcOrd="0" destOrd="0" presId="urn:microsoft.com/office/officeart/2018/2/layout/IconCircleList"/>
    <dgm:cxn modelId="{BD4FBE76-4ED7-4C56-84D4-92C0B02B3F07}" type="presParOf" srcId="{78DC0801-4E4C-465D-9D0D-C4E242684276}" destId="{02AB47FE-22FD-42C4-BADA-5512CC0FFF39}" srcOrd="0" destOrd="0" presId="urn:microsoft.com/office/officeart/2018/2/layout/IconCircleList"/>
    <dgm:cxn modelId="{18D99BCA-DEFE-45A1-8842-AC19889684ED}" type="presParOf" srcId="{02AB47FE-22FD-42C4-BADA-5512CC0FFF39}" destId="{EAAD2C1A-5226-4DF0-894F-DA55BCBA8F87}" srcOrd="0" destOrd="0" presId="urn:microsoft.com/office/officeart/2018/2/layout/IconCircleList"/>
    <dgm:cxn modelId="{BEC77B03-6006-46FA-9A8E-421F1D28FDE1}" type="presParOf" srcId="{02AB47FE-22FD-42C4-BADA-5512CC0FFF39}" destId="{3909FCF1-E261-4E08-BD10-E709A88CCBBE}" srcOrd="1" destOrd="0" presId="urn:microsoft.com/office/officeart/2018/2/layout/IconCircleList"/>
    <dgm:cxn modelId="{6B06DEBF-955D-47D5-8971-1FC832316551}" type="presParOf" srcId="{02AB47FE-22FD-42C4-BADA-5512CC0FFF39}" destId="{71E3BCF7-39E8-4857-8B78-DF00B8EAB861}" srcOrd="2" destOrd="0" presId="urn:microsoft.com/office/officeart/2018/2/layout/IconCircleList"/>
    <dgm:cxn modelId="{7926E961-438D-4AB5-AD66-D0A9963E3358}" type="presParOf" srcId="{02AB47FE-22FD-42C4-BADA-5512CC0FFF39}" destId="{6D02D5F1-F0C1-4AE0-8AC9-ADCAF5D435EB}" srcOrd="3" destOrd="0" presId="urn:microsoft.com/office/officeart/2018/2/layout/IconCircleList"/>
    <dgm:cxn modelId="{4FE092C7-8CB5-4446-B968-DD8383E87DF6}" type="presParOf" srcId="{78DC0801-4E4C-465D-9D0D-C4E242684276}" destId="{75372FA3-611F-49EC-B14C-FA2D28262983}" srcOrd="1" destOrd="0" presId="urn:microsoft.com/office/officeart/2018/2/layout/IconCircleList"/>
    <dgm:cxn modelId="{5ABA4084-7C1F-4C95-BBD1-35FA8061D5C3}" type="presParOf" srcId="{78DC0801-4E4C-465D-9D0D-C4E242684276}" destId="{27C9CD43-2892-4AA4-A2A3-FCDFAA86F59C}" srcOrd="2" destOrd="0" presId="urn:microsoft.com/office/officeart/2018/2/layout/IconCircleList"/>
    <dgm:cxn modelId="{5FF85AF5-4CD8-4F23-A645-E3311A747D98}" type="presParOf" srcId="{27C9CD43-2892-4AA4-A2A3-FCDFAA86F59C}" destId="{28B2FBFE-D57A-4351-A1C5-41CAB4CCF2A4}" srcOrd="0" destOrd="0" presId="urn:microsoft.com/office/officeart/2018/2/layout/IconCircleList"/>
    <dgm:cxn modelId="{5CC0F9F2-75C4-47FA-BC87-D33C1C6369F5}" type="presParOf" srcId="{27C9CD43-2892-4AA4-A2A3-FCDFAA86F59C}" destId="{F887A65C-A6E8-4A31-B48E-2A8575D432A3}" srcOrd="1" destOrd="0" presId="urn:microsoft.com/office/officeart/2018/2/layout/IconCircleList"/>
    <dgm:cxn modelId="{63BC0A87-A89E-4C1D-A1E1-0C96A03470BB}" type="presParOf" srcId="{27C9CD43-2892-4AA4-A2A3-FCDFAA86F59C}" destId="{43935FFD-DE4D-4C25-BD20-D9E563B31A0A}" srcOrd="2" destOrd="0" presId="urn:microsoft.com/office/officeart/2018/2/layout/IconCircleList"/>
    <dgm:cxn modelId="{03936CB2-9933-46A3-BA86-5BA033ADDCEC}" type="presParOf" srcId="{27C9CD43-2892-4AA4-A2A3-FCDFAA86F59C}" destId="{799340B6-0FAB-46A7-9725-4E89EF978097}" srcOrd="3" destOrd="0" presId="urn:microsoft.com/office/officeart/2018/2/layout/IconCircleList"/>
    <dgm:cxn modelId="{719D44DC-2AA4-4752-BE51-2E482AD57653}" type="presParOf" srcId="{78DC0801-4E4C-465D-9D0D-C4E242684276}" destId="{CC6E56C0-4434-427F-AF72-2AB06A478CF0}" srcOrd="3" destOrd="0" presId="urn:microsoft.com/office/officeart/2018/2/layout/IconCircleList"/>
    <dgm:cxn modelId="{8DB8436B-1CC7-45EC-BA0D-34EC984BEF86}" type="presParOf" srcId="{78DC0801-4E4C-465D-9D0D-C4E242684276}" destId="{D5E89975-938A-4364-B218-B03719718D74}" srcOrd="4" destOrd="0" presId="urn:microsoft.com/office/officeart/2018/2/layout/IconCircleList"/>
    <dgm:cxn modelId="{9F651546-F48D-4E11-87C4-221005E280F1}" type="presParOf" srcId="{D5E89975-938A-4364-B218-B03719718D74}" destId="{A2C64977-3907-4CE5-86E7-F152A388E5E4}" srcOrd="0" destOrd="0" presId="urn:microsoft.com/office/officeart/2018/2/layout/IconCircleList"/>
    <dgm:cxn modelId="{C47950DD-F608-41C3-AD5D-03D274860169}" type="presParOf" srcId="{D5E89975-938A-4364-B218-B03719718D74}" destId="{3C22FC67-C475-4F32-B68D-143C222EB44C}" srcOrd="1" destOrd="0" presId="urn:microsoft.com/office/officeart/2018/2/layout/IconCircleList"/>
    <dgm:cxn modelId="{561EA510-451E-4B55-BC68-D55DB0306EB0}" type="presParOf" srcId="{D5E89975-938A-4364-B218-B03719718D74}" destId="{73F87BBA-8664-49F8-8BE4-60301823A369}" srcOrd="2" destOrd="0" presId="urn:microsoft.com/office/officeart/2018/2/layout/IconCircleList"/>
    <dgm:cxn modelId="{83B0CDA9-4292-478F-BE98-0F5875343553}" type="presParOf" srcId="{D5E89975-938A-4364-B218-B03719718D74}" destId="{201D390B-C91F-47A7-AED5-6553B93FE935}" srcOrd="3" destOrd="0" presId="urn:microsoft.com/office/officeart/2018/2/layout/IconCircleList"/>
    <dgm:cxn modelId="{4D31DC63-63DD-4D9D-8FF2-F08523F12FEF}" type="presParOf" srcId="{78DC0801-4E4C-465D-9D0D-C4E242684276}" destId="{64B4C97C-1956-47B1-8550-97D8EC5A9844}" srcOrd="5" destOrd="0" presId="urn:microsoft.com/office/officeart/2018/2/layout/IconCircleList"/>
    <dgm:cxn modelId="{EF1C79E0-01FD-4AE2-AF0C-0E0DCBB89E30}" type="presParOf" srcId="{78DC0801-4E4C-465D-9D0D-C4E242684276}" destId="{1F3E1514-E5F6-48F3-9218-4364D25A6F8D}" srcOrd="6" destOrd="0" presId="urn:microsoft.com/office/officeart/2018/2/layout/IconCircleList"/>
    <dgm:cxn modelId="{999B07DB-93D2-459E-9B9A-DA47BA69A008}" type="presParOf" srcId="{1F3E1514-E5F6-48F3-9218-4364D25A6F8D}" destId="{67E64D60-7037-44A7-97CE-0B0D4A1A70C9}" srcOrd="0" destOrd="0" presId="urn:microsoft.com/office/officeart/2018/2/layout/IconCircleList"/>
    <dgm:cxn modelId="{71BBC1C2-0B21-423F-B7A1-BF5A3E456F84}" type="presParOf" srcId="{1F3E1514-E5F6-48F3-9218-4364D25A6F8D}" destId="{AFB17D78-578D-4A2F-AD1F-5E55ACE84E76}" srcOrd="1" destOrd="0" presId="urn:microsoft.com/office/officeart/2018/2/layout/IconCircleList"/>
    <dgm:cxn modelId="{E3FE6880-B851-42ED-BDA9-0929C5973445}" type="presParOf" srcId="{1F3E1514-E5F6-48F3-9218-4364D25A6F8D}" destId="{3E2F4BC9-E2B1-431D-A868-92B1CA3E0F71}" srcOrd="2" destOrd="0" presId="urn:microsoft.com/office/officeart/2018/2/layout/IconCircleList"/>
    <dgm:cxn modelId="{A78E9A7D-4821-4DAA-AC59-CEC3BD47C7FA}" type="presParOf" srcId="{1F3E1514-E5F6-48F3-9218-4364D25A6F8D}" destId="{4370E24F-9ED9-45EF-930F-00CE0D0F94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F61FC4-8854-4E9C-93A2-F0580C2C00C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5_2" csCatId="accent5" phldr="1"/>
      <dgm:spPr/>
      <dgm:t>
        <a:bodyPr/>
        <a:lstStyle/>
        <a:p>
          <a:endParaRPr lang="en-US"/>
        </a:p>
      </dgm:t>
    </dgm:pt>
    <dgm:pt modelId="{30A6B462-4A66-44C7-A258-AEDE6F2FE06C}">
      <dgm:prSet/>
      <dgm:spPr/>
      <dgm:t>
        <a:bodyPr/>
        <a:lstStyle/>
        <a:p>
          <a:r>
            <a:rPr lang="en-SG"/>
            <a:t>Data protection and privacy law</a:t>
          </a:r>
          <a:endParaRPr lang="en-US"/>
        </a:p>
      </dgm:t>
    </dgm:pt>
    <dgm:pt modelId="{B0591014-CAD1-415D-838B-6A16C0A60171}" type="parTrans" cxnId="{41976880-502D-41A5-9279-0150B473DE78}">
      <dgm:prSet/>
      <dgm:spPr/>
      <dgm:t>
        <a:bodyPr/>
        <a:lstStyle/>
        <a:p>
          <a:endParaRPr lang="en-US"/>
        </a:p>
      </dgm:t>
    </dgm:pt>
    <dgm:pt modelId="{4D873DBF-85C2-4D48-B83B-B5BD20BE6B99}" type="sibTrans" cxnId="{41976880-502D-41A5-9279-0150B473DE78}">
      <dgm:prSet/>
      <dgm:spPr/>
      <dgm:t>
        <a:bodyPr/>
        <a:lstStyle/>
        <a:p>
          <a:endParaRPr lang="en-US"/>
        </a:p>
      </dgm:t>
    </dgm:pt>
    <dgm:pt modelId="{9FE0D8F7-F18D-4E2B-A5FA-206E2D8A5206}">
      <dgm:prSet/>
      <dgm:spPr/>
      <dgm:t>
        <a:bodyPr/>
        <a:lstStyle/>
        <a:p>
          <a:r>
            <a:rPr lang="en-SG"/>
            <a:t>Disability and discrimination law</a:t>
          </a:r>
          <a:endParaRPr lang="en-US"/>
        </a:p>
      </dgm:t>
    </dgm:pt>
    <dgm:pt modelId="{880D82CC-E3F6-424B-87D7-07BB40624757}" type="parTrans" cxnId="{1C14DDDA-2274-4CDC-9B39-23B3587B1CFF}">
      <dgm:prSet/>
      <dgm:spPr/>
      <dgm:t>
        <a:bodyPr/>
        <a:lstStyle/>
        <a:p>
          <a:endParaRPr lang="en-US"/>
        </a:p>
      </dgm:t>
    </dgm:pt>
    <dgm:pt modelId="{3C896111-E1BB-4563-911C-39C69D7BA214}" type="sibTrans" cxnId="{1C14DDDA-2274-4CDC-9B39-23B3587B1CFF}">
      <dgm:prSet/>
      <dgm:spPr/>
      <dgm:t>
        <a:bodyPr/>
        <a:lstStyle/>
        <a:p>
          <a:endParaRPr lang="en-US"/>
        </a:p>
      </dgm:t>
    </dgm:pt>
    <dgm:pt modelId="{B181325D-2DEB-4CA3-988F-ABCC01E97D33}">
      <dgm:prSet/>
      <dgm:spPr/>
      <dgm:t>
        <a:bodyPr/>
        <a:lstStyle/>
        <a:p>
          <a:r>
            <a:rPr lang="en-SG"/>
            <a:t>Brand and trademark protection </a:t>
          </a:r>
          <a:endParaRPr lang="en-US"/>
        </a:p>
      </dgm:t>
    </dgm:pt>
    <dgm:pt modelId="{F9F83072-E116-44E5-8037-BC7FF769688D}" type="parTrans" cxnId="{192C4916-56E7-4395-92C1-F8DBD5CEA406}">
      <dgm:prSet/>
      <dgm:spPr/>
      <dgm:t>
        <a:bodyPr/>
        <a:lstStyle/>
        <a:p>
          <a:endParaRPr lang="en-US"/>
        </a:p>
      </dgm:t>
    </dgm:pt>
    <dgm:pt modelId="{E7F0C728-86BC-44E8-AE54-75502D045692}" type="sibTrans" cxnId="{192C4916-56E7-4395-92C1-F8DBD5CEA406}">
      <dgm:prSet/>
      <dgm:spPr/>
      <dgm:t>
        <a:bodyPr/>
        <a:lstStyle/>
        <a:p>
          <a:endParaRPr lang="en-US"/>
        </a:p>
      </dgm:t>
    </dgm:pt>
    <dgm:pt modelId="{C7200DB4-24E4-454B-B4F7-D40A28A77B44}">
      <dgm:prSet/>
      <dgm:spPr/>
      <dgm:t>
        <a:bodyPr/>
        <a:lstStyle/>
        <a:p>
          <a:r>
            <a:rPr lang="en-SG"/>
            <a:t>Intellectual property rights</a:t>
          </a:r>
          <a:endParaRPr lang="en-US"/>
        </a:p>
      </dgm:t>
    </dgm:pt>
    <dgm:pt modelId="{5B95593C-8AE6-4862-853C-48E5E3D2B0F2}" type="parTrans" cxnId="{3162E79C-130A-4516-8E97-3A246B8C4C8B}">
      <dgm:prSet/>
      <dgm:spPr/>
      <dgm:t>
        <a:bodyPr/>
        <a:lstStyle/>
        <a:p>
          <a:endParaRPr lang="en-US"/>
        </a:p>
      </dgm:t>
    </dgm:pt>
    <dgm:pt modelId="{19A8DD24-9859-470C-AA5A-81C7B53FF995}" type="sibTrans" cxnId="{3162E79C-130A-4516-8E97-3A246B8C4C8B}">
      <dgm:prSet/>
      <dgm:spPr/>
      <dgm:t>
        <a:bodyPr/>
        <a:lstStyle/>
        <a:p>
          <a:endParaRPr lang="en-US"/>
        </a:p>
      </dgm:t>
    </dgm:pt>
    <dgm:pt modelId="{784159B0-BE50-429A-B668-C0FEC56541F7}">
      <dgm:prSet/>
      <dgm:spPr/>
      <dgm:t>
        <a:bodyPr/>
        <a:lstStyle/>
        <a:p>
          <a:r>
            <a:rPr lang="en-SG"/>
            <a:t>Contract law</a:t>
          </a:r>
          <a:endParaRPr lang="en-US"/>
        </a:p>
      </dgm:t>
    </dgm:pt>
    <dgm:pt modelId="{9034B618-FBEA-4A5C-B3C9-9B47554C435F}" type="parTrans" cxnId="{0BCFE86A-C064-41DB-9F26-20C50A255BCD}">
      <dgm:prSet/>
      <dgm:spPr/>
      <dgm:t>
        <a:bodyPr/>
        <a:lstStyle/>
        <a:p>
          <a:endParaRPr lang="en-US"/>
        </a:p>
      </dgm:t>
    </dgm:pt>
    <dgm:pt modelId="{48422EFB-27E5-49AA-8DCD-9CBCEB484EB9}" type="sibTrans" cxnId="{0BCFE86A-C064-41DB-9F26-20C50A255BCD}">
      <dgm:prSet/>
      <dgm:spPr/>
      <dgm:t>
        <a:bodyPr/>
        <a:lstStyle/>
        <a:p>
          <a:endParaRPr lang="en-US"/>
        </a:p>
      </dgm:t>
    </dgm:pt>
    <dgm:pt modelId="{C09BEE7E-C84B-43B4-BFFE-30766B0704E4}">
      <dgm:prSet/>
      <dgm:spPr/>
      <dgm:t>
        <a:bodyPr/>
        <a:lstStyle/>
        <a:p>
          <a:r>
            <a:rPr lang="en-SG"/>
            <a:t>Online advertising law</a:t>
          </a:r>
          <a:endParaRPr lang="en-US"/>
        </a:p>
      </dgm:t>
    </dgm:pt>
    <dgm:pt modelId="{49523F2B-8F95-4473-B12E-DC50FB43374C}" type="parTrans" cxnId="{5B0094E4-BC45-4341-9F72-EC71A790BEB7}">
      <dgm:prSet/>
      <dgm:spPr/>
      <dgm:t>
        <a:bodyPr/>
        <a:lstStyle/>
        <a:p>
          <a:endParaRPr lang="en-US"/>
        </a:p>
      </dgm:t>
    </dgm:pt>
    <dgm:pt modelId="{117983EB-AB63-4C46-8863-371B38998570}" type="sibTrans" cxnId="{5B0094E4-BC45-4341-9F72-EC71A790BEB7}">
      <dgm:prSet/>
      <dgm:spPr/>
      <dgm:t>
        <a:bodyPr/>
        <a:lstStyle/>
        <a:p>
          <a:endParaRPr lang="en-US"/>
        </a:p>
      </dgm:t>
    </dgm:pt>
    <dgm:pt modelId="{34BF6185-1B7A-4077-BD0B-485C59567CB6}" type="pres">
      <dgm:prSet presAssocID="{3CF61FC4-8854-4E9C-93A2-F0580C2C00CB}" presName="root" presStyleCnt="0">
        <dgm:presLayoutVars>
          <dgm:dir/>
          <dgm:resizeHandles val="exact"/>
        </dgm:presLayoutVars>
      </dgm:prSet>
      <dgm:spPr/>
    </dgm:pt>
    <dgm:pt modelId="{E673295B-D122-4C3A-9BEA-73103554C772}" type="pres">
      <dgm:prSet presAssocID="{3CF61FC4-8854-4E9C-93A2-F0580C2C00CB}" presName="container" presStyleCnt="0">
        <dgm:presLayoutVars>
          <dgm:dir/>
          <dgm:resizeHandles val="exact"/>
        </dgm:presLayoutVars>
      </dgm:prSet>
      <dgm:spPr/>
    </dgm:pt>
    <dgm:pt modelId="{66413A9E-ACBD-481D-8594-D1A730688B70}" type="pres">
      <dgm:prSet presAssocID="{30A6B462-4A66-44C7-A258-AEDE6F2FE06C}" presName="compNode" presStyleCnt="0"/>
      <dgm:spPr/>
    </dgm:pt>
    <dgm:pt modelId="{7ADBA043-AE27-4192-9845-C78806B328C0}" type="pres">
      <dgm:prSet presAssocID="{30A6B462-4A66-44C7-A258-AEDE6F2FE06C}" presName="iconBgRect" presStyleLbl="bgShp" presStyleIdx="0" presStyleCnt="6"/>
      <dgm:spPr/>
    </dgm:pt>
    <dgm:pt modelId="{0C3CC869-9870-4E46-B147-54B65926F24B}" type="pres">
      <dgm:prSet presAssocID="{30A6B462-4A66-44C7-A258-AEDE6F2FE06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4DBE04E-5F0F-4D2D-ABAD-14709AA03040}" type="pres">
      <dgm:prSet presAssocID="{30A6B462-4A66-44C7-A258-AEDE6F2FE06C}" presName="spaceRect" presStyleCnt="0"/>
      <dgm:spPr/>
    </dgm:pt>
    <dgm:pt modelId="{927FB927-C0CB-4B9C-814A-7504D05BC8F6}" type="pres">
      <dgm:prSet presAssocID="{30A6B462-4A66-44C7-A258-AEDE6F2FE06C}" presName="textRect" presStyleLbl="revTx" presStyleIdx="0" presStyleCnt="6">
        <dgm:presLayoutVars>
          <dgm:chMax val="1"/>
          <dgm:chPref val="1"/>
        </dgm:presLayoutVars>
      </dgm:prSet>
      <dgm:spPr/>
    </dgm:pt>
    <dgm:pt modelId="{6CD62A4F-1B50-473B-9DCC-032D73C865F5}" type="pres">
      <dgm:prSet presAssocID="{4D873DBF-85C2-4D48-B83B-B5BD20BE6B99}" presName="sibTrans" presStyleLbl="sibTrans2D1" presStyleIdx="0" presStyleCnt="0"/>
      <dgm:spPr/>
    </dgm:pt>
    <dgm:pt modelId="{8AB63DB0-17B4-4C92-BF8C-65F64AC17572}" type="pres">
      <dgm:prSet presAssocID="{9FE0D8F7-F18D-4E2B-A5FA-206E2D8A5206}" presName="compNode" presStyleCnt="0"/>
      <dgm:spPr/>
    </dgm:pt>
    <dgm:pt modelId="{593C154F-2CF9-463D-B740-7B3346EF5D07}" type="pres">
      <dgm:prSet presAssocID="{9FE0D8F7-F18D-4E2B-A5FA-206E2D8A5206}" presName="iconBgRect" presStyleLbl="bgShp" presStyleIdx="1" presStyleCnt="6"/>
      <dgm:spPr/>
    </dgm:pt>
    <dgm:pt modelId="{920E2464-7E79-4356-A32C-095E816F0251}" type="pres">
      <dgm:prSet presAssocID="{9FE0D8F7-F18D-4E2B-A5FA-206E2D8A520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eelchair Access"/>
        </a:ext>
      </dgm:extLst>
    </dgm:pt>
    <dgm:pt modelId="{EA32EBE8-4118-4918-A662-8E20B39C466E}" type="pres">
      <dgm:prSet presAssocID="{9FE0D8F7-F18D-4E2B-A5FA-206E2D8A5206}" presName="spaceRect" presStyleCnt="0"/>
      <dgm:spPr/>
    </dgm:pt>
    <dgm:pt modelId="{883ACCFC-1313-43E7-8CF1-293336C26692}" type="pres">
      <dgm:prSet presAssocID="{9FE0D8F7-F18D-4E2B-A5FA-206E2D8A5206}" presName="textRect" presStyleLbl="revTx" presStyleIdx="1" presStyleCnt="6">
        <dgm:presLayoutVars>
          <dgm:chMax val="1"/>
          <dgm:chPref val="1"/>
        </dgm:presLayoutVars>
      </dgm:prSet>
      <dgm:spPr/>
    </dgm:pt>
    <dgm:pt modelId="{1ACB2EC6-D5E4-4610-AB54-953D6679831A}" type="pres">
      <dgm:prSet presAssocID="{3C896111-E1BB-4563-911C-39C69D7BA214}" presName="sibTrans" presStyleLbl="sibTrans2D1" presStyleIdx="0" presStyleCnt="0"/>
      <dgm:spPr/>
    </dgm:pt>
    <dgm:pt modelId="{33C40812-68EC-41A4-8FE2-1200296011F9}" type="pres">
      <dgm:prSet presAssocID="{B181325D-2DEB-4CA3-988F-ABCC01E97D33}" presName="compNode" presStyleCnt="0"/>
      <dgm:spPr/>
    </dgm:pt>
    <dgm:pt modelId="{8A4D171D-A8BF-41A7-87AB-F7E2B413C82C}" type="pres">
      <dgm:prSet presAssocID="{B181325D-2DEB-4CA3-988F-ABCC01E97D33}" presName="iconBgRect" presStyleLbl="bgShp" presStyleIdx="2" presStyleCnt="6"/>
      <dgm:spPr/>
    </dgm:pt>
    <dgm:pt modelId="{45890747-85C1-40EA-9C2B-7831EAA26FA7}" type="pres">
      <dgm:prSet presAssocID="{B181325D-2DEB-4CA3-988F-ABCC01E97D3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43A2EA5E-2CFB-47A0-AD48-6956AE8EFC2E}" type="pres">
      <dgm:prSet presAssocID="{B181325D-2DEB-4CA3-988F-ABCC01E97D33}" presName="spaceRect" presStyleCnt="0"/>
      <dgm:spPr/>
    </dgm:pt>
    <dgm:pt modelId="{5446611C-6BC4-42B8-AB37-1DEBA159A2CC}" type="pres">
      <dgm:prSet presAssocID="{B181325D-2DEB-4CA3-988F-ABCC01E97D33}" presName="textRect" presStyleLbl="revTx" presStyleIdx="2" presStyleCnt="6">
        <dgm:presLayoutVars>
          <dgm:chMax val="1"/>
          <dgm:chPref val="1"/>
        </dgm:presLayoutVars>
      </dgm:prSet>
      <dgm:spPr/>
    </dgm:pt>
    <dgm:pt modelId="{C4652DA2-9EBD-423D-B486-D4EBE89E3636}" type="pres">
      <dgm:prSet presAssocID="{E7F0C728-86BC-44E8-AE54-75502D045692}" presName="sibTrans" presStyleLbl="sibTrans2D1" presStyleIdx="0" presStyleCnt="0"/>
      <dgm:spPr/>
    </dgm:pt>
    <dgm:pt modelId="{68DF0617-685D-41CA-88DF-FF870A4C6536}" type="pres">
      <dgm:prSet presAssocID="{C7200DB4-24E4-454B-B4F7-D40A28A77B44}" presName="compNode" presStyleCnt="0"/>
      <dgm:spPr/>
    </dgm:pt>
    <dgm:pt modelId="{95D1D1D8-59F8-4FE8-A695-292BC1D47FE9}" type="pres">
      <dgm:prSet presAssocID="{C7200DB4-24E4-454B-B4F7-D40A28A77B44}" presName="iconBgRect" presStyleLbl="bgShp" presStyleIdx="3" presStyleCnt="6"/>
      <dgm:spPr/>
    </dgm:pt>
    <dgm:pt modelId="{26906485-3567-4142-9114-F3CF6087C6C5}" type="pres">
      <dgm:prSet presAssocID="{C7200DB4-24E4-454B-B4F7-D40A28A77B4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DECD9C9-3DE5-401A-87B1-898E808F0420}" type="pres">
      <dgm:prSet presAssocID="{C7200DB4-24E4-454B-B4F7-D40A28A77B44}" presName="spaceRect" presStyleCnt="0"/>
      <dgm:spPr/>
    </dgm:pt>
    <dgm:pt modelId="{5B7446C8-DE44-414B-968F-F67028216616}" type="pres">
      <dgm:prSet presAssocID="{C7200DB4-24E4-454B-B4F7-D40A28A77B44}" presName="textRect" presStyleLbl="revTx" presStyleIdx="3" presStyleCnt="6">
        <dgm:presLayoutVars>
          <dgm:chMax val="1"/>
          <dgm:chPref val="1"/>
        </dgm:presLayoutVars>
      </dgm:prSet>
      <dgm:spPr/>
    </dgm:pt>
    <dgm:pt modelId="{AADB694A-3DBF-467A-8BF4-3382FFF14966}" type="pres">
      <dgm:prSet presAssocID="{19A8DD24-9859-470C-AA5A-81C7B53FF995}" presName="sibTrans" presStyleLbl="sibTrans2D1" presStyleIdx="0" presStyleCnt="0"/>
      <dgm:spPr/>
    </dgm:pt>
    <dgm:pt modelId="{1F6B8119-88E9-421B-834A-1F5399D65A9B}" type="pres">
      <dgm:prSet presAssocID="{784159B0-BE50-429A-B668-C0FEC56541F7}" presName="compNode" presStyleCnt="0"/>
      <dgm:spPr/>
    </dgm:pt>
    <dgm:pt modelId="{637673F9-176F-4A99-BAA8-14254F0AB6E7}" type="pres">
      <dgm:prSet presAssocID="{784159B0-BE50-429A-B668-C0FEC56541F7}" presName="iconBgRect" presStyleLbl="bgShp" presStyleIdx="4" presStyleCnt="6"/>
      <dgm:spPr/>
    </dgm:pt>
    <dgm:pt modelId="{DE37976C-2C45-4B79-B2A3-53E5468329FD}" type="pres">
      <dgm:prSet presAssocID="{784159B0-BE50-429A-B668-C0FEC56541F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D168DB61-D7E7-4987-8730-003A72717CE4}" type="pres">
      <dgm:prSet presAssocID="{784159B0-BE50-429A-B668-C0FEC56541F7}" presName="spaceRect" presStyleCnt="0"/>
      <dgm:spPr/>
    </dgm:pt>
    <dgm:pt modelId="{08AF3E8B-1C2E-4971-9085-4B168A6A66B5}" type="pres">
      <dgm:prSet presAssocID="{784159B0-BE50-429A-B668-C0FEC56541F7}" presName="textRect" presStyleLbl="revTx" presStyleIdx="4" presStyleCnt="6">
        <dgm:presLayoutVars>
          <dgm:chMax val="1"/>
          <dgm:chPref val="1"/>
        </dgm:presLayoutVars>
      </dgm:prSet>
      <dgm:spPr/>
    </dgm:pt>
    <dgm:pt modelId="{BB33E3E9-D801-48AC-8633-F420751D9D48}" type="pres">
      <dgm:prSet presAssocID="{48422EFB-27E5-49AA-8DCD-9CBCEB484EB9}" presName="sibTrans" presStyleLbl="sibTrans2D1" presStyleIdx="0" presStyleCnt="0"/>
      <dgm:spPr/>
    </dgm:pt>
    <dgm:pt modelId="{DB182321-C639-4B6A-AD9A-37091BF2E0AA}" type="pres">
      <dgm:prSet presAssocID="{C09BEE7E-C84B-43B4-BFFE-30766B0704E4}" presName="compNode" presStyleCnt="0"/>
      <dgm:spPr/>
    </dgm:pt>
    <dgm:pt modelId="{1BD0CFE5-6DF3-4D6C-A33D-7E822F6CAD14}" type="pres">
      <dgm:prSet presAssocID="{C09BEE7E-C84B-43B4-BFFE-30766B0704E4}" presName="iconBgRect" presStyleLbl="bgShp" presStyleIdx="5" presStyleCnt="6"/>
      <dgm:spPr/>
    </dgm:pt>
    <dgm:pt modelId="{5FBFACE4-4FE6-4338-B3D0-8C0ABD76D85D}" type="pres">
      <dgm:prSet presAssocID="{C09BEE7E-C84B-43B4-BFFE-30766B0704E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782675C2-436C-45D0-9A18-454B8F6A956F}" type="pres">
      <dgm:prSet presAssocID="{C09BEE7E-C84B-43B4-BFFE-30766B0704E4}" presName="spaceRect" presStyleCnt="0"/>
      <dgm:spPr/>
    </dgm:pt>
    <dgm:pt modelId="{E430FB6E-ED00-4591-9E21-62909BEC3C33}" type="pres">
      <dgm:prSet presAssocID="{C09BEE7E-C84B-43B4-BFFE-30766B0704E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0FE5515-0314-4D63-8CC8-B12E381DA6E6}" type="presOf" srcId="{E7F0C728-86BC-44E8-AE54-75502D045692}" destId="{C4652DA2-9EBD-423D-B486-D4EBE89E3636}" srcOrd="0" destOrd="0" presId="urn:microsoft.com/office/officeart/2018/2/layout/IconCircleList"/>
    <dgm:cxn modelId="{192C4916-56E7-4395-92C1-F8DBD5CEA406}" srcId="{3CF61FC4-8854-4E9C-93A2-F0580C2C00CB}" destId="{B181325D-2DEB-4CA3-988F-ABCC01E97D33}" srcOrd="2" destOrd="0" parTransId="{F9F83072-E116-44E5-8037-BC7FF769688D}" sibTransId="{E7F0C728-86BC-44E8-AE54-75502D045692}"/>
    <dgm:cxn modelId="{7FBFB320-2582-4373-8423-DF93EF33492F}" type="presOf" srcId="{19A8DD24-9859-470C-AA5A-81C7B53FF995}" destId="{AADB694A-3DBF-467A-8BF4-3382FFF14966}" srcOrd="0" destOrd="0" presId="urn:microsoft.com/office/officeart/2018/2/layout/IconCircleList"/>
    <dgm:cxn modelId="{A5BB8B2C-0117-43E4-A4BB-43D1C291FBF2}" type="presOf" srcId="{784159B0-BE50-429A-B668-C0FEC56541F7}" destId="{08AF3E8B-1C2E-4971-9085-4B168A6A66B5}" srcOrd="0" destOrd="0" presId="urn:microsoft.com/office/officeart/2018/2/layout/IconCircleList"/>
    <dgm:cxn modelId="{46E5EE37-866C-45C6-ADCA-6F3372330767}" type="presOf" srcId="{48422EFB-27E5-49AA-8DCD-9CBCEB484EB9}" destId="{BB33E3E9-D801-48AC-8633-F420751D9D48}" srcOrd="0" destOrd="0" presId="urn:microsoft.com/office/officeart/2018/2/layout/IconCircleList"/>
    <dgm:cxn modelId="{1E0C2438-EF9F-435E-BAB6-C78CFD957BE8}" type="presOf" srcId="{9FE0D8F7-F18D-4E2B-A5FA-206E2D8A5206}" destId="{883ACCFC-1313-43E7-8CF1-293336C26692}" srcOrd="0" destOrd="0" presId="urn:microsoft.com/office/officeart/2018/2/layout/IconCircleList"/>
    <dgm:cxn modelId="{0BCFE86A-C064-41DB-9F26-20C50A255BCD}" srcId="{3CF61FC4-8854-4E9C-93A2-F0580C2C00CB}" destId="{784159B0-BE50-429A-B668-C0FEC56541F7}" srcOrd="4" destOrd="0" parTransId="{9034B618-FBEA-4A5C-B3C9-9B47554C435F}" sibTransId="{48422EFB-27E5-49AA-8DCD-9CBCEB484EB9}"/>
    <dgm:cxn modelId="{09707A7F-8C0D-4AFB-B8CB-B8FB1684497A}" type="presOf" srcId="{3C896111-E1BB-4563-911C-39C69D7BA214}" destId="{1ACB2EC6-D5E4-4610-AB54-953D6679831A}" srcOrd="0" destOrd="0" presId="urn:microsoft.com/office/officeart/2018/2/layout/IconCircleList"/>
    <dgm:cxn modelId="{41976880-502D-41A5-9279-0150B473DE78}" srcId="{3CF61FC4-8854-4E9C-93A2-F0580C2C00CB}" destId="{30A6B462-4A66-44C7-A258-AEDE6F2FE06C}" srcOrd="0" destOrd="0" parTransId="{B0591014-CAD1-415D-838B-6A16C0A60171}" sibTransId="{4D873DBF-85C2-4D48-B83B-B5BD20BE6B99}"/>
    <dgm:cxn modelId="{93AACA84-761D-4653-B414-B32D32C098CC}" type="presOf" srcId="{3CF61FC4-8854-4E9C-93A2-F0580C2C00CB}" destId="{34BF6185-1B7A-4077-BD0B-485C59567CB6}" srcOrd="0" destOrd="0" presId="urn:microsoft.com/office/officeart/2018/2/layout/IconCircleList"/>
    <dgm:cxn modelId="{3162E79C-130A-4516-8E97-3A246B8C4C8B}" srcId="{3CF61FC4-8854-4E9C-93A2-F0580C2C00CB}" destId="{C7200DB4-24E4-454B-B4F7-D40A28A77B44}" srcOrd="3" destOrd="0" parTransId="{5B95593C-8AE6-4862-853C-48E5E3D2B0F2}" sibTransId="{19A8DD24-9859-470C-AA5A-81C7B53FF995}"/>
    <dgm:cxn modelId="{D55BE1A5-5A6F-4AC8-8666-273288F76A2C}" type="presOf" srcId="{30A6B462-4A66-44C7-A258-AEDE6F2FE06C}" destId="{927FB927-C0CB-4B9C-814A-7504D05BC8F6}" srcOrd="0" destOrd="0" presId="urn:microsoft.com/office/officeart/2018/2/layout/IconCircleList"/>
    <dgm:cxn modelId="{925140B3-9545-4C20-AE4F-193047A3D3A2}" type="presOf" srcId="{4D873DBF-85C2-4D48-B83B-B5BD20BE6B99}" destId="{6CD62A4F-1B50-473B-9DCC-032D73C865F5}" srcOrd="0" destOrd="0" presId="urn:microsoft.com/office/officeart/2018/2/layout/IconCircleList"/>
    <dgm:cxn modelId="{99D64BCF-5585-4416-8671-202F927ECFAC}" type="presOf" srcId="{B181325D-2DEB-4CA3-988F-ABCC01E97D33}" destId="{5446611C-6BC4-42B8-AB37-1DEBA159A2CC}" srcOrd="0" destOrd="0" presId="urn:microsoft.com/office/officeart/2018/2/layout/IconCircleList"/>
    <dgm:cxn modelId="{F0B7E3D2-9694-42B0-B9A1-A5E20BB98733}" type="presOf" srcId="{C09BEE7E-C84B-43B4-BFFE-30766B0704E4}" destId="{E430FB6E-ED00-4591-9E21-62909BEC3C33}" srcOrd="0" destOrd="0" presId="urn:microsoft.com/office/officeart/2018/2/layout/IconCircleList"/>
    <dgm:cxn modelId="{1C14DDDA-2274-4CDC-9B39-23B3587B1CFF}" srcId="{3CF61FC4-8854-4E9C-93A2-F0580C2C00CB}" destId="{9FE0D8F7-F18D-4E2B-A5FA-206E2D8A5206}" srcOrd="1" destOrd="0" parTransId="{880D82CC-E3F6-424B-87D7-07BB40624757}" sibTransId="{3C896111-E1BB-4563-911C-39C69D7BA214}"/>
    <dgm:cxn modelId="{5B0094E4-BC45-4341-9F72-EC71A790BEB7}" srcId="{3CF61FC4-8854-4E9C-93A2-F0580C2C00CB}" destId="{C09BEE7E-C84B-43B4-BFFE-30766B0704E4}" srcOrd="5" destOrd="0" parTransId="{49523F2B-8F95-4473-B12E-DC50FB43374C}" sibTransId="{117983EB-AB63-4C46-8863-371B38998570}"/>
    <dgm:cxn modelId="{5CCE84FB-0925-489F-8F8E-1049E4147DF1}" type="presOf" srcId="{C7200DB4-24E4-454B-B4F7-D40A28A77B44}" destId="{5B7446C8-DE44-414B-968F-F67028216616}" srcOrd="0" destOrd="0" presId="urn:microsoft.com/office/officeart/2018/2/layout/IconCircleList"/>
    <dgm:cxn modelId="{1F909528-5BE3-4C14-97E8-F393CD85BCAF}" type="presParOf" srcId="{34BF6185-1B7A-4077-BD0B-485C59567CB6}" destId="{E673295B-D122-4C3A-9BEA-73103554C772}" srcOrd="0" destOrd="0" presId="urn:microsoft.com/office/officeart/2018/2/layout/IconCircleList"/>
    <dgm:cxn modelId="{7D29B7B4-EA70-40A5-8D2F-DE57104ABDDB}" type="presParOf" srcId="{E673295B-D122-4C3A-9BEA-73103554C772}" destId="{66413A9E-ACBD-481D-8594-D1A730688B70}" srcOrd="0" destOrd="0" presId="urn:microsoft.com/office/officeart/2018/2/layout/IconCircleList"/>
    <dgm:cxn modelId="{A47CCCB5-919E-4707-8BAE-C94EE7EA4467}" type="presParOf" srcId="{66413A9E-ACBD-481D-8594-D1A730688B70}" destId="{7ADBA043-AE27-4192-9845-C78806B328C0}" srcOrd="0" destOrd="0" presId="urn:microsoft.com/office/officeart/2018/2/layout/IconCircleList"/>
    <dgm:cxn modelId="{8848FB41-1AFD-4BC9-BE34-A9471BEE0505}" type="presParOf" srcId="{66413A9E-ACBD-481D-8594-D1A730688B70}" destId="{0C3CC869-9870-4E46-B147-54B65926F24B}" srcOrd="1" destOrd="0" presId="urn:microsoft.com/office/officeart/2018/2/layout/IconCircleList"/>
    <dgm:cxn modelId="{3D6B01B5-A003-4F80-B5EA-47131891B8C3}" type="presParOf" srcId="{66413A9E-ACBD-481D-8594-D1A730688B70}" destId="{84DBE04E-5F0F-4D2D-ABAD-14709AA03040}" srcOrd="2" destOrd="0" presId="urn:microsoft.com/office/officeart/2018/2/layout/IconCircleList"/>
    <dgm:cxn modelId="{1766C9A2-BFAF-4345-8620-58E353A979F6}" type="presParOf" srcId="{66413A9E-ACBD-481D-8594-D1A730688B70}" destId="{927FB927-C0CB-4B9C-814A-7504D05BC8F6}" srcOrd="3" destOrd="0" presId="urn:microsoft.com/office/officeart/2018/2/layout/IconCircleList"/>
    <dgm:cxn modelId="{52C9473C-2176-4CC1-9B59-21679767E827}" type="presParOf" srcId="{E673295B-D122-4C3A-9BEA-73103554C772}" destId="{6CD62A4F-1B50-473B-9DCC-032D73C865F5}" srcOrd="1" destOrd="0" presId="urn:microsoft.com/office/officeart/2018/2/layout/IconCircleList"/>
    <dgm:cxn modelId="{0BAEBED9-457D-4DF1-83DD-82863EDDE366}" type="presParOf" srcId="{E673295B-D122-4C3A-9BEA-73103554C772}" destId="{8AB63DB0-17B4-4C92-BF8C-65F64AC17572}" srcOrd="2" destOrd="0" presId="urn:microsoft.com/office/officeart/2018/2/layout/IconCircleList"/>
    <dgm:cxn modelId="{68DC0269-4525-4094-816F-51E31DC76557}" type="presParOf" srcId="{8AB63DB0-17B4-4C92-BF8C-65F64AC17572}" destId="{593C154F-2CF9-463D-B740-7B3346EF5D07}" srcOrd="0" destOrd="0" presId="urn:microsoft.com/office/officeart/2018/2/layout/IconCircleList"/>
    <dgm:cxn modelId="{9FF85A4D-F69A-4B37-AFB2-CDF8981C1CE2}" type="presParOf" srcId="{8AB63DB0-17B4-4C92-BF8C-65F64AC17572}" destId="{920E2464-7E79-4356-A32C-095E816F0251}" srcOrd="1" destOrd="0" presId="urn:microsoft.com/office/officeart/2018/2/layout/IconCircleList"/>
    <dgm:cxn modelId="{16584AC4-3FBE-43A5-AB8E-B332C0EC89C5}" type="presParOf" srcId="{8AB63DB0-17B4-4C92-BF8C-65F64AC17572}" destId="{EA32EBE8-4118-4918-A662-8E20B39C466E}" srcOrd="2" destOrd="0" presId="urn:microsoft.com/office/officeart/2018/2/layout/IconCircleList"/>
    <dgm:cxn modelId="{EAB14972-10BD-4A90-829C-8542DA450F2D}" type="presParOf" srcId="{8AB63DB0-17B4-4C92-BF8C-65F64AC17572}" destId="{883ACCFC-1313-43E7-8CF1-293336C26692}" srcOrd="3" destOrd="0" presId="urn:microsoft.com/office/officeart/2018/2/layout/IconCircleList"/>
    <dgm:cxn modelId="{0408008C-7858-48A8-A3AD-AE0B1F869061}" type="presParOf" srcId="{E673295B-D122-4C3A-9BEA-73103554C772}" destId="{1ACB2EC6-D5E4-4610-AB54-953D6679831A}" srcOrd="3" destOrd="0" presId="urn:microsoft.com/office/officeart/2018/2/layout/IconCircleList"/>
    <dgm:cxn modelId="{BD7C6CC6-8C0A-46F7-B6A1-FA24803305F6}" type="presParOf" srcId="{E673295B-D122-4C3A-9BEA-73103554C772}" destId="{33C40812-68EC-41A4-8FE2-1200296011F9}" srcOrd="4" destOrd="0" presId="urn:microsoft.com/office/officeart/2018/2/layout/IconCircleList"/>
    <dgm:cxn modelId="{0F33091E-C17F-4687-956E-FEE9A55E0C39}" type="presParOf" srcId="{33C40812-68EC-41A4-8FE2-1200296011F9}" destId="{8A4D171D-A8BF-41A7-87AB-F7E2B413C82C}" srcOrd="0" destOrd="0" presId="urn:microsoft.com/office/officeart/2018/2/layout/IconCircleList"/>
    <dgm:cxn modelId="{96496AF6-E527-41DC-9792-C43586FB685B}" type="presParOf" srcId="{33C40812-68EC-41A4-8FE2-1200296011F9}" destId="{45890747-85C1-40EA-9C2B-7831EAA26FA7}" srcOrd="1" destOrd="0" presId="urn:microsoft.com/office/officeart/2018/2/layout/IconCircleList"/>
    <dgm:cxn modelId="{B37664BC-6B84-4944-84B1-175317AC7C19}" type="presParOf" srcId="{33C40812-68EC-41A4-8FE2-1200296011F9}" destId="{43A2EA5E-2CFB-47A0-AD48-6956AE8EFC2E}" srcOrd="2" destOrd="0" presId="urn:microsoft.com/office/officeart/2018/2/layout/IconCircleList"/>
    <dgm:cxn modelId="{5283A37E-DB42-4267-8232-0953F690C418}" type="presParOf" srcId="{33C40812-68EC-41A4-8FE2-1200296011F9}" destId="{5446611C-6BC4-42B8-AB37-1DEBA159A2CC}" srcOrd="3" destOrd="0" presId="urn:microsoft.com/office/officeart/2018/2/layout/IconCircleList"/>
    <dgm:cxn modelId="{FE4CC8AB-38CA-4291-A171-A3A19FAB14BC}" type="presParOf" srcId="{E673295B-D122-4C3A-9BEA-73103554C772}" destId="{C4652DA2-9EBD-423D-B486-D4EBE89E3636}" srcOrd="5" destOrd="0" presId="urn:microsoft.com/office/officeart/2018/2/layout/IconCircleList"/>
    <dgm:cxn modelId="{67E0FC00-2BB2-4194-AAA5-BC4A66E60CFB}" type="presParOf" srcId="{E673295B-D122-4C3A-9BEA-73103554C772}" destId="{68DF0617-685D-41CA-88DF-FF870A4C6536}" srcOrd="6" destOrd="0" presId="urn:microsoft.com/office/officeart/2018/2/layout/IconCircleList"/>
    <dgm:cxn modelId="{5275EE2F-D3F9-42C5-8E07-168EECC17EFC}" type="presParOf" srcId="{68DF0617-685D-41CA-88DF-FF870A4C6536}" destId="{95D1D1D8-59F8-4FE8-A695-292BC1D47FE9}" srcOrd="0" destOrd="0" presId="urn:microsoft.com/office/officeart/2018/2/layout/IconCircleList"/>
    <dgm:cxn modelId="{58F10965-5AA2-46BB-AB97-6BF4F02A8D60}" type="presParOf" srcId="{68DF0617-685D-41CA-88DF-FF870A4C6536}" destId="{26906485-3567-4142-9114-F3CF6087C6C5}" srcOrd="1" destOrd="0" presId="urn:microsoft.com/office/officeart/2018/2/layout/IconCircleList"/>
    <dgm:cxn modelId="{755C5CB4-19D1-4079-AE60-264DCB9AE01C}" type="presParOf" srcId="{68DF0617-685D-41CA-88DF-FF870A4C6536}" destId="{1DECD9C9-3DE5-401A-87B1-898E808F0420}" srcOrd="2" destOrd="0" presId="urn:microsoft.com/office/officeart/2018/2/layout/IconCircleList"/>
    <dgm:cxn modelId="{246C64A5-DA41-4754-9403-782920CBEFC7}" type="presParOf" srcId="{68DF0617-685D-41CA-88DF-FF870A4C6536}" destId="{5B7446C8-DE44-414B-968F-F67028216616}" srcOrd="3" destOrd="0" presId="urn:microsoft.com/office/officeart/2018/2/layout/IconCircleList"/>
    <dgm:cxn modelId="{7ED13B05-06EE-45A3-B627-BFFBA07B1300}" type="presParOf" srcId="{E673295B-D122-4C3A-9BEA-73103554C772}" destId="{AADB694A-3DBF-467A-8BF4-3382FFF14966}" srcOrd="7" destOrd="0" presId="urn:microsoft.com/office/officeart/2018/2/layout/IconCircleList"/>
    <dgm:cxn modelId="{DE0D7A08-2B7D-4EC7-AF8E-191AFDCB7AFE}" type="presParOf" srcId="{E673295B-D122-4C3A-9BEA-73103554C772}" destId="{1F6B8119-88E9-421B-834A-1F5399D65A9B}" srcOrd="8" destOrd="0" presId="urn:microsoft.com/office/officeart/2018/2/layout/IconCircleList"/>
    <dgm:cxn modelId="{88EEADCF-AE32-4AAE-B942-6B141581F506}" type="presParOf" srcId="{1F6B8119-88E9-421B-834A-1F5399D65A9B}" destId="{637673F9-176F-4A99-BAA8-14254F0AB6E7}" srcOrd="0" destOrd="0" presId="urn:microsoft.com/office/officeart/2018/2/layout/IconCircleList"/>
    <dgm:cxn modelId="{0568653F-8A34-4B62-8819-FFF4DBA44F01}" type="presParOf" srcId="{1F6B8119-88E9-421B-834A-1F5399D65A9B}" destId="{DE37976C-2C45-4B79-B2A3-53E5468329FD}" srcOrd="1" destOrd="0" presId="urn:microsoft.com/office/officeart/2018/2/layout/IconCircleList"/>
    <dgm:cxn modelId="{D5773FD2-B5E2-4514-B7C6-13567889410B}" type="presParOf" srcId="{1F6B8119-88E9-421B-834A-1F5399D65A9B}" destId="{D168DB61-D7E7-4987-8730-003A72717CE4}" srcOrd="2" destOrd="0" presId="urn:microsoft.com/office/officeart/2018/2/layout/IconCircleList"/>
    <dgm:cxn modelId="{B5CB973C-2553-4EFE-A71F-001EE6AF07E8}" type="presParOf" srcId="{1F6B8119-88E9-421B-834A-1F5399D65A9B}" destId="{08AF3E8B-1C2E-4971-9085-4B168A6A66B5}" srcOrd="3" destOrd="0" presId="urn:microsoft.com/office/officeart/2018/2/layout/IconCircleList"/>
    <dgm:cxn modelId="{D1254408-7BCB-4DBA-8918-57CFE9D05C31}" type="presParOf" srcId="{E673295B-D122-4C3A-9BEA-73103554C772}" destId="{BB33E3E9-D801-48AC-8633-F420751D9D48}" srcOrd="9" destOrd="0" presId="urn:microsoft.com/office/officeart/2018/2/layout/IconCircleList"/>
    <dgm:cxn modelId="{06DB19D0-C0E9-481D-9730-E8F83F67B84B}" type="presParOf" srcId="{E673295B-D122-4C3A-9BEA-73103554C772}" destId="{DB182321-C639-4B6A-AD9A-37091BF2E0AA}" srcOrd="10" destOrd="0" presId="urn:microsoft.com/office/officeart/2018/2/layout/IconCircleList"/>
    <dgm:cxn modelId="{08EBDEA6-8CC8-45A6-8C24-8849C51235FB}" type="presParOf" srcId="{DB182321-C639-4B6A-AD9A-37091BF2E0AA}" destId="{1BD0CFE5-6DF3-4D6C-A33D-7E822F6CAD14}" srcOrd="0" destOrd="0" presId="urn:microsoft.com/office/officeart/2018/2/layout/IconCircleList"/>
    <dgm:cxn modelId="{5F56B639-4048-4A8E-B8F6-E509966C8C9B}" type="presParOf" srcId="{DB182321-C639-4B6A-AD9A-37091BF2E0AA}" destId="{5FBFACE4-4FE6-4338-B3D0-8C0ABD76D85D}" srcOrd="1" destOrd="0" presId="urn:microsoft.com/office/officeart/2018/2/layout/IconCircleList"/>
    <dgm:cxn modelId="{0CD7C402-B6AE-4823-86FB-F848AEB80CC3}" type="presParOf" srcId="{DB182321-C639-4B6A-AD9A-37091BF2E0AA}" destId="{782675C2-436C-45D0-9A18-454B8F6A956F}" srcOrd="2" destOrd="0" presId="urn:microsoft.com/office/officeart/2018/2/layout/IconCircleList"/>
    <dgm:cxn modelId="{AAF9215D-A1B6-444C-9656-76D8DEF8CF03}" type="presParOf" srcId="{DB182321-C639-4B6A-AD9A-37091BF2E0AA}" destId="{E430FB6E-ED00-4591-9E21-62909BEC3C3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E9A3CA-8B05-4FE6-B0AE-532DDEAAA3E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AA20F98-3C7D-43D1-A107-B11F2841CBCC}">
      <dgm:prSet/>
      <dgm:spPr/>
      <dgm:t>
        <a:bodyPr/>
        <a:lstStyle/>
        <a:p>
          <a:pPr>
            <a:defRPr cap="all"/>
          </a:pPr>
          <a:r>
            <a:rPr lang="en-SG"/>
            <a:t>Cost of access</a:t>
          </a:r>
          <a:endParaRPr lang="en-US"/>
        </a:p>
      </dgm:t>
    </dgm:pt>
    <dgm:pt modelId="{B2064E56-FF07-4D2A-B8D0-5D9B232985C9}" type="parTrans" cxnId="{0EE1C9B1-9831-47D1-8981-36CD1E3BC401}">
      <dgm:prSet/>
      <dgm:spPr/>
      <dgm:t>
        <a:bodyPr/>
        <a:lstStyle/>
        <a:p>
          <a:endParaRPr lang="en-US"/>
        </a:p>
      </dgm:t>
    </dgm:pt>
    <dgm:pt modelId="{87B7F3A5-6FDF-48A4-9CFB-54018511EBF6}" type="sibTrans" cxnId="{0EE1C9B1-9831-47D1-8981-36CD1E3BC401}">
      <dgm:prSet/>
      <dgm:spPr/>
      <dgm:t>
        <a:bodyPr/>
        <a:lstStyle/>
        <a:p>
          <a:endParaRPr lang="en-US"/>
        </a:p>
      </dgm:t>
    </dgm:pt>
    <dgm:pt modelId="{7C5D8A42-E297-449E-AF0A-7A4EB0F6AA91}">
      <dgm:prSet/>
      <dgm:spPr/>
      <dgm:t>
        <a:bodyPr/>
        <a:lstStyle/>
        <a:p>
          <a:pPr>
            <a:defRPr cap="all"/>
          </a:pPr>
          <a:r>
            <a:rPr lang="en-SG"/>
            <a:t>Value proposition</a:t>
          </a:r>
          <a:endParaRPr lang="en-US"/>
        </a:p>
      </dgm:t>
    </dgm:pt>
    <dgm:pt modelId="{DF602AA5-EC14-4EDA-8C5E-E74A46637590}" type="parTrans" cxnId="{E09213D9-BCA1-45DB-A12B-924761F12718}">
      <dgm:prSet/>
      <dgm:spPr/>
      <dgm:t>
        <a:bodyPr/>
        <a:lstStyle/>
        <a:p>
          <a:endParaRPr lang="en-US"/>
        </a:p>
      </dgm:t>
    </dgm:pt>
    <dgm:pt modelId="{002FD461-3634-4838-986A-F52D9FC8EA9C}" type="sibTrans" cxnId="{E09213D9-BCA1-45DB-A12B-924761F12718}">
      <dgm:prSet/>
      <dgm:spPr/>
      <dgm:t>
        <a:bodyPr/>
        <a:lstStyle/>
        <a:p>
          <a:endParaRPr lang="en-US"/>
        </a:p>
      </dgm:t>
    </dgm:pt>
    <dgm:pt modelId="{2B0C2A2E-ABA7-4932-9A52-FFF39C563ED5}">
      <dgm:prSet/>
      <dgm:spPr/>
      <dgm:t>
        <a:bodyPr/>
        <a:lstStyle/>
        <a:p>
          <a:pPr>
            <a:defRPr cap="all"/>
          </a:pPr>
          <a:r>
            <a:rPr lang="en-SG"/>
            <a:t>Ease of use</a:t>
          </a:r>
          <a:endParaRPr lang="en-US"/>
        </a:p>
      </dgm:t>
    </dgm:pt>
    <dgm:pt modelId="{11342C4C-6EC3-4751-A18E-AF1C58B31A89}" type="parTrans" cxnId="{76989BD7-8D5A-4F17-862D-47D8638E2AB0}">
      <dgm:prSet/>
      <dgm:spPr/>
      <dgm:t>
        <a:bodyPr/>
        <a:lstStyle/>
        <a:p>
          <a:endParaRPr lang="en-US"/>
        </a:p>
      </dgm:t>
    </dgm:pt>
    <dgm:pt modelId="{C3AD4F96-4D5C-4507-B92E-5D15CD4B1A44}" type="sibTrans" cxnId="{76989BD7-8D5A-4F17-862D-47D8638E2AB0}">
      <dgm:prSet/>
      <dgm:spPr/>
      <dgm:t>
        <a:bodyPr/>
        <a:lstStyle/>
        <a:p>
          <a:endParaRPr lang="en-US"/>
        </a:p>
      </dgm:t>
    </dgm:pt>
    <dgm:pt modelId="{E8749D4A-CB65-47A0-872C-043D991C8412}">
      <dgm:prSet/>
      <dgm:spPr/>
      <dgm:t>
        <a:bodyPr/>
        <a:lstStyle/>
        <a:p>
          <a:pPr>
            <a:defRPr cap="all"/>
          </a:pPr>
          <a:r>
            <a:rPr lang="en-SG"/>
            <a:t>Security</a:t>
          </a:r>
          <a:endParaRPr lang="en-US"/>
        </a:p>
      </dgm:t>
    </dgm:pt>
    <dgm:pt modelId="{8D572EA7-FE55-4832-80A1-376323A88EDB}" type="parTrans" cxnId="{F0826BDB-156D-4514-BCCF-07C9BEB24D31}">
      <dgm:prSet/>
      <dgm:spPr/>
      <dgm:t>
        <a:bodyPr/>
        <a:lstStyle/>
        <a:p>
          <a:endParaRPr lang="en-US"/>
        </a:p>
      </dgm:t>
    </dgm:pt>
    <dgm:pt modelId="{C2F9FE80-39A3-445B-91AA-02111DF1A7F9}" type="sibTrans" cxnId="{F0826BDB-156D-4514-BCCF-07C9BEB24D31}">
      <dgm:prSet/>
      <dgm:spPr/>
      <dgm:t>
        <a:bodyPr/>
        <a:lstStyle/>
        <a:p>
          <a:endParaRPr lang="en-US"/>
        </a:p>
      </dgm:t>
    </dgm:pt>
    <dgm:pt modelId="{AB305D5F-14DE-4113-A150-965894894AE5}">
      <dgm:prSet/>
      <dgm:spPr/>
      <dgm:t>
        <a:bodyPr/>
        <a:lstStyle/>
        <a:p>
          <a:pPr>
            <a:defRPr cap="all"/>
          </a:pPr>
          <a:r>
            <a:rPr lang="en-SG"/>
            <a:t>Fear of the unknown</a:t>
          </a:r>
          <a:endParaRPr lang="en-US"/>
        </a:p>
      </dgm:t>
    </dgm:pt>
    <dgm:pt modelId="{7A74A5F1-38C0-4467-959B-8E6A3AF356B7}" type="parTrans" cxnId="{946F941E-1550-467E-A903-9EB6B2DB4E70}">
      <dgm:prSet/>
      <dgm:spPr/>
      <dgm:t>
        <a:bodyPr/>
        <a:lstStyle/>
        <a:p>
          <a:endParaRPr lang="en-US"/>
        </a:p>
      </dgm:t>
    </dgm:pt>
    <dgm:pt modelId="{07727658-A912-4431-AC87-113B3053008C}" type="sibTrans" cxnId="{946F941E-1550-467E-A903-9EB6B2DB4E70}">
      <dgm:prSet/>
      <dgm:spPr/>
      <dgm:t>
        <a:bodyPr/>
        <a:lstStyle/>
        <a:p>
          <a:endParaRPr lang="en-US"/>
        </a:p>
      </dgm:t>
    </dgm:pt>
    <dgm:pt modelId="{BE14708A-C203-45EE-8831-AAA9F7D53B72}" type="pres">
      <dgm:prSet presAssocID="{AAE9A3CA-8B05-4FE6-B0AE-532DDEAAA3EF}" presName="root" presStyleCnt="0">
        <dgm:presLayoutVars>
          <dgm:dir/>
          <dgm:resizeHandles val="exact"/>
        </dgm:presLayoutVars>
      </dgm:prSet>
      <dgm:spPr/>
    </dgm:pt>
    <dgm:pt modelId="{F44E20DB-EA47-422F-95D3-73A2C7BF0308}" type="pres">
      <dgm:prSet presAssocID="{EAA20F98-3C7D-43D1-A107-B11F2841CBCC}" presName="compNode" presStyleCnt="0"/>
      <dgm:spPr/>
    </dgm:pt>
    <dgm:pt modelId="{5724781E-73B2-4B15-B3A5-D8FEB7CC988F}" type="pres">
      <dgm:prSet presAssocID="{EAA20F98-3C7D-43D1-A107-B11F2841CBCC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A1121F7-1CA9-47D1-870B-EFA66316ACE0}" type="pres">
      <dgm:prSet presAssocID="{EAA20F98-3C7D-43D1-A107-B11F2841CBC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7A9F91D-6D00-44F7-91A9-00826ED86699}" type="pres">
      <dgm:prSet presAssocID="{EAA20F98-3C7D-43D1-A107-B11F2841CBCC}" presName="spaceRect" presStyleCnt="0"/>
      <dgm:spPr/>
    </dgm:pt>
    <dgm:pt modelId="{49A9EDA1-C93E-4702-920E-3F6449566DA9}" type="pres">
      <dgm:prSet presAssocID="{EAA20F98-3C7D-43D1-A107-B11F2841CBCC}" presName="textRect" presStyleLbl="revTx" presStyleIdx="0" presStyleCnt="5">
        <dgm:presLayoutVars>
          <dgm:chMax val="1"/>
          <dgm:chPref val="1"/>
        </dgm:presLayoutVars>
      </dgm:prSet>
      <dgm:spPr/>
    </dgm:pt>
    <dgm:pt modelId="{C4F3DF05-0A09-43BE-AF03-84F312400B0C}" type="pres">
      <dgm:prSet presAssocID="{87B7F3A5-6FDF-48A4-9CFB-54018511EBF6}" presName="sibTrans" presStyleCnt="0"/>
      <dgm:spPr/>
    </dgm:pt>
    <dgm:pt modelId="{383778E6-7F0C-4940-B854-6E9BB6793BB7}" type="pres">
      <dgm:prSet presAssocID="{7C5D8A42-E297-449E-AF0A-7A4EB0F6AA91}" presName="compNode" presStyleCnt="0"/>
      <dgm:spPr/>
    </dgm:pt>
    <dgm:pt modelId="{90CD0CFA-6E76-4740-93CE-CAAB3C004127}" type="pres">
      <dgm:prSet presAssocID="{7C5D8A42-E297-449E-AF0A-7A4EB0F6AA91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378EAF0-63F9-420B-B824-C1E8D4BC1E28}" type="pres">
      <dgm:prSet presAssocID="{7C5D8A42-E297-449E-AF0A-7A4EB0F6AA9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"/>
        </a:ext>
      </dgm:extLst>
    </dgm:pt>
    <dgm:pt modelId="{7796B2F8-5024-4B15-B04A-FDD82AC37A60}" type="pres">
      <dgm:prSet presAssocID="{7C5D8A42-E297-449E-AF0A-7A4EB0F6AA91}" presName="spaceRect" presStyleCnt="0"/>
      <dgm:spPr/>
    </dgm:pt>
    <dgm:pt modelId="{0B833DDA-D770-4A4E-A662-3279CBDB38EC}" type="pres">
      <dgm:prSet presAssocID="{7C5D8A42-E297-449E-AF0A-7A4EB0F6AA91}" presName="textRect" presStyleLbl="revTx" presStyleIdx="1" presStyleCnt="5">
        <dgm:presLayoutVars>
          <dgm:chMax val="1"/>
          <dgm:chPref val="1"/>
        </dgm:presLayoutVars>
      </dgm:prSet>
      <dgm:spPr/>
    </dgm:pt>
    <dgm:pt modelId="{B4E9933F-21DC-4866-8A5F-22ED98CB6AC1}" type="pres">
      <dgm:prSet presAssocID="{002FD461-3634-4838-986A-F52D9FC8EA9C}" presName="sibTrans" presStyleCnt="0"/>
      <dgm:spPr/>
    </dgm:pt>
    <dgm:pt modelId="{375C0678-9A02-4C8A-9D46-E461D22D13C4}" type="pres">
      <dgm:prSet presAssocID="{2B0C2A2E-ABA7-4932-9A52-FFF39C563ED5}" presName="compNode" presStyleCnt="0"/>
      <dgm:spPr/>
    </dgm:pt>
    <dgm:pt modelId="{4A45AFBD-B621-49E6-B708-65741E00FBBE}" type="pres">
      <dgm:prSet presAssocID="{2B0C2A2E-ABA7-4932-9A52-FFF39C563ED5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F8327E4-1ED8-44A0-93B2-DF9FD44043E2}" type="pres">
      <dgm:prSet presAssocID="{2B0C2A2E-ABA7-4932-9A52-FFF39C563ED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07386057-AC4F-40E2-9FB1-37DB08904F6E}" type="pres">
      <dgm:prSet presAssocID="{2B0C2A2E-ABA7-4932-9A52-FFF39C563ED5}" presName="spaceRect" presStyleCnt="0"/>
      <dgm:spPr/>
    </dgm:pt>
    <dgm:pt modelId="{5ED31A2E-BF32-4265-9FB4-AE27AD663128}" type="pres">
      <dgm:prSet presAssocID="{2B0C2A2E-ABA7-4932-9A52-FFF39C563ED5}" presName="textRect" presStyleLbl="revTx" presStyleIdx="2" presStyleCnt="5">
        <dgm:presLayoutVars>
          <dgm:chMax val="1"/>
          <dgm:chPref val="1"/>
        </dgm:presLayoutVars>
      </dgm:prSet>
      <dgm:spPr/>
    </dgm:pt>
    <dgm:pt modelId="{0244EBCE-8C99-4EFB-8140-7761E7B70532}" type="pres">
      <dgm:prSet presAssocID="{C3AD4F96-4D5C-4507-B92E-5D15CD4B1A44}" presName="sibTrans" presStyleCnt="0"/>
      <dgm:spPr/>
    </dgm:pt>
    <dgm:pt modelId="{3295C0AA-E3D5-41E8-9470-E9480D9F7813}" type="pres">
      <dgm:prSet presAssocID="{E8749D4A-CB65-47A0-872C-043D991C8412}" presName="compNode" presStyleCnt="0"/>
      <dgm:spPr/>
    </dgm:pt>
    <dgm:pt modelId="{A08ECF90-387D-4CD6-B031-878AEE105CDC}" type="pres">
      <dgm:prSet presAssocID="{E8749D4A-CB65-47A0-872C-043D991C8412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17FD368-C3CA-4F2F-BFE4-5BB23F7BC9F9}" type="pres">
      <dgm:prSet presAssocID="{E8749D4A-CB65-47A0-872C-043D991C841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70C2BD1-E52E-4D16-B053-E5348B7A699D}" type="pres">
      <dgm:prSet presAssocID="{E8749D4A-CB65-47A0-872C-043D991C8412}" presName="spaceRect" presStyleCnt="0"/>
      <dgm:spPr/>
    </dgm:pt>
    <dgm:pt modelId="{A6175C8A-742D-40F9-A6C1-2409A0C86482}" type="pres">
      <dgm:prSet presAssocID="{E8749D4A-CB65-47A0-872C-043D991C8412}" presName="textRect" presStyleLbl="revTx" presStyleIdx="3" presStyleCnt="5">
        <dgm:presLayoutVars>
          <dgm:chMax val="1"/>
          <dgm:chPref val="1"/>
        </dgm:presLayoutVars>
      </dgm:prSet>
      <dgm:spPr/>
    </dgm:pt>
    <dgm:pt modelId="{3D2A2CA4-5B45-4E42-A4BE-9129282FB12E}" type="pres">
      <dgm:prSet presAssocID="{C2F9FE80-39A3-445B-91AA-02111DF1A7F9}" presName="sibTrans" presStyleCnt="0"/>
      <dgm:spPr/>
    </dgm:pt>
    <dgm:pt modelId="{E63E7FD0-1FA1-4839-A225-7E6C2BE2A9FB}" type="pres">
      <dgm:prSet presAssocID="{AB305D5F-14DE-4113-A150-965894894AE5}" presName="compNode" presStyleCnt="0"/>
      <dgm:spPr/>
    </dgm:pt>
    <dgm:pt modelId="{005A463A-A241-4AC1-85CB-059A36EA1CE1}" type="pres">
      <dgm:prSet presAssocID="{AB305D5F-14DE-4113-A150-965894894AE5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A555042-508F-438B-8081-D1F58153565A}" type="pres">
      <dgm:prSet presAssocID="{AB305D5F-14DE-4113-A150-965894894AE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E6ACC4F-596A-40F9-B706-5B7691168526}" type="pres">
      <dgm:prSet presAssocID="{AB305D5F-14DE-4113-A150-965894894AE5}" presName="spaceRect" presStyleCnt="0"/>
      <dgm:spPr/>
    </dgm:pt>
    <dgm:pt modelId="{47CC98DA-47FD-4006-8A47-38B6DD760424}" type="pres">
      <dgm:prSet presAssocID="{AB305D5F-14DE-4113-A150-965894894AE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E855702-25AB-4253-A7B7-349788E75B1F}" type="presOf" srcId="{AB305D5F-14DE-4113-A150-965894894AE5}" destId="{47CC98DA-47FD-4006-8A47-38B6DD760424}" srcOrd="0" destOrd="0" presId="urn:microsoft.com/office/officeart/2018/5/layout/IconLeafLabelList"/>
    <dgm:cxn modelId="{946F941E-1550-467E-A903-9EB6B2DB4E70}" srcId="{AAE9A3CA-8B05-4FE6-B0AE-532DDEAAA3EF}" destId="{AB305D5F-14DE-4113-A150-965894894AE5}" srcOrd="4" destOrd="0" parTransId="{7A74A5F1-38C0-4467-959B-8E6A3AF356B7}" sibTransId="{07727658-A912-4431-AC87-113B3053008C}"/>
    <dgm:cxn modelId="{F7D6A65E-DBAF-42C5-B182-E4F86FF5BEEA}" type="presOf" srcId="{2B0C2A2E-ABA7-4932-9A52-FFF39C563ED5}" destId="{5ED31A2E-BF32-4265-9FB4-AE27AD663128}" srcOrd="0" destOrd="0" presId="urn:microsoft.com/office/officeart/2018/5/layout/IconLeafLabelList"/>
    <dgm:cxn modelId="{0187869E-0929-4C03-BC67-30DB0F52DF34}" type="presOf" srcId="{AAE9A3CA-8B05-4FE6-B0AE-532DDEAAA3EF}" destId="{BE14708A-C203-45EE-8831-AAA9F7D53B72}" srcOrd="0" destOrd="0" presId="urn:microsoft.com/office/officeart/2018/5/layout/IconLeafLabelList"/>
    <dgm:cxn modelId="{0EE1C9B1-9831-47D1-8981-36CD1E3BC401}" srcId="{AAE9A3CA-8B05-4FE6-B0AE-532DDEAAA3EF}" destId="{EAA20F98-3C7D-43D1-A107-B11F2841CBCC}" srcOrd="0" destOrd="0" parTransId="{B2064E56-FF07-4D2A-B8D0-5D9B232985C9}" sibTransId="{87B7F3A5-6FDF-48A4-9CFB-54018511EBF6}"/>
    <dgm:cxn modelId="{91EC87B7-4664-4E5C-A756-879421EE4474}" type="presOf" srcId="{7C5D8A42-E297-449E-AF0A-7A4EB0F6AA91}" destId="{0B833DDA-D770-4A4E-A662-3279CBDB38EC}" srcOrd="0" destOrd="0" presId="urn:microsoft.com/office/officeart/2018/5/layout/IconLeafLabelList"/>
    <dgm:cxn modelId="{95800EBC-8DDC-4413-BBE8-B1C3657A30F5}" type="presOf" srcId="{E8749D4A-CB65-47A0-872C-043D991C8412}" destId="{A6175C8A-742D-40F9-A6C1-2409A0C86482}" srcOrd="0" destOrd="0" presId="urn:microsoft.com/office/officeart/2018/5/layout/IconLeafLabelList"/>
    <dgm:cxn modelId="{F5A4B3CA-D2CD-4CEE-B5C1-164ADC33AB0E}" type="presOf" srcId="{EAA20F98-3C7D-43D1-A107-B11F2841CBCC}" destId="{49A9EDA1-C93E-4702-920E-3F6449566DA9}" srcOrd="0" destOrd="0" presId="urn:microsoft.com/office/officeart/2018/5/layout/IconLeafLabelList"/>
    <dgm:cxn modelId="{76989BD7-8D5A-4F17-862D-47D8638E2AB0}" srcId="{AAE9A3CA-8B05-4FE6-B0AE-532DDEAAA3EF}" destId="{2B0C2A2E-ABA7-4932-9A52-FFF39C563ED5}" srcOrd="2" destOrd="0" parTransId="{11342C4C-6EC3-4751-A18E-AF1C58B31A89}" sibTransId="{C3AD4F96-4D5C-4507-B92E-5D15CD4B1A44}"/>
    <dgm:cxn modelId="{E09213D9-BCA1-45DB-A12B-924761F12718}" srcId="{AAE9A3CA-8B05-4FE6-B0AE-532DDEAAA3EF}" destId="{7C5D8A42-E297-449E-AF0A-7A4EB0F6AA91}" srcOrd="1" destOrd="0" parTransId="{DF602AA5-EC14-4EDA-8C5E-E74A46637590}" sibTransId="{002FD461-3634-4838-986A-F52D9FC8EA9C}"/>
    <dgm:cxn modelId="{F0826BDB-156D-4514-BCCF-07C9BEB24D31}" srcId="{AAE9A3CA-8B05-4FE6-B0AE-532DDEAAA3EF}" destId="{E8749D4A-CB65-47A0-872C-043D991C8412}" srcOrd="3" destOrd="0" parTransId="{8D572EA7-FE55-4832-80A1-376323A88EDB}" sibTransId="{C2F9FE80-39A3-445B-91AA-02111DF1A7F9}"/>
    <dgm:cxn modelId="{6E961734-CA7D-42E1-A526-12E194DAB6C6}" type="presParOf" srcId="{BE14708A-C203-45EE-8831-AAA9F7D53B72}" destId="{F44E20DB-EA47-422F-95D3-73A2C7BF0308}" srcOrd="0" destOrd="0" presId="urn:microsoft.com/office/officeart/2018/5/layout/IconLeafLabelList"/>
    <dgm:cxn modelId="{AEB62249-DD4A-4B5E-A058-033E6FBB98F5}" type="presParOf" srcId="{F44E20DB-EA47-422F-95D3-73A2C7BF0308}" destId="{5724781E-73B2-4B15-B3A5-D8FEB7CC988F}" srcOrd="0" destOrd="0" presId="urn:microsoft.com/office/officeart/2018/5/layout/IconLeafLabelList"/>
    <dgm:cxn modelId="{3EB41FDF-A4CA-465A-B6DD-478B09E104EC}" type="presParOf" srcId="{F44E20DB-EA47-422F-95D3-73A2C7BF0308}" destId="{FA1121F7-1CA9-47D1-870B-EFA66316ACE0}" srcOrd="1" destOrd="0" presId="urn:microsoft.com/office/officeart/2018/5/layout/IconLeafLabelList"/>
    <dgm:cxn modelId="{A4307CDA-D969-4DA2-B6D1-8BE7072F3F31}" type="presParOf" srcId="{F44E20DB-EA47-422F-95D3-73A2C7BF0308}" destId="{27A9F91D-6D00-44F7-91A9-00826ED86699}" srcOrd="2" destOrd="0" presId="urn:microsoft.com/office/officeart/2018/5/layout/IconLeafLabelList"/>
    <dgm:cxn modelId="{C919B09F-D402-4611-8262-63C501AC7775}" type="presParOf" srcId="{F44E20DB-EA47-422F-95D3-73A2C7BF0308}" destId="{49A9EDA1-C93E-4702-920E-3F6449566DA9}" srcOrd="3" destOrd="0" presId="urn:microsoft.com/office/officeart/2018/5/layout/IconLeafLabelList"/>
    <dgm:cxn modelId="{B9265D8C-5274-4D13-8670-C0BD31A10D78}" type="presParOf" srcId="{BE14708A-C203-45EE-8831-AAA9F7D53B72}" destId="{C4F3DF05-0A09-43BE-AF03-84F312400B0C}" srcOrd="1" destOrd="0" presId="urn:microsoft.com/office/officeart/2018/5/layout/IconLeafLabelList"/>
    <dgm:cxn modelId="{03909C80-E92F-4DAD-96EC-81121C83D85B}" type="presParOf" srcId="{BE14708A-C203-45EE-8831-AAA9F7D53B72}" destId="{383778E6-7F0C-4940-B854-6E9BB6793BB7}" srcOrd="2" destOrd="0" presId="urn:microsoft.com/office/officeart/2018/5/layout/IconLeafLabelList"/>
    <dgm:cxn modelId="{C8BA8805-0BEC-4FD1-8899-F64289F48B70}" type="presParOf" srcId="{383778E6-7F0C-4940-B854-6E9BB6793BB7}" destId="{90CD0CFA-6E76-4740-93CE-CAAB3C004127}" srcOrd="0" destOrd="0" presId="urn:microsoft.com/office/officeart/2018/5/layout/IconLeafLabelList"/>
    <dgm:cxn modelId="{04526B98-AB79-4C9F-AB38-BF25F9C6DBC2}" type="presParOf" srcId="{383778E6-7F0C-4940-B854-6E9BB6793BB7}" destId="{D378EAF0-63F9-420B-B824-C1E8D4BC1E28}" srcOrd="1" destOrd="0" presId="urn:microsoft.com/office/officeart/2018/5/layout/IconLeafLabelList"/>
    <dgm:cxn modelId="{F4C025F8-FD56-4732-913F-F800735AA0FA}" type="presParOf" srcId="{383778E6-7F0C-4940-B854-6E9BB6793BB7}" destId="{7796B2F8-5024-4B15-B04A-FDD82AC37A60}" srcOrd="2" destOrd="0" presId="urn:microsoft.com/office/officeart/2018/5/layout/IconLeafLabelList"/>
    <dgm:cxn modelId="{3E386D01-3F8C-4BBE-A775-273304513D6A}" type="presParOf" srcId="{383778E6-7F0C-4940-B854-6E9BB6793BB7}" destId="{0B833DDA-D770-4A4E-A662-3279CBDB38EC}" srcOrd="3" destOrd="0" presId="urn:microsoft.com/office/officeart/2018/5/layout/IconLeafLabelList"/>
    <dgm:cxn modelId="{3E943867-CFB0-49DE-BFE6-60883BEC96D1}" type="presParOf" srcId="{BE14708A-C203-45EE-8831-AAA9F7D53B72}" destId="{B4E9933F-21DC-4866-8A5F-22ED98CB6AC1}" srcOrd="3" destOrd="0" presId="urn:microsoft.com/office/officeart/2018/5/layout/IconLeafLabelList"/>
    <dgm:cxn modelId="{6D662642-4656-4322-B53E-3DF884A64D33}" type="presParOf" srcId="{BE14708A-C203-45EE-8831-AAA9F7D53B72}" destId="{375C0678-9A02-4C8A-9D46-E461D22D13C4}" srcOrd="4" destOrd="0" presId="urn:microsoft.com/office/officeart/2018/5/layout/IconLeafLabelList"/>
    <dgm:cxn modelId="{ED1844FF-A4E9-407B-B39E-2E7B0D78B879}" type="presParOf" srcId="{375C0678-9A02-4C8A-9D46-E461D22D13C4}" destId="{4A45AFBD-B621-49E6-B708-65741E00FBBE}" srcOrd="0" destOrd="0" presId="urn:microsoft.com/office/officeart/2018/5/layout/IconLeafLabelList"/>
    <dgm:cxn modelId="{D9E8F1B9-11F0-478C-8B89-B07A187EA2E1}" type="presParOf" srcId="{375C0678-9A02-4C8A-9D46-E461D22D13C4}" destId="{1F8327E4-1ED8-44A0-93B2-DF9FD44043E2}" srcOrd="1" destOrd="0" presId="urn:microsoft.com/office/officeart/2018/5/layout/IconLeafLabelList"/>
    <dgm:cxn modelId="{4A328AAE-8C9A-4FC5-BE11-0CAE0615DF62}" type="presParOf" srcId="{375C0678-9A02-4C8A-9D46-E461D22D13C4}" destId="{07386057-AC4F-40E2-9FB1-37DB08904F6E}" srcOrd="2" destOrd="0" presId="urn:microsoft.com/office/officeart/2018/5/layout/IconLeafLabelList"/>
    <dgm:cxn modelId="{AB07DA71-E699-4E41-BE33-1640BE5B75BF}" type="presParOf" srcId="{375C0678-9A02-4C8A-9D46-E461D22D13C4}" destId="{5ED31A2E-BF32-4265-9FB4-AE27AD663128}" srcOrd="3" destOrd="0" presId="urn:microsoft.com/office/officeart/2018/5/layout/IconLeafLabelList"/>
    <dgm:cxn modelId="{886B82DC-DFE9-43C1-B05A-C35E5B877BA7}" type="presParOf" srcId="{BE14708A-C203-45EE-8831-AAA9F7D53B72}" destId="{0244EBCE-8C99-4EFB-8140-7761E7B70532}" srcOrd="5" destOrd="0" presId="urn:microsoft.com/office/officeart/2018/5/layout/IconLeafLabelList"/>
    <dgm:cxn modelId="{DBFE58CA-D17A-4A9A-B44F-9B89905A194E}" type="presParOf" srcId="{BE14708A-C203-45EE-8831-AAA9F7D53B72}" destId="{3295C0AA-E3D5-41E8-9470-E9480D9F7813}" srcOrd="6" destOrd="0" presId="urn:microsoft.com/office/officeart/2018/5/layout/IconLeafLabelList"/>
    <dgm:cxn modelId="{A6D7E522-3526-4560-8953-3BA44B2E9143}" type="presParOf" srcId="{3295C0AA-E3D5-41E8-9470-E9480D9F7813}" destId="{A08ECF90-387D-4CD6-B031-878AEE105CDC}" srcOrd="0" destOrd="0" presId="urn:microsoft.com/office/officeart/2018/5/layout/IconLeafLabelList"/>
    <dgm:cxn modelId="{ECFF8D3F-72F7-449F-BCAA-DAD28C60A09E}" type="presParOf" srcId="{3295C0AA-E3D5-41E8-9470-E9480D9F7813}" destId="{517FD368-C3CA-4F2F-BFE4-5BB23F7BC9F9}" srcOrd="1" destOrd="0" presId="urn:microsoft.com/office/officeart/2018/5/layout/IconLeafLabelList"/>
    <dgm:cxn modelId="{9BD9CB3C-1326-4E76-8A14-C5E842968761}" type="presParOf" srcId="{3295C0AA-E3D5-41E8-9470-E9480D9F7813}" destId="{570C2BD1-E52E-4D16-B053-E5348B7A699D}" srcOrd="2" destOrd="0" presId="urn:microsoft.com/office/officeart/2018/5/layout/IconLeafLabelList"/>
    <dgm:cxn modelId="{26224BA5-9703-4E37-A0DA-658DD5F1A3A9}" type="presParOf" srcId="{3295C0AA-E3D5-41E8-9470-E9480D9F7813}" destId="{A6175C8A-742D-40F9-A6C1-2409A0C86482}" srcOrd="3" destOrd="0" presId="urn:microsoft.com/office/officeart/2018/5/layout/IconLeafLabelList"/>
    <dgm:cxn modelId="{BB437B82-F910-47B9-8A25-EE921B530CBC}" type="presParOf" srcId="{BE14708A-C203-45EE-8831-AAA9F7D53B72}" destId="{3D2A2CA4-5B45-4E42-A4BE-9129282FB12E}" srcOrd="7" destOrd="0" presId="urn:microsoft.com/office/officeart/2018/5/layout/IconLeafLabelList"/>
    <dgm:cxn modelId="{DF9BD15D-BEA4-4532-B8F6-F2D397FF0327}" type="presParOf" srcId="{BE14708A-C203-45EE-8831-AAA9F7D53B72}" destId="{E63E7FD0-1FA1-4839-A225-7E6C2BE2A9FB}" srcOrd="8" destOrd="0" presId="urn:microsoft.com/office/officeart/2018/5/layout/IconLeafLabelList"/>
    <dgm:cxn modelId="{62DBC8BA-1C0A-4854-BBDD-865A67F171A8}" type="presParOf" srcId="{E63E7FD0-1FA1-4839-A225-7E6C2BE2A9FB}" destId="{005A463A-A241-4AC1-85CB-059A36EA1CE1}" srcOrd="0" destOrd="0" presId="urn:microsoft.com/office/officeart/2018/5/layout/IconLeafLabelList"/>
    <dgm:cxn modelId="{38C9F528-D4AF-49F6-8A3F-D9418616084B}" type="presParOf" srcId="{E63E7FD0-1FA1-4839-A225-7E6C2BE2A9FB}" destId="{3A555042-508F-438B-8081-D1F58153565A}" srcOrd="1" destOrd="0" presId="urn:microsoft.com/office/officeart/2018/5/layout/IconLeafLabelList"/>
    <dgm:cxn modelId="{546B9F2F-15BA-4C5F-ABC0-1431D17B9B1B}" type="presParOf" srcId="{E63E7FD0-1FA1-4839-A225-7E6C2BE2A9FB}" destId="{CE6ACC4F-596A-40F9-B706-5B7691168526}" srcOrd="2" destOrd="0" presId="urn:microsoft.com/office/officeart/2018/5/layout/IconLeafLabelList"/>
    <dgm:cxn modelId="{7C7CF188-5EC5-427E-8A21-E0AA50F2986E}" type="presParOf" srcId="{E63E7FD0-1FA1-4839-A225-7E6C2BE2A9FB}" destId="{47CC98DA-47FD-4006-8A47-38B6DD76042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E70F39-545F-4884-AC02-EFFE13EF9B2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8CF2DCB0-4556-4768-9D3E-0E4B7EE8A36A}">
      <dgm:prSet/>
      <dgm:spPr/>
      <dgm:t>
        <a:bodyPr/>
        <a:lstStyle/>
        <a:p>
          <a:r>
            <a:rPr lang="en-SG"/>
            <a:t>Finding information about goods and services is a common online activity.</a:t>
          </a:r>
          <a:endParaRPr lang="en-US"/>
        </a:p>
      </dgm:t>
    </dgm:pt>
    <dgm:pt modelId="{925ECF61-CC37-464B-A284-C04260FC2839}" type="parTrans" cxnId="{F025F23C-FE44-4E0D-8815-0C1766B23B09}">
      <dgm:prSet/>
      <dgm:spPr/>
      <dgm:t>
        <a:bodyPr/>
        <a:lstStyle/>
        <a:p>
          <a:endParaRPr lang="en-US"/>
        </a:p>
      </dgm:t>
    </dgm:pt>
    <dgm:pt modelId="{0091C5A4-C93C-430E-B4BC-B03B3E7D3C0E}" type="sibTrans" cxnId="{F025F23C-FE44-4E0D-8815-0C1766B23B09}">
      <dgm:prSet/>
      <dgm:spPr/>
      <dgm:t>
        <a:bodyPr/>
        <a:lstStyle/>
        <a:p>
          <a:endParaRPr lang="en-US"/>
        </a:p>
      </dgm:t>
    </dgm:pt>
    <dgm:pt modelId="{E85D87AE-88F9-40DF-91EC-02D077BF566A}">
      <dgm:prSet/>
      <dgm:spPr/>
      <dgm:t>
        <a:bodyPr/>
        <a:lstStyle/>
        <a:p>
          <a:r>
            <a:rPr lang="en-SG"/>
            <a:t>Each organization needs to capture data about online influence in the buying process for their own market</a:t>
          </a:r>
          <a:endParaRPr lang="en-US"/>
        </a:p>
      </dgm:t>
    </dgm:pt>
    <dgm:pt modelId="{D4B43A3C-78BB-4209-95D6-1013171A6158}" type="parTrans" cxnId="{C0A0BEE6-50B5-4622-AECA-22767809114C}">
      <dgm:prSet/>
      <dgm:spPr/>
      <dgm:t>
        <a:bodyPr/>
        <a:lstStyle/>
        <a:p>
          <a:endParaRPr lang="en-US"/>
        </a:p>
      </dgm:t>
    </dgm:pt>
    <dgm:pt modelId="{C3853448-A251-4C3B-86BB-38E823A818B3}" type="sibTrans" cxnId="{C0A0BEE6-50B5-4622-AECA-22767809114C}">
      <dgm:prSet/>
      <dgm:spPr/>
      <dgm:t>
        <a:bodyPr/>
        <a:lstStyle/>
        <a:p>
          <a:endParaRPr lang="en-US"/>
        </a:p>
      </dgm:t>
    </dgm:pt>
    <dgm:pt modelId="{D9B71E91-EDAE-431C-8B9D-9D6891905D74}" type="pres">
      <dgm:prSet presAssocID="{A0E70F39-545F-4884-AC02-EFFE13EF9B2D}" presName="root" presStyleCnt="0">
        <dgm:presLayoutVars>
          <dgm:dir/>
          <dgm:resizeHandles val="exact"/>
        </dgm:presLayoutVars>
      </dgm:prSet>
      <dgm:spPr/>
    </dgm:pt>
    <dgm:pt modelId="{5022E3C9-82DE-492C-B015-2AC154696D25}" type="pres">
      <dgm:prSet presAssocID="{A0E70F39-545F-4884-AC02-EFFE13EF9B2D}" presName="container" presStyleCnt="0">
        <dgm:presLayoutVars>
          <dgm:dir/>
          <dgm:resizeHandles val="exact"/>
        </dgm:presLayoutVars>
      </dgm:prSet>
      <dgm:spPr/>
    </dgm:pt>
    <dgm:pt modelId="{158B572B-B3E0-4673-BAB5-46B36D61F730}" type="pres">
      <dgm:prSet presAssocID="{8CF2DCB0-4556-4768-9D3E-0E4B7EE8A36A}" presName="compNode" presStyleCnt="0"/>
      <dgm:spPr/>
    </dgm:pt>
    <dgm:pt modelId="{65A87F80-612E-4979-AAB2-E75CA986D861}" type="pres">
      <dgm:prSet presAssocID="{8CF2DCB0-4556-4768-9D3E-0E4B7EE8A36A}" presName="iconBgRect" presStyleLbl="bgShp" presStyleIdx="0" presStyleCnt="2"/>
      <dgm:spPr/>
    </dgm:pt>
    <dgm:pt modelId="{EDFD5D8E-3FE4-496F-9187-07EBF153E904}" type="pres">
      <dgm:prSet presAssocID="{8CF2DCB0-4556-4768-9D3E-0E4B7EE8A36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53BC255-A2EE-4F44-9B5C-0A7BB11E9C6D}" type="pres">
      <dgm:prSet presAssocID="{8CF2DCB0-4556-4768-9D3E-0E4B7EE8A36A}" presName="spaceRect" presStyleCnt="0"/>
      <dgm:spPr/>
    </dgm:pt>
    <dgm:pt modelId="{0CBF0760-7E4A-4235-9C6C-83511F9A44AE}" type="pres">
      <dgm:prSet presAssocID="{8CF2DCB0-4556-4768-9D3E-0E4B7EE8A36A}" presName="textRect" presStyleLbl="revTx" presStyleIdx="0" presStyleCnt="2">
        <dgm:presLayoutVars>
          <dgm:chMax val="1"/>
          <dgm:chPref val="1"/>
        </dgm:presLayoutVars>
      </dgm:prSet>
      <dgm:spPr/>
    </dgm:pt>
    <dgm:pt modelId="{D6E40EAA-6203-4653-9AAC-B4A7ACBF7CA8}" type="pres">
      <dgm:prSet presAssocID="{0091C5A4-C93C-430E-B4BC-B03B3E7D3C0E}" presName="sibTrans" presStyleLbl="sibTrans2D1" presStyleIdx="0" presStyleCnt="0"/>
      <dgm:spPr/>
    </dgm:pt>
    <dgm:pt modelId="{CA21D297-BB21-43D4-8EA2-BDC525D9A4EA}" type="pres">
      <dgm:prSet presAssocID="{E85D87AE-88F9-40DF-91EC-02D077BF566A}" presName="compNode" presStyleCnt="0"/>
      <dgm:spPr/>
    </dgm:pt>
    <dgm:pt modelId="{17502C92-243B-4ADF-A034-4B6C7E957928}" type="pres">
      <dgm:prSet presAssocID="{E85D87AE-88F9-40DF-91EC-02D077BF566A}" presName="iconBgRect" presStyleLbl="bgShp" presStyleIdx="1" presStyleCnt="2"/>
      <dgm:spPr/>
    </dgm:pt>
    <dgm:pt modelId="{61361413-66D4-4860-A4BC-30B82871BAD2}" type="pres">
      <dgm:prSet presAssocID="{E85D87AE-88F9-40DF-91EC-02D077BF566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CF22A04-8AD0-4B28-BA76-1572079CE8A0}" type="pres">
      <dgm:prSet presAssocID="{E85D87AE-88F9-40DF-91EC-02D077BF566A}" presName="spaceRect" presStyleCnt="0"/>
      <dgm:spPr/>
    </dgm:pt>
    <dgm:pt modelId="{E8C8F504-3659-4BFD-B7F3-285AB48CDB98}" type="pres">
      <dgm:prSet presAssocID="{E85D87AE-88F9-40DF-91EC-02D077BF566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02A391C-0594-4276-98BE-0F70AFE18A1B}" type="presOf" srcId="{0091C5A4-C93C-430E-B4BC-B03B3E7D3C0E}" destId="{D6E40EAA-6203-4653-9AAC-B4A7ACBF7CA8}" srcOrd="0" destOrd="0" presId="urn:microsoft.com/office/officeart/2018/2/layout/IconCircleList"/>
    <dgm:cxn modelId="{6094962E-A3E2-445F-A66A-919527984FDD}" type="presOf" srcId="{8CF2DCB0-4556-4768-9D3E-0E4B7EE8A36A}" destId="{0CBF0760-7E4A-4235-9C6C-83511F9A44AE}" srcOrd="0" destOrd="0" presId="urn:microsoft.com/office/officeart/2018/2/layout/IconCircleList"/>
    <dgm:cxn modelId="{5753A03C-1566-4C29-BA31-98C543BF657A}" type="presOf" srcId="{A0E70F39-545F-4884-AC02-EFFE13EF9B2D}" destId="{D9B71E91-EDAE-431C-8B9D-9D6891905D74}" srcOrd="0" destOrd="0" presId="urn:microsoft.com/office/officeart/2018/2/layout/IconCircleList"/>
    <dgm:cxn modelId="{F025F23C-FE44-4E0D-8815-0C1766B23B09}" srcId="{A0E70F39-545F-4884-AC02-EFFE13EF9B2D}" destId="{8CF2DCB0-4556-4768-9D3E-0E4B7EE8A36A}" srcOrd="0" destOrd="0" parTransId="{925ECF61-CC37-464B-A284-C04260FC2839}" sibTransId="{0091C5A4-C93C-430E-B4BC-B03B3E7D3C0E}"/>
    <dgm:cxn modelId="{C0A0BEE6-50B5-4622-AECA-22767809114C}" srcId="{A0E70F39-545F-4884-AC02-EFFE13EF9B2D}" destId="{E85D87AE-88F9-40DF-91EC-02D077BF566A}" srcOrd="1" destOrd="0" parTransId="{D4B43A3C-78BB-4209-95D6-1013171A6158}" sibTransId="{C3853448-A251-4C3B-86BB-38E823A818B3}"/>
    <dgm:cxn modelId="{27E756F6-9F2F-4032-9AE2-97C27DABEEFB}" type="presOf" srcId="{E85D87AE-88F9-40DF-91EC-02D077BF566A}" destId="{E8C8F504-3659-4BFD-B7F3-285AB48CDB98}" srcOrd="0" destOrd="0" presId="urn:microsoft.com/office/officeart/2018/2/layout/IconCircleList"/>
    <dgm:cxn modelId="{6F112A36-804F-4A38-BEAE-F2D63B18B095}" type="presParOf" srcId="{D9B71E91-EDAE-431C-8B9D-9D6891905D74}" destId="{5022E3C9-82DE-492C-B015-2AC154696D25}" srcOrd="0" destOrd="0" presId="urn:microsoft.com/office/officeart/2018/2/layout/IconCircleList"/>
    <dgm:cxn modelId="{C909AE98-8B9D-412C-9642-489994B105ED}" type="presParOf" srcId="{5022E3C9-82DE-492C-B015-2AC154696D25}" destId="{158B572B-B3E0-4673-BAB5-46B36D61F730}" srcOrd="0" destOrd="0" presId="urn:microsoft.com/office/officeart/2018/2/layout/IconCircleList"/>
    <dgm:cxn modelId="{C25DF670-C317-42DA-8C8D-24C6CDE72A6D}" type="presParOf" srcId="{158B572B-B3E0-4673-BAB5-46B36D61F730}" destId="{65A87F80-612E-4979-AAB2-E75CA986D861}" srcOrd="0" destOrd="0" presId="urn:microsoft.com/office/officeart/2018/2/layout/IconCircleList"/>
    <dgm:cxn modelId="{1F1DD1F2-4F1B-48E9-BCB0-E146586C2DFB}" type="presParOf" srcId="{158B572B-B3E0-4673-BAB5-46B36D61F730}" destId="{EDFD5D8E-3FE4-496F-9187-07EBF153E904}" srcOrd="1" destOrd="0" presId="urn:microsoft.com/office/officeart/2018/2/layout/IconCircleList"/>
    <dgm:cxn modelId="{1E6D29DC-4ABA-4DFE-946B-E15EF70EA185}" type="presParOf" srcId="{158B572B-B3E0-4673-BAB5-46B36D61F730}" destId="{B53BC255-A2EE-4F44-9B5C-0A7BB11E9C6D}" srcOrd="2" destOrd="0" presId="urn:microsoft.com/office/officeart/2018/2/layout/IconCircleList"/>
    <dgm:cxn modelId="{3464F207-E212-4653-97E5-F890DB9B86D3}" type="presParOf" srcId="{158B572B-B3E0-4673-BAB5-46B36D61F730}" destId="{0CBF0760-7E4A-4235-9C6C-83511F9A44AE}" srcOrd="3" destOrd="0" presId="urn:microsoft.com/office/officeart/2018/2/layout/IconCircleList"/>
    <dgm:cxn modelId="{29219918-9ED0-4F88-BA74-2D87BD2EA083}" type="presParOf" srcId="{5022E3C9-82DE-492C-B015-2AC154696D25}" destId="{D6E40EAA-6203-4653-9AAC-B4A7ACBF7CA8}" srcOrd="1" destOrd="0" presId="urn:microsoft.com/office/officeart/2018/2/layout/IconCircleList"/>
    <dgm:cxn modelId="{BE622868-E5D2-4A54-9DF8-FA3ED536936D}" type="presParOf" srcId="{5022E3C9-82DE-492C-B015-2AC154696D25}" destId="{CA21D297-BB21-43D4-8EA2-BDC525D9A4EA}" srcOrd="2" destOrd="0" presId="urn:microsoft.com/office/officeart/2018/2/layout/IconCircleList"/>
    <dgm:cxn modelId="{922619F8-4B4A-4A9E-B743-A755D7084B4C}" type="presParOf" srcId="{CA21D297-BB21-43D4-8EA2-BDC525D9A4EA}" destId="{17502C92-243B-4ADF-A034-4B6C7E957928}" srcOrd="0" destOrd="0" presId="urn:microsoft.com/office/officeart/2018/2/layout/IconCircleList"/>
    <dgm:cxn modelId="{2DC3AE9E-FF2F-4E6D-8C78-BEA01D0D6678}" type="presParOf" srcId="{CA21D297-BB21-43D4-8EA2-BDC525D9A4EA}" destId="{61361413-66D4-4860-A4BC-30B82871BAD2}" srcOrd="1" destOrd="0" presId="urn:microsoft.com/office/officeart/2018/2/layout/IconCircleList"/>
    <dgm:cxn modelId="{099D3544-9E45-47FF-B089-8E3D7B900D48}" type="presParOf" srcId="{CA21D297-BB21-43D4-8EA2-BDC525D9A4EA}" destId="{FCF22A04-8AD0-4B28-BA76-1572079CE8A0}" srcOrd="2" destOrd="0" presId="urn:microsoft.com/office/officeart/2018/2/layout/IconCircleList"/>
    <dgm:cxn modelId="{741C0FAD-6196-4CBB-AAAD-91D97277EBD2}" type="presParOf" srcId="{CA21D297-BB21-43D4-8EA2-BDC525D9A4EA}" destId="{E8C8F504-3659-4BFD-B7F3-285AB48CDB9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19DE3D-773D-49C3-85F2-E7E21F1E1BE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FC9FF55-8157-48E5-92DF-D547AA5FE28C}">
      <dgm:prSet/>
      <dgm:spPr/>
      <dgm:t>
        <a:bodyPr/>
        <a:lstStyle/>
        <a:p>
          <a:r>
            <a:rPr lang="en-SG"/>
            <a:t>Community</a:t>
          </a:r>
          <a:endParaRPr lang="en-US"/>
        </a:p>
      </dgm:t>
    </dgm:pt>
    <dgm:pt modelId="{506F2EA1-7B29-45CF-8761-B9481EC77F2D}" type="parTrans" cxnId="{2774369B-A19D-4F77-971B-BD509EF0D8BF}">
      <dgm:prSet/>
      <dgm:spPr/>
      <dgm:t>
        <a:bodyPr/>
        <a:lstStyle/>
        <a:p>
          <a:endParaRPr lang="en-US"/>
        </a:p>
      </dgm:t>
    </dgm:pt>
    <dgm:pt modelId="{2C52F9A2-ADF8-47A4-A1A2-E6EB3911DC74}" type="sibTrans" cxnId="{2774369B-A19D-4F77-971B-BD509EF0D8BF}">
      <dgm:prSet/>
      <dgm:spPr/>
      <dgm:t>
        <a:bodyPr/>
        <a:lstStyle/>
        <a:p>
          <a:endParaRPr lang="en-US"/>
        </a:p>
      </dgm:t>
    </dgm:pt>
    <dgm:pt modelId="{4A4FE5D4-71B6-4257-AD83-5E47DD1049B6}">
      <dgm:prSet/>
      <dgm:spPr/>
      <dgm:t>
        <a:bodyPr/>
        <a:lstStyle/>
        <a:p>
          <a:r>
            <a:rPr lang="en-SG"/>
            <a:t>Entertainment</a:t>
          </a:r>
          <a:endParaRPr lang="en-US"/>
        </a:p>
      </dgm:t>
    </dgm:pt>
    <dgm:pt modelId="{BE2672B7-8F92-46C2-A5FF-860143317AB0}" type="parTrans" cxnId="{125598F3-27A9-40F3-8FE1-0F751B5DE1D0}">
      <dgm:prSet/>
      <dgm:spPr/>
      <dgm:t>
        <a:bodyPr/>
        <a:lstStyle/>
        <a:p>
          <a:endParaRPr lang="en-US"/>
        </a:p>
      </dgm:t>
    </dgm:pt>
    <dgm:pt modelId="{D7C0346A-86B4-4541-A3B1-CCDB50649E7A}" type="sibTrans" cxnId="{125598F3-27A9-40F3-8FE1-0F751B5DE1D0}">
      <dgm:prSet/>
      <dgm:spPr/>
      <dgm:t>
        <a:bodyPr/>
        <a:lstStyle/>
        <a:p>
          <a:endParaRPr lang="en-US"/>
        </a:p>
      </dgm:t>
    </dgm:pt>
    <dgm:pt modelId="{48F16378-0524-49C0-9A3B-DF105652BDCC}">
      <dgm:prSet/>
      <dgm:spPr/>
      <dgm:t>
        <a:bodyPr/>
        <a:lstStyle/>
        <a:p>
          <a:r>
            <a:rPr lang="en-SG"/>
            <a:t>Product trial</a:t>
          </a:r>
          <a:endParaRPr lang="en-US"/>
        </a:p>
      </dgm:t>
    </dgm:pt>
    <dgm:pt modelId="{8B921060-55AB-4C55-BCF0-6BD04ED927BC}" type="parTrans" cxnId="{9F30B2D7-12D9-4599-BBBA-651056DE908F}">
      <dgm:prSet/>
      <dgm:spPr/>
      <dgm:t>
        <a:bodyPr/>
        <a:lstStyle/>
        <a:p>
          <a:endParaRPr lang="en-US"/>
        </a:p>
      </dgm:t>
    </dgm:pt>
    <dgm:pt modelId="{740D8116-B3D0-451C-A1CA-3782A4EE076F}" type="sibTrans" cxnId="{9F30B2D7-12D9-4599-BBBA-651056DE908F}">
      <dgm:prSet/>
      <dgm:spPr/>
      <dgm:t>
        <a:bodyPr/>
        <a:lstStyle/>
        <a:p>
          <a:endParaRPr lang="en-US"/>
        </a:p>
      </dgm:t>
    </dgm:pt>
    <dgm:pt modelId="{3CDE857B-9EFB-4D4A-8A6A-E4DBAADF837A}">
      <dgm:prSet/>
      <dgm:spPr/>
      <dgm:t>
        <a:bodyPr/>
        <a:lstStyle/>
        <a:p>
          <a:r>
            <a:rPr lang="en-SG"/>
            <a:t>Information</a:t>
          </a:r>
          <a:endParaRPr lang="en-US"/>
        </a:p>
      </dgm:t>
    </dgm:pt>
    <dgm:pt modelId="{50FA0E4F-A294-44E1-B891-A5019518B463}" type="parTrans" cxnId="{05CA2078-B35A-4D70-9852-F457DBB4B7FD}">
      <dgm:prSet/>
      <dgm:spPr/>
      <dgm:t>
        <a:bodyPr/>
        <a:lstStyle/>
        <a:p>
          <a:endParaRPr lang="en-US"/>
        </a:p>
      </dgm:t>
    </dgm:pt>
    <dgm:pt modelId="{FC53CD83-32F0-407A-B3B5-A5F6633838A9}" type="sibTrans" cxnId="{05CA2078-B35A-4D70-9852-F457DBB4B7FD}">
      <dgm:prSet/>
      <dgm:spPr/>
      <dgm:t>
        <a:bodyPr/>
        <a:lstStyle/>
        <a:p>
          <a:endParaRPr lang="en-US"/>
        </a:p>
      </dgm:t>
    </dgm:pt>
    <dgm:pt modelId="{43C10932-FDC3-45EA-BED3-0707C247426A}">
      <dgm:prSet/>
      <dgm:spPr/>
      <dgm:t>
        <a:bodyPr/>
        <a:lstStyle/>
        <a:p>
          <a:r>
            <a:rPr lang="en-SG"/>
            <a:t>Transaction</a:t>
          </a:r>
          <a:endParaRPr lang="en-US"/>
        </a:p>
      </dgm:t>
    </dgm:pt>
    <dgm:pt modelId="{4BD21453-1DAC-4692-8B8A-A39E40E422A0}" type="parTrans" cxnId="{9D7A06A2-B60F-4634-8185-AFA8305914A8}">
      <dgm:prSet/>
      <dgm:spPr/>
      <dgm:t>
        <a:bodyPr/>
        <a:lstStyle/>
        <a:p>
          <a:endParaRPr lang="en-US"/>
        </a:p>
      </dgm:t>
    </dgm:pt>
    <dgm:pt modelId="{431E2F6A-72F8-4654-A19D-0FF86ED46336}" type="sibTrans" cxnId="{9D7A06A2-B60F-4634-8185-AFA8305914A8}">
      <dgm:prSet/>
      <dgm:spPr/>
      <dgm:t>
        <a:bodyPr/>
        <a:lstStyle/>
        <a:p>
          <a:endParaRPr lang="en-US"/>
        </a:p>
      </dgm:t>
    </dgm:pt>
    <dgm:pt modelId="{5EC133B3-9E77-4858-A34B-095BDACE20E0}">
      <dgm:prSet/>
      <dgm:spPr/>
      <dgm:t>
        <a:bodyPr/>
        <a:lstStyle/>
        <a:p>
          <a:r>
            <a:rPr lang="en-SG"/>
            <a:t>Game </a:t>
          </a:r>
          <a:endParaRPr lang="en-US"/>
        </a:p>
      </dgm:t>
    </dgm:pt>
    <dgm:pt modelId="{208A4964-D44B-4271-8ADD-6FC4B734C5C8}" type="parTrans" cxnId="{8C0C17C7-EF41-485B-B12F-ED2FA810C4A1}">
      <dgm:prSet/>
      <dgm:spPr/>
      <dgm:t>
        <a:bodyPr/>
        <a:lstStyle/>
        <a:p>
          <a:endParaRPr lang="en-US"/>
        </a:p>
      </dgm:t>
    </dgm:pt>
    <dgm:pt modelId="{3478FC60-F383-4F39-8798-0B8FCFD53082}" type="sibTrans" cxnId="{8C0C17C7-EF41-485B-B12F-ED2FA810C4A1}">
      <dgm:prSet/>
      <dgm:spPr/>
      <dgm:t>
        <a:bodyPr/>
        <a:lstStyle/>
        <a:p>
          <a:endParaRPr lang="en-US"/>
        </a:p>
      </dgm:t>
    </dgm:pt>
    <dgm:pt modelId="{6F04EEDA-73BF-4187-BE14-7CD746E6BC81}">
      <dgm:prSet/>
      <dgm:spPr/>
      <dgm:t>
        <a:bodyPr/>
        <a:lstStyle/>
        <a:p>
          <a:r>
            <a:rPr lang="en-SG"/>
            <a:t>Survey</a:t>
          </a:r>
          <a:endParaRPr lang="en-US"/>
        </a:p>
      </dgm:t>
    </dgm:pt>
    <dgm:pt modelId="{8B3B30A0-B32E-4ACF-8A5E-16FC6E1F51ED}" type="parTrans" cxnId="{0C3F274E-083E-4388-A0CF-08A65CEE594C}">
      <dgm:prSet/>
      <dgm:spPr/>
      <dgm:t>
        <a:bodyPr/>
        <a:lstStyle/>
        <a:p>
          <a:endParaRPr lang="en-US"/>
        </a:p>
      </dgm:t>
    </dgm:pt>
    <dgm:pt modelId="{59D8C636-0A64-4DAA-A52F-37C6BA606BDD}" type="sibTrans" cxnId="{0C3F274E-083E-4388-A0CF-08A65CEE594C}">
      <dgm:prSet/>
      <dgm:spPr/>
      <dgm:t>
        <a:bodyPr/>
        <a:lstStyle/>
        <a:p>
          <a:endParaRPr lang="en-US"/>
        </a:p>
      </dgm:t>
    </dgm:pt>
    <dgm:pt modelId="{E207FE82-1964-40DA-9842-17043C3487B4}">
      <dgm:prSet/>
      <dgm:spPr/>
      <dgm:t>
        <a:bodyPr/>
        <a:lstStyle/>
        <a:p>
          <a:r>
            <a:rPr lang="en-SG"/>
            <a:t>Downloads</a:t>
          </a:r>
          <a:endParaRPr lang="en-US"/>
        </a:p>
      </dgm:t>
    </dgm:pt>
    <dgm:pt modelId="{33F69D29-6F55-4091-A96B-359716C8D9E9}" type="parTrans" cxnId="{FED25B4C-3B88-474B-8D49-1CC666002A45}">
      <dgm:prSet/>
      <dgm:spPr/>
      <dgm:t>
        <a:bodyPr/>
        <a:lstStyle/>
        <a:p>
          <a:endParaRPr lang="en-US"/>
        </a:p>
      </dgm:t>
    </dgm:pt>
    <dgm:pt modelId="{96E65981-5A97-4816-91D6-A60288727227}" type="sibTrans" cxnId="{FED25B4C-3B88-474B-8D49-1CC666002A45}">
      <dgm:prSet/>
      <dgm:spPr/>
      <dgm:t>
        <a:bodyPr/>
        <a:lstStyle/>
        <a:p>
          <a:endParaRPr lang="en-US"/>
        </a:p>
      </dgm:t>
    </dgm:pt>
    <dgm:pt modelId="{DABF4096-7B99-452F-9F6F-67B3E40CE719}">
      <dgm:prSet/>
      <dgm:spPr/>
      <dgm:t>
        <a:bodyPr/>
        <a:lstStyle/>
        <a:p>
          <a:r>
            <a:rPr lang="en-SG"/>
            <a:t>Interaction</a:t>
          </a:r>
          <a:endParaRPr lang="en-US"/>
        </a:p>
      </dgm:t>
    </dgm:pt>
    <dgm:pt modelId="{29056D5C-2F51-45BE-841D-5F2DDD56EDA4}" type="parTrans" cxnId="{B8747744-F4CE-493A-8AE1-F2F3B2DD48AF}">
      <dgm:prSet/>
      <dgm:spPr/>
      <dgm:t>
        <a:bodyPr/>
        <a:lstStyle/>
        <a:p>
          <a:endParaRPr lang="en-US"/>
        </a:p>
      </dgm:t>
    </dgm:pt>
    <dgm:pt modelId="{9125F50E-E289-4F17-9B80-5CDFC3C93B7C}" type="sibTrans" cxnId="{B8747744-F4CE-493A-8AE1-F2F3B2DD48AF}">
      <dgm:prSet/>
      <dgm:spPr/>
      <dgm:t>
        <a:bodyPr/>
        <a:lstStyle/>
        <a:p>
          <a:endParaRPr lang="en-US"/>
        </a:p>
      </dgm:t>
    </dgm:pt>
    <dgm:pt modelId="{C82A0B88-DB73-463B-8286-5D2AE34C5653}">
      <dgm:prSet/>
      <dgm:spPr/>
      <dgm:t>
        <a:bodyPr/>
        <a:lstStyle/>
        <a:p>
          <a:r>
            <a:rPr lang="en-SG"/>
            <a:t>Search </a:t>
          </a:r>
          <a:endParaRPr lang="en-US"/>
        </a:p>
      </dgm:t>
    </dgm:pt>
    <dgm:pt modelId="{71DAAE3D-EDB7-4DA0-A3F4-197134545897}" type="parTrans" cxnId="{99EB720B-89C6-4481-8706-0C400670E521}">
      <dgm:prSet/>
      <dgm:spPr/>
      <dgm:t>
        <a:bodyPr/>
        <a:lstStyle/>
        <a:p>
          <a:endParaRPr lang="en-US"/>
        </a:p>
      </dgm:t>
    </dgm:pt>
    <dgm:pt modelId="{CCED4D5E-FB3C-4160-BAE7-9F3480AB6E00}" type="sibTrans" cxnId="{99EB720B-89C6-4481-8706-0C400670E521}">
      <dgm:prSet/>
      <dgm:spPr/>
      <dgm:t>
        <a:bodyPr/>
        <a:lstStyle/>
        <a:p>
          <a:endParaRPr lang="en-US"/>
        </a:p>
      </dgm:t>
    </dgm:pt>
    <dgm:pt modelId="{77862686-2446-4246-BCDE-5D32FA399940}">
      <dgm:prSet/>
      <dgm:spPr/>
      <dgm:t>
        <a:bodyPr/>
        <a:lstStyle/>
        <a:p>
          <a:r>
            <a:rPr lang="en-SG"/>
            <a:t>Exploration</a:t>
          </a:r>
          <a:endParaRPr lang="en-US"/>
        </a:p>
      </dgm:t>
    </dgm:pt>
    <dgm:pt modelId="{BB9699E3-9C79-4D30-8F12-59C0A7C42F66}" type="parTrans" cxnId="{BC252D68-43AF-43E9-94DC-3EE24320B6EE}">
      <dgm:prSet/>
      <dgm:spPr/>
      <dgm:t>
        <a:bodyPr/>
        <a:lstStyle/>
        <a:p>
          <a:endParaRPr lang="en-US"/>
        </a:p>
      </dgm:t>
    </dgm:pt>
    <dgm:pt modelId="{237D0BE2-53A7-43CC-A598-91C28CA09458}" type="sibTrans" cxnId="{BC252D68-43AF-43E9-94DC-3EE24320B6EE}">
      <dgm:prSet/>
      <dgm:spPr/>
      <dgm:t>
        <a:bodyPr/>
        <a:lstStyle/>
        <a:p>
          <a:endParaRPr lang="en-US"/>
        </a:p>
      </dgm:t>
    </dgm:pt>
    <dgm:pt modelId="{293D55AE-4597-4328-9AD4-9624E3F158AF}">
      <dgm:prSet/>
      <dgm:spPr/>
      <dgm:t>
        <a:bodyPr/>
        <a:lstStyle/>
        <a:p>
          <a:r>
            <a:rPr lang="en-SG"/>
            <a:t>News</a:t>
          </a:r>
          <a:endParaRPr lang="en-US"/>
        </a:p>
      </dgm:t>
    </dgm:pt>
    <dgm:pt modelId="{666F23BD-DE22-4F4F-BCF3-A4B184E1F9DC}" type="parTrans" cxnId="{491F5547-47BE-4D0C-95E3-D4947BD28365}">
      <dgm:prSet/>
      <dgm:spPr/>
      <dgm:t>
        <a:bodyPr/>
        <a:lstStyle/>
        <a:p>
          <a:endParaRPr lang="en-US"/>
        </a:p>
      </dgm:t>
    </dgm:pt>
    <dgm:pt modelId="{14F20120-9775-4FD4-8C12-1A5B65656B5D}" type="sibTrans" cxnId="{491F5547-47BE-4D0C-95E3-D4947BD28365}">
      <dgm:prSet/>
      <dgm:spPr/>
      <dgm:t>
        <a:bodyPr/>
        <a:lstStyle/>
        <a:p>
          <a:endParaRPr lang="en-US"/>
        </a:p>
      </dgm:t>
    </dgm:pt>
    <dgm:pt modelId="{C9AE5906-C4E5-4583-9367-A6BEA229B8FD}" type="pres">
      <dgm:prSet presAssocID="{1319DE3D-773D-49C3-85F2-E7E21F1E1BEE}" presName="diagram" presStyleCnt="0">
        <dgm:presLayoutVars>
          <dgm:dir/>
          <dgm:resizeHandles val="exact"/>
        </dgm:presLayoutVars>
      </dgm:prSet>
      <dgm:spPr/>
    </dgm:pt>
    <dgm:pt modelId="{09D40403-D421-46A2-B3AC-41ADCB03C2B8}" type="pres">
      <dgm:prSet presAssocID="{CFC9FF55-8157-48E5-92DF-D547AA5FE28C}" presName="node" presStyleLbl="node1" presStyleIdx="0" presStyleCnt="12">
        <dgm:presLayoutVars>
          <dgm:bulletEnabled val="1"/>
        </dgm:presLayoutVars>
      </dgm:prSet>
      <dgm:spPr/>
    </dgm:pt>
    <dgm:pt modelId="{C4DAB6FA-5AA1-4848-9F77-CF70783E0FDD}" type="pres">
      <dgm:prSet presAssocID="{2C52F9A2-ADF8-47A4-A1A2-E6EB3911DC74}" presName="sibTrans" presStyleCnt="0"/>
      <dgm:spPr/>
    </dgm:pt>
    <dgm:pt modelId="{E187ED54-B722-4507-95B6-6045C40243F2}" type="pres">
      <dgm:prSet presAssocID="{4A4FE5D4-71B6-4257-AD83-5E47DD1049B6}" presName="node" presStyleLbl="node1" presStyleIdx="1" presStyleCnt="12">
        <dgm:presLayoutVars>
          <dgm:bulletEnabled val="1"/>
        </dgm:presLayoutVars>
      </dgm:prSet>
      <dgm:spPr/>
    </dgm:pt>
    <dgm:pt modelId="{A39D5882-EBC4-40E6-9319-FE4AFE774EB9}" type="pres">
      <dgm:prSet presAssocID="{D7C0346A-86B4-4541-A3B1-CCDB50649E7A}" presName="sibTrans" presStyleCnt="0"/>
      <dgm:spPr/>
    </dgm:pt>
    <dgm:pt modelId="{391D02AE-884C-4673-8624-7D37A4FF6475}" type="pres">
      <dgm:prSet presAssocID="{48F16378-0524-49C0-9A3B-DF105652BDCC}" presName="node" presStyleLbl="node1" presStyleIdx="2" presStyleCnt="12">
        <dgm:presLayoutVars>
          <dgm:bulletEnabled val="1"/>
        </dgm:presLayoutVars>
      </dgm:prSet>
      <dgm:spPr/>
    </dgm:pt>
    <dgm:pt modelId="{8853F2E1-FE0A-4158-9653-F58500D1FCBE}" type="pres">
      <dgm:prSet presAssocID="{740D8116-B3D0-451C-A1CA-3782A4EE076F}" presName="sibTrans" presStyleCnt="0"/>
      <dgm:spPr/>
    </dgm:pt>
    <dgm:pt modelId="{BEE4FA72-91BF-416D-A796-4F8C416E2271}" type="pres">
      <dgm:prSet presAssocID="{3CDE857B-9EFB-4D4A-8A6A-E4DBAADF837A}" presName="node" presStyleLbl="node1" presStyleIdx="3" presStyleCnt="12">
        <dgm:presLayoutVars>
          <dgm:bulletEnabled val="1"/>
        </dgm:presLayoutVars>
      </dgm:prSet>
      <dgm:spPr/>
    </dgm:pt>
    <dgm:pt modelId="{831E6F92-367E-435F-BD64-5911A5E96DD1}" type="pres">
      <dgm:prSet presAssocID="{FC53CD83-32F0-407A-B3B5-A5F6633838A9}" presName="sibTrans" presStyleCnt="0"/>
      <dgm:spPr/>
    </dgm:pt>
    <dgm:pt modelId="{468AF0F5-A6F8-41DE-A3D4-801AB60A486A}" type="pres">
      <dgm:prSet presAssocID="{43C10932-FDC3-45EA-BED3-0707C247426A}" presName="node" presStyleLbl="node1" presStyleIdx="4" presStyleCnt="12">
        <dgm:presLayoutVars>
          <dgm:bulletEnabled val="1"/>
        </dgm:presLayoutVars>
      </dgm:prSet>
      <dgm:spPr/>
    </dgm:pt>
    <dgm:pt modelId="{3F5A0DC3-2D71-4994-BF88-32F70E586220}" type="pres">
      <dgm:prSet presAssocID="{431E2F6A-72F8-4654-A19D-0FF86ED46336}" presName="sibTrans" presStyleCnt="0"/>
      <dgm:spPr/>
    </dgm:pt>
    <dgm:pt modelId="{8B50C52A-F755-48E0-808A-3FCE47568069}" type="pres">
      <dgm:prSet presAssocID="{5EC133B3-9E77-4858-A34B-095BDACE20E0}" presName="node" presStyleLbl="node1" presStyleIdx="5" presStyleCnt="12">
        <dgm:presLayoutVars>
          <dgm:bulletEnabled val="1"/>
        </dgm:presLayoutVars>
      </dgm:prSet>
      <dgm:spPr/>
    </dgm:pt>
    <dgm:pt modelId="{B236E0B8-9340-4048-9DBF-DB6058F73983}" type="pres">
      <dgm:prSet presAssocID="{3478FC60-F383-4F39-8798-0B8FCFD53082}" presName="sibTrans" presStyleCnt="0"/>
      <dgm:spPr/>
    </dgm:pt>
    <dgm:pt modelId="{08D51070-6E2E-4FBA-8DB9-C156584ADFD8}" type="pres">
      <dgm:prSet presAssocID="{6F04EEDA-73BF-4187-BE14-7CD746E6BC81}" presName="node" presStyleLbl="node1" presStyleIdx="6" presStyleCnt="12">
        <dgm:presLayoutVars>
          <dgm:bulletEnabled val="1"/>
        </dgm:presLayoutVars>
      </dgm:prSet>
      <dgm:spPr/>
    </dgm:pt>
    <dgm:pt modelId="{7D8AD3DD-A9C7-42B3-BD62-C163828C9E33}" type="pres">
      <dgm:prSet presAssocID="{59D8C636-0A64-4DAA-A52F-37C6BA606BDD}" presName="sibTrans" presStyleCnt="0"/>
      <dgm:spPr/>
    </dgm:pt>
    <dgm:pt modelId="{C8C5A09B-26F7-4460-843F-011507D959B2}" type="pres">
      <dgm:prSet presAssocID="{E207FE82-1964-40DA-9842-17043C3487B4}" presName="node" presStyleLbl="node1" presStyleIdx="7" presStyleCnt="12">
        <dgm:presLayoutVars>
          <dgm:bulletEnabled val="1"/>
        </dgm:presLayoutVars>
      </dgm:prSet>
      <dgm:spPr/>
    </dgm:pt>
    <dgm:pt modelId="{BC9531F7-A49A-4EE4-A7C5-C2BEA858E6CC}" type="pres">
      <dgm:prSet presAssocID="{96E65981-5A97-4816-91D6-A60288727227}" presName="sibTrans" presStyleCnt="0"/>
      <dgm:spPr/>
    </dgm:pt>
    <dgm:pt modelId="{6B47C632-DB47-4DE2-A2F4-CA70379A9D38}" type="pres">
      <dgm:prSet presAssocID="{DABF4096-7B99-452F-9F6F-67B3E40CE719}" presName="node" presStyleLbl="node1" presStyleIdx="8" presStyleCnt="12">
        <dgm:presLayoutVars>
          <dgm:bulletEnabled val="1"/>
        </dgm:presLayoutVars>
      </dgm:prSet>
      <dgm:spPr/>
    </dgm:pt>
    <dgm:pt modelId="{28AF6119-9D84-4659-ABD6-382667165F30}" type="pres">
      <dgm:prSet presAssocID="{9125F50E-E289-4F17-9B80-5CDFC3C93B7C}" presName="sibTrans" presStyleCnt="0"/>
      <dgm:spPr/>
    </dgm:pt>
    <dgm:pt modelId="{DB9CCD9E-6E39-4D95-B430-C897DFF628A9}" type="pres">
      <dgm:prSet presAssocID="{C82A0B88-DB73-463B-8286-5D2AE34C5653}" presName="node" presStyleLbl="node1" presStyleIdx="9" presStyleCnt="12">
        <dgm:presLayoutVars>
          <dgm:bulletEnabled val="1"/>
        </dgm:presLayoutVars>
      </dgm:prSet>
      <dgm:spPr/>
    </dgm:pt>
    <dgm:pt modelId="{82BBA765-94FE-479F-B120-9511233A454B}" type="pres">
      <dgm:prSet presAssocID="{CCED4D5E-FB3C-4160-BAE7-9F3480AB6E00}" presName="sibTrans" presStyleCnt="0"/>
      <dgm:spPr/>
    </dgm:pt>
    <dgm:pt modelId="{9B23D473-216F-486A-979F-0A3A90EFFC68}" type="pres">
      <dgm:prSet presAssocID="{77862686-2446-4246-BCDE-5D32FA399940}" presName="node" presStyleLbl="node1" presStyleIdx="10" presStyleCnt="12">
        <dgm:presLayoutVars>
          <dgm:bulletEnabled val="1"/>
        </dgm:presLayoutVars>
      </dgm:prSet>
      <dgm:spPr/>
    </dgm:pt>
    <dgm:pt modelId="{6D52BEF7-1D23-4EC0-9B7C-D03192196E1F}" type="pres">
      <dgm:prSet presAssocID="{237D0BE2-53A7-43CC-A598-91C28CA09458}" presName="sibTrans" presStyleCnt="0"/>
      <dgm:spPr/>
    </dgm:pt>
    <dgm:pt modelId="{A936EA0A-FFB1-4C10-882F-5230E699A174}" type="pres">
      <dgm:prSet presAssocID="{293D55AE-4597-4328-9AD4-9624E3F158AF}" presName="node" presStyleLbl="node1" presStyleIdx="11" presStyleCnt="12">
        <dgm:presLayoutVars>
          <dgm:bulletEnabled val="1"/>
        </dgm:presLayoutVars>
      </dgm:prSet>
      <dgm:spPr/>
    </dgm:pt>
  </dgm:ptLst>
  <dgm:cxnLst>
    <dgm:cxn modelId="{FB81C507-67D1-4A18-A1C7-EE8B68A01B15}" type="presOf" srcId="{4A4FE5D4-71B6-4257-AD83-5E47DD1049B6}" destId="{E187ED54-B722-4507-95B6-6045C40243F2}" srcOrd="0" destOrd="0" presId="urn:microsoft.com/office/officeart/2005/8/layout/default"/>
    <dgm:cxn modelId="{7C0A3608-F812-4A8B-BD14-0F6F81CCCB41}" type="presOf" srcId="{DABF4096-7B99-452F-9F6F-67B3E40CE719}" destId="{6B47C632-DB47-4DE2-A2F4-CA70379A9D38}" srcOrd="0" destOrd="0" presId="urn:microsoft.com/office/officeart/2005/8/layout/default"/>
    <dgm:cxn modelId="{FE9B430B-B24D-4649-8CDA-82A3ADB1AE0C}" type="presOf" srcId="{43C10932-FDC3-45EA-BED3-0707C247426A}" destId="{468AF0F5-A6F8-41DE-A3D4-801AB60A486A}" srcOrd="0" destOrd="0" presId="urn:microsoft.com/office/officeart/2005/8/layout/default"/>
    <dgm:cxn modelId="{99EB720B-89C6-4481-8706-0C400670E521}" srcId="{1319DE3D-773D-49C3-85F2-E7E21F1E1BEE}" destId="{C82A0B88-DB73-463B-8286-5D2AE34C5653}" srcOrd="9" destOrd="0" parTransId="{71DAAE3D-EDB7-4DA0-A3F4-197134545897}" sibTransId="{CCED4D5E-FB3C-4160-BAE7-9F3480AB6E00}"/>
    <dgm:cxn modelId="{E0419519-FCB8-4953-BD2D-E50C6BA43700}" type="presOf" srcId="{77862686-2446-4246-BCDE-5D32FA399940}" destId="{9B23D473-216F-486A-979F-0A3A90EFFC68}" srcOrd="0" destOrd="0" presId="urn:microsoft.com/office/officeart/2005/8/layout/default"/>
    <dgm:cxn modelId="{88E37F21-BB76-475A-9288-077F1F2CB2FC}" type="presOf" srcId="{CFC9FF55-8157-48E5-92DF-D547AA5FE28C}" destId="{09D40403-D421-46A2-B3AC-41ADCB03C2B8}" srcOrd="0" destOrd="0" presId="urn:microsoft.com/office/officeart/2005/8/layout/default"/>
    <dgm:cxn modelId="{6F704528-E4B8-4F45-B251-F87F96818452}" type="presOf" srcId="{48F16378-0524-49C0-9A3B-DF105652BDCC}" destId="{391D02AE-884C-4673-8624-7D37A4FF6475}" srcOrd="0" destOrd="0" presId="urn:microsoft.com/office/officeart/2005/8/layout/default"/>
    <dgm:cxn modelId="{AD6E045E-E477-48FE-AF83-6B71F3FED6F1}" type="presOf" srcId="{3CDE857B-9EFB-4D4A-8A6A-E4DBAADF837A}" destId="{BEE4FA72-91BF-416D-A796-4F8C416E2271}" srcOrd="0" destOrd="0" presId="urn:microsoft.com/office/officeart/2005/8/layout/default"/>
    <dgm:cxn modelId="{557FB660-521A-4ACE-ACCB-90E2116A58BE}" type="presOf" srcId="{293D55AE-4597-4328-9AD4-9624E3F158AF}" destId="{A936EA0A-FFB1-4C10-882F-5230E699A174}" srcOrd="0" destOrd="0" presId="urn:microsoft.com/office/officeart/2005/8/layout/default"/>
    <dgm:cxn modelId="{B8747744-F4CE-493A-8AE1-F2F3B2DD48AF}" srcId="{1319DE3D-773D-49C3-85F2-E7E21F1E1BEE}" destId="{DABF4096-7B99-452F-9F6F-67B3E40CE719}" srcOrd="8" destOrd="0" parTransId="{29056D5C-2F51-45BE-841D-5F2DDD56EDA4}" sibTransId="{9125F50E-E289-4F17-9B80-5CDFC3C93B7C}"/>
    <dgm:cxn modelId="{491F5547-47BE-4D0C-95E3-D4947BD28365}" srcId="{1319DE3D-773D-49C3-85F2-E7E21F1E1BEE}" destId="{293D55AE-4597-4328-9AD4-9624E3F158AF}" srcOrd="11" destOrd="0" parTransId="{666F23BD-DE22-4F4F-BCF3-A4B184E1F9DC}" sibTransId="{14F20120-9775-4FD4-8C12-1A5B65656B5D}"/>
    <dgm:cxn modelId="{56D5E467-67BD-4436-9032-2873EE4308C9}" type="presOf" srcId="{E207FE82-1964-40DA-9842-17043C3487B4}" destId="{C8C5A09B-26F7-4460-843F-011507D959B2}" srcOrd="0" destOrd="0" presId="urn:microsoft.com/office/officeart/2005/8/layout/default"/>
    <dgm:cxn modelId="{BC252D68-43AF-43E9-94DC-3EE24320B6EE}" srcId="{1319DE3D-773D-49C3-85F2-E7E21F1E1BEE}" destId="{77862686-2446-4246-BCDE-5D32FA399940}" srcOrd="10" destOrd="0" parTransId="{BB9699E3-9C79-4D30-8F12-59C0A7C42F66}" sibTransId="{237D0BE2-53A7-43CC-A598-91C28CA09458}"/>
    <dgm:cxn modelId="{FED25B4C-3B88-474B-8D49-1CC666002A45}" srcId="{1319DE3D-773D-49C3-85F2-E7E21F1E1BEE}" destId="{E207FE82-1964-40DA-9842-17043C3487B4}" srcOrd="7" destOrd="0" parTransId="{33F69D29-6F55-4091-A96B-359716C8D9E9}" sibTransId="{96E65981-5A97-4816-91D6-A60288727227}"/>
    <dgm:cxn modelId="{0C3F274E-083E-4388-A0CF-08A65CEE594C}" srcId="{1319DE3D-773D-49C3-85F2-E7E21F1E1BEE}" destId="{6F04EEDA-73BF-4187-BE14-7CD746E6BC81}" srcOrd="6" destOrd="0" parTransId="{8B3B30A0-B32E-4ACF-8A5E-16FC6E1F51ED}" sibTransId="{59D8C636-0A64-4DAA-A52F-37C6BA606BDD}"/>
    <dgm:cxn modelId="{05CA2078-B35A-4D70-9852-F457DBB4B7FD}" srcId="{1319DE3D-773D-49C3-85F2-E7E21F1E1BEE}" destId="{3CDE857B-9EFB-4D4A-8A6A-E4DBAADF837A}" srcOrd="3" destOrd="0" parTransId="{50FA0E4F-A294-44E1-B891-A5019518B463}" sibTransId="{FC53CD83-32F0-407A-B3B5-A5F6633838A9}"/>
    <dgm:cxn modelId="{88977C97-1215-4D62-8410-07C36D2DA27B}" type="presOf" srcId="{C82A0B88-DB73-463B-8286-5D2AE34C5653}" destId="{DB9CCD9E-6E39-4D95-B430-C897DFF628A9}" srcOrd="0" destOrd="0" presId="urn:microsoft.com/office/officeart/2005/8/layout/default"/>
    <dgm:cxn modelId="{2774369B-A19D-4F77-971B-BD509EF0D8BF}" srcId="{1319DE3D-773D-49C3-85F2-E7E21F1E1BEE}" destId="{CFC9FF55-8157-48E5-92DF-D547AA5FE28C}" srcOrd="0" destOrd="0" parTransId="{506F2EA1-7B29-45CF-8761-B9481EC77F2D}" sibTransId="{2C52F9A2-ADF8-47A4-A1A2-E6EB3911DC74}"/>
    <dgm:cxn modelId="{9D7A06A2-B60F-4634-8185-AFA8305914A8}" srcId="{1319DE3D-773D-49C3-85F2-E7E21F1E1BEE}" destId="{43C10932-FDC3-45EA-BED3-0707C247426A}" srcOrd="4" destOrd="0" parTransId="{4BD21453-1DAC-4692-8B8A-A39E40E422A0}" sibTransId="{431E2F6A-72F8-4654-A19D-0FF86ED46336}"/>
    <dgm:cxn modelId="{269E35A6-71B7-4AE0-BC91-135C6A5D0572}" type="presOf" srcId="{1319DE3D-773D-49C3-85F2-E7E21F1E1BEE}" destId="{C9AE5906-C4E5-4583-9367-A6BEA229B8FD}" srcOrd="0" destOrd="0" presId="urn:microsoft.com/office/officeart/2005/8/layout/default"/>
    <dgm:cxn modelId="{236FF0B6-C376-4B99-96A0-DC3B0737F18E}" type="presOf" srcId="{6F04EEDA-73BF-4187-BE14-7CD746E6BC81}" destId="{08D51070-6E2E-4FBA-8DB9-C156584ADFD8}" srcOrd="0" destOrd="0" presId="urn:microsoft.com/office/officeart/2005/8/layout/default"/>
    <dgm:cxn modelId="{57252CC4-D028-459E-ABF8-E2A823337E7F}" type="presOf" srcId="{5EC133B3-9E77-4858-A34B-095BDACE20E0}" destId="{8B50C52A-F755-48E0-808A-3FCE47568069}" srcOrd="0" destOrd="0" presId="urn:microsoft.com/office/officeart/2005/8/layout/default"/>
    <dgm:cxn modelId="{8C0C17C7-EF41-485B-B12F-ED2FA810C4A1}" srcId="{1319DE3D-773D-49C3-85F2-E7E21F1E1BEE}" destId="{5EC133B3-9E77-4858-A34B-095BDACE20E0}" srcOrd="5" destOrd="0" parTransId="{208A4964-D44B-4271-8ADD-6FC4B734C5C8}" sibTransId="{3478FC60-F383-4F39-8798-0B8FCFD53082}"/>
    <dgm:cxn modelId="{9F30B2D7-12D9-4599-BBBA-651056DE908F}" srcId="{1319DE3D-773D-49C3-85F2-E7E21F1E1BEE}" destId="{48F16378-0524-49C0-9A3B-DF105652BDCC}" srcOrd="2" destOrd="0" parTransId="{8B921060-55AB-4C55-BCF0-6BD04ED927BC}" sibTransId="{740D8116-B3D0-451C-A1CA-3782A4EE076F}"/>
    <dgm:cxn modelId="{125598F3-27A9-40F3-8FE1-0F751B5DE1D0}" srcId="{1319DE3D-773D-49C3-85F2-E7E21F1E1BEE}" destId="{4A4FE5D4-71B6-4257-AD83-5E47DD1049B6}" srcOrd="1" destOrd="0" parTransId="{BE2672B7-8F92-46C2-A5FF-860143317AB0}" sibTransId="{D7C0346A-86B4-4541-A3B1-CCDB50649E7A}"/>
    <dgm:cxn modelId="{5F613FA2-A54B-4EC2-8D47-DE790D2CB2E7}" type="presParOf" srcId="{C9AE5906-C4E5-4583-9367-A6BEA229B8FD}" destId="{09D40403-D421-46A2-B3AC-41ADCB03C2B8}" srcOrd="0" destOrd="0" presId="urn:microsoft.com/office/officeart/2005/8/layout/default"/>
    <dgm:cxn modelId="{29466CCE-464B-470C-9475-7A3098B0AE27}" type="presParOf" srcId="{C9AE5906-C4E5-4583-9367-A6BEA229B8FD}" destId="{C4DAB6FA-5AA1-4848-9F77-CF70783E0FDD}" srcOrd="1" destOrd="0" presId="urn:microsoft.com/office/officeart/2005/8/layout/default"/>
    <dgm:cxn modelId="{5190AAD5-401D-4D4B-95B0-F75E11AB5A00}" type="presParOf" srcId="{C9AE5906-C4E5-4583-9367-A6BEA229B8FD}" destId="{E187ED54-B722-4507-95B6-6045C40243F2}" srcOrd="2" destOrd="0" presId="urn:microsoft.com/office/officeart/2005/8/layout/default"/>
    <dgm:cxn modelId="{2CCB700D-A8BC-4831-98A9-504A1F5F4488}" type="presParOf" srcId="{C9AE5906-C4E5-4583-9367-A6BEA229B8FD}" destId="{A39D5882-EBC4-40E6-9319-FE4AFE774EB9}" srcOrd="3" destOrd="0" presId="urn:microsoft.com/office/officeart/2005/8/layout/default"/>
    <dgm:cxn modelId="{F5EF401B-844E-4897-88D8-C88E45B9E171}" type="presParOf" srcId="{C9AE5906-C4E5-4583-9367-A6BEA229B8FD}" destId="{391D02AE-884C-4673-8624-7D37A4FF6475}" srcOrd="4" destOrd="0" presId="urn:microsoft.com/office/officeart/2005/8/layout/default"/>
    <dgm:cxn modelId="{550E1114-3057-4472-A098-AA9DF9CE89E8}" type="presParOf" srcId="{C9AE5906-C4E5-4583-9367-A6BEA229B8FD}" destId="{8853F2E1-FE0A-4158-9653-F58500D1FCBE}" srcOrd="5" destOrd="0" presId="urn:microsoft.com/office/officeart/2005/8/layout/default"/>
    <dgm:cxn modelId="{D32589DC-D1AA-4DCC-B039-785543151F3E}" type="presParOf" srcId="{C9AE5906-C4E5-4583-9367-A6BEA229B8FD}" destId="{BEE4FA72-91BF-416D-A796-4F8C416E2271}" srcOrd="6" destOrd="0" presId="urn:microsoft.com/office/officeart/2005/8/layout/default"/>
    <dgm:cxn modelId="{647D2B43-FCB2-4CE3-B1E7-23B4F1F797A3}" type="presParOf" srcId="{C9AE5906-C4E5-4583-9367-A6BEA229B8FD}" destId="{831E6F92-367E-435F-BD64-5911A5E96DD1}" srcOrd="7" destOrd="0" presId="urn:microsoft.com/office/officeart/2005/8/layout/default"/>
    <dgm:cxn modelId="{B0CFB9C8-6600-42E6-A768-B84820C85A47}" type="presParOf" srcId="{C9AE5906-C4E5-4583-9367-A6BEA229B8FD}" destId="{468AF0F5-A6F8-41DE-A3D4-801AB60A486A}" srcOrd="8" destOrd="0" presId="urn:microsoft.com/office/officeart/2005/8/layout/default"/>
    <dgm:cxn modelId="{5BECA7DA-3E5F-41AA-BF6F-2AC4F4927B64}" type="presParOf" srcId="{C9AE5906-C4E5-4583-9367-A6BEA229B8FD}" destId="{3F5A0DC3-2D71-4994-BF88-32F70E586220}" srcOrd="9" destOrd="0" presId="urn:microsoft.com/office/officeart/2005/8/layout/default"/>
    <dgm:cxn modelId="{7DB9A269-DF4C-4929-9717-BB74EB36BC57}" type="presParOf" srcId="{C9AE5906-C4E5-4583-9367-A6BEA229B8FD}" destId="{8B50C52A-F755-48E0-808A-3FCE47568069}" srcOrd="10" destOrd="0" presId="urn:microsoft.com/office/officeart/2005/8/layout/default"/>
    <dgm:cxn modelId="{D3C3B006-C873-4850-8D36-66369495F2AB}" type="presParOf" srcId="{C9AE5906-C4E5-4583-9367-A6BEA229B8FD}" destId="{B236E0B8-9340-4048-9DBF-DB6058F73983}" srcOrd="11" destOrd="0" presId="urn:microsoft.com/office/officeart/2005/8/layout/default"/>
    <dgm:cxn modelId="{27FBD186-0505-47CA-A63A-806BAEA3E8F9}" type="presParOf" srcId="{C9AE5906-C4E5-4583-9367-A6BEA229B8FD}" destId="{08D51070-6E2E-4FBA-8DB9-C156584ADFD8}" srcOrd="12" destOrd="0" presId="urn:microsoft.com/office/officeart/2005/8/layout/default"/>
    <dgm:cxn modelId="{58F99B75-2F8A-4D93-9A96-E0D264D5A055}" type="presParOf" srcId="{C9AE5906-C4E5-4583-9367-A6BEA229B8FD}" destId="{7D8AD3DD-A9C7-42B3-BD62-C163828C9E33}" srcOrd="13" destOrd="0" presId="urn:microsoft.com/office/officeart/2005/8/layout/default"/>
    <dgm:cxn modelId="{623CE1E3-1713-4A1F-96FA-5F5E412F2ED2}" type="presParOf" srcId="{C9AE5906-C4E5-4583-9367-A6BEA229B8FD}" destId="{C8C5A09B-26F7-4460-843F-011507D959B2}" srcOrd="14" destOrd="0" presId="urn:microsoft.com/office/officeart/2005/8/layout/default"/>
    <dgm:cxn modelId="{BBD08878-5DDF-4C56-8712-62529C5BCE85}" type="presParOf" srcId="{C9AE5906-C4E5-4583-9367-A6BEA229B8FD}" destId="{BC9531F7-A49A-4EE4-A7C5-C2BEA858E6CC}" srcOrd="15" destOrd="0" presId="urn:microsoft.com/office/officeart/2005/8/layout/default"/>
    <dgm:cxn modelId="{55BA4667-60D3-460C-B898-980CD1A18F48}" type="presParOf" srcId="{C9AE5906-C4E5-4583-9367-A6BEA229B8FD}" destId="{6B47C632-DB47-4DE2-A2F4-CA70379A9D38}" srcOrd="16" destOrd="0" presId="urn:microsoft.com/office/officeart/2005/8/layout/default"/>
    <dgm:cxn modelId="{4AB9C068-3F05-4630-8E78-9FD43E586977}" type="presParOf" srcId="{C9AE5906-C4E5-4583-9367-A6BEA229B8FD}" destId="{28AF6119-9D84-4659-ABD6-382667165F30}" srcOrd="17" destOrd="0" presId="urn:microsoft.com/office/officeart/2005/8/layout/default"/>
    <dgm:cxn modelId="{D1D6AF1D-64F5-4C73-B5F2-A962C04CC01B}" type="presParOf" srcId="{C9AE5906-C4E5-4583-9367-A6BEA229B8FD}" destId="{DB9CCD9E-6E39-4D95-B430-C897DFF628A9}" srcOrd="18" destOrd="0" presId="urn:microsoft.com/office/officeart/2005/8/layout/default"/>
    <dgm:cxn modelId="{BD1033CB-5F68-49B3-9ED1-9CFB31C5747D}" type="presParOf" srcId="{C9AE5906-C4E5-4583-9367-A6BEA229B8FD}" destId="{82BBA765-94FE-479F-B120-9511233A454B}" srcOrd="19" destOrd="0" presId="urn:microsoft.com/office/officeart/2005/8/layout/default"/>
    <dgm:cxn modelId="{4F76EC62-E89A-4335-B989-497B2FFCBF93}" type="presParOf" srcId="{C9AE5906-C4E5-4583-9367-A6BEA229B8FD}" destId="{9B23D473-216F-486A-979F-0A3A90EFFC68}" srcOrd="20" destOrd="0" presId="urn:microsoft.com/office/officeart/2005/8/layout/default"/>
    <dgm:cxn modelId="{59884133-05AC-4ECB-B7AA-27A3EACE7BFB}" type="presParOf" srcId="{C9AE5906-C4E5-4583-9367-A6BEA229B8FD}" destId="{6D52BEF7-1D23-4EC0-9B7C-D03192196E1F}" srcOrd="21" destOrd="0" presId="urn:microsoft.com/office/officeart/2005/8/layout/default"/>
    <dgm:cxn modelId="{C1C55C19-6C2F-403F-B6D2-A9F12A6D0D1F}" type="presParOf" srcId="{C9AE5906-C4E5-4583-9367-A6BEA229B8FD}" destId="{A936EA0A-FFB1-4C10-882F-5230E699A174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2BDFD7-4FA9-4A82-BBFB-5D44281F4C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A7FE272-CAEC-4C76-BDD8-540300C3FD65}">
      <dgm:prSet/>
      <dgm:spPr/>
      <dgm:t>
        <a:bodyPr/>
        <a:lstStyle/>
        <a:p>
          <a:r>
            <a:rPr lang="en-SG"/>
            <a:t>Contact information</a:t>
          </a:r>
          <a:endParaRPr lang="en-US"/>
        </a:p>
      </dgm:t>
    </dgm:pt>
    <dgm:pt modelId="{86D35128-0841-4200-BBBE-C3AD43212F20}" type="parTrans" cxnId="{8011203A-F2F6-4F93-B52A-568C116759F3}">
      <dgm:prSet/>
      <dgm:spPr/>
      <dgm:t>
        <a:bodyPr/>
        <a:lstStyle/>
        <a:p>
          <a:endParaRPr lang="en-US"/>
        </a:p>
      </dgm:t>
    </dgm:pt>
    <dgm:pt modelId="{351299EE-6AC1-455A-93D7-4813AEE143CF}" type="sibTrans" cxnId="{8011203A-F2F6-4F93-B52A-568C116759F3}">
      <dgm:prSet/>
      <dgm:spPr/>
      <dgm:t>
        <a:bodyPr/>
        <a:lstStyle/>
        <a:p>
          <a:endParaRPr lang="en-US"/>
        </a:p>
      </dgm:t>
    </dgm:pt>
    <dgm:pt modelId="{27B1D66D-8B88-4B1F-AF79-5CEA245B327A}">
      <dgm:prSet/>
      <dgm:spPr/>
      <dgm:t>
        <a:bodyPr/>
        <a:lstStyle/>
        <a:p>
          <a:r>
            <a:rPr lang="en-SG"/>
            <a:t>Profile information</a:t>
          </a:r>
          <a:endParaRPr lang="en-US"/>
        </a:p>
      </dgm:t>
    </dgm:pt>
    <dgm:pt modelId="{9675BAEC-24E4-4088-B2C7-3C6D5F6FB60C}" type="parTrans" cxnId="{B452B105-F703-4A2B-91D0-24B08C560BC0}">
      <dgm:prSet/>
      <dgm:spPr/>
      <dgm:t>
        <a:bodyPr/>
        <a:lstStyle/>
        <a:p>
          <a:endParaRPr lang="en-US"/>
        </a:p>
      </dgm:t>
    </dgm:pt>
    <dgm:pt modelId="{AAEF2A44-F1E3-43C1-89A7-3AF22CA0CF28}" type="sibTrans" cxnId="{B452B105-F703-4A2B-91D0-24B08C560BC0}">
      <dgm:prSet/>
      <dgm:spPr/>
      <dgm:t>
        <a:bodyPr/>
        <a:lstStyle/>
        <a:p>
          <a:endParaRPr lang="en-US"/>
        </a:p>
      </dgm:t>
    </dgm:pt>
    <dgm:pt modelId="{13B5FB5C-428A-42B0-B1C0-63CDC15DED58}">
      <dgm:prSet/>
      <dgm:spPr/>
      <dgm:t>
        <a:bodyPr/>
        <a:lstStyle/>
        <a:p>
          <a:r>
            <a:rPr lang="en-SG"/>
            <a:t>Platform usage information</a:t>
          </a:r>
          <a:endParaRPr lang="en-US"/>
        </a:p>
      </dgm:t>
    </dgm:pt>
    <dgm:pt modelId="{1F563CD7-0287-4630-ACCE-CFA3C6F0AC4E}" type="parTrans" cxnId="{73EBF670-A1F3-4DB9-B750-18521CB24301}">
      <dgm:prSet/>
      <dgm:spPr/>
      <dgm:t>
        <a:bodyPr/>
        <a:lstStyle/>
        <a:p>
          <a:endParaRPr lang="en-US"/>
        </a:p>
      </dgm:t>
    </dgm:pt>
    <dgm:pt modelId="{7CA31DF4-5CC0-47D0-8BFE-8EFF032794A2}" type="sibTrans" cxnId="{73EBF670-A1F3-4DB9-B750-18521CB24301}">
      <dgm:prSet/>
      <dgm:spPr/>
      <dgm:t>
        <a:bodyPr/>
        <a:lstStyle/>
        <a:p>
          <a:endParaRPr lang="en-US"/>
        </a:p>
      </dgm:t>
    </dgm:pt>
    <dgm:pt modelId="{1E2A592B-E44E-41CB-948B-FE07667AA90E}">
      <dgm:prSet/>
      <dgm:spPr/>
      <dgm:t>
        <a:bodyPr/>
        <a:lstStyle/>
        <a:p>
          <a:r>
            <a:rPr lang="en-SG"/>
            <a:t>Behavioural information (on a single site)</a:t>
          </a:r>
          <a:endParaRPr lang="en-US"/>
        </a:p>
      </dgm:t>
    </dgm:pt>
    <dgm:pt modelId="{918663A0-660C-4995-A66B-5EB2580EB9B4}" type="parTrans" cxnId="{CA7262C5-3029-42D4-8A0A-2E672B09A717}">
      <dgm:prSet/>
      <dgm:spPr/>
      <dgm:t>
        <a:bodyPr/>
        <a:lstStyle/>
        <a:p>
          <a:endParaRPr lang="en-US"/>
        </a:p>
      </dgm:t>
    </dgm:pt>
    <dgm:pt modelId="{1C0AF181-4F87-46B1-A188-28A60F526218}" type="sibTrans" cxnId="{CA7262C5-3029-42D4-8A0A-2E672B09A717}">
      <dgm:prSet/>
      <dgm:spPr/>
      <dgm:t>
        <a:bodyPr/>
        <a:lstStyle/>
        <a:p>
          <a:endParaRPr lang="en-US"/>
        </a:p>
      </dgm:t>
    </dgm:pt>
    <dgm:pt modelId="{F170B94D-900C-4C78-82A9-9DBA9720F903}">
      <dgm:prSet/>
      <dgm:spPr/>
      <dgm:t>
        <a:bodyPr/>
        <a:lstStyle/>
        <a:p>
          <a:r>
            <a:rPr lang="en-SG"/>
            <a:t>Behavioural information (across multiple sites)</a:t>
          </a:r>
          <a:endParaRPr lang="en-US"/>
        </a:p>
      </dgm:t>
    </dgm:pt>
    <dgm:pt modelId="{B1ADA681-49D2-40ED-B58B-3BE24A56AFBA}" type="parTrans" cxnId="{6A07C188-F06B-4E29-A3A0-C0426E577432}">
      <dgm:prSet/>
      <dgm:spPr/>
      <dgm:t>
        <a:bodyPr/>
        <a:lstStyle/>
        <a:p>
          <a:endParaRPr lang="en-US"/>
        </a:p>
      </dgm:t>
    </dgm:pt>
    <dgm:pt modelId="{A67BCDC7-A03B-416B-AD5B-02B12AD1EDA7}" type="sibTrans" cxnId="{6A07C188-F06B-4E29-A3A0-C0426E577432}">
      <dgm:prSet/>
      <dgm:spPr/>
      <dgm:t>
        <a:bodyPr/>
        <a:lstStyle/>
        <a:p>
          <a:endParaRPr lang="en-US"/>
        </a:p>
      </dgm:t>
    </dgm:pt>
    <dgm:pt modelId="{DBD34E8B-B9E3-4041-B69C-47A36F018936}" type="pres">
      <dgm:prSet presAssocID="{3A2BDFD7-4FA9-4A82-BBFB-5D44281F4CCD}" presName="root" presStyleCnt="0">
        <dgm:presLayoutVars>
          <dgm:dir/>
          <dgm:resizeHandles val="exact"/>
        </dgm:presLayoutVars>
      </dgm:prSet>
      <dgm:spPr/>
    </dgm:pt>
    <dgm:pt modelId="{4B3D2FEC-8186-49EE-8455-D08BE5F8E245}" type="pres">
      <dgm:prSet presAssocID="{2A7FE272-CAEC-4C76-BDD8-540300C3FD65}" presName="compNode" presStyleCnt="0"/>
      <dgm:spPr/>
    </dgm:pt>
    <dgm:pt modelId="{C1F847EA-58F4-458D-81A2-7575014437FB}" type="pres">
      <dgm:prSet presAssocID="{2A7FE272-CAEC-4C76-BDD8-540300C3FD65}" presName="bgRect" presStyleLbl="bgShp" presStyleIdx="0" presStyleCnt="5"/>
      <dgm:spPr/>
    </dgm:pt>
    <dgm:pt modelId="{57D0396D-0678-44C3-A172-FFA6D676C418}" type="pres">
      <dgm:prSet presAssocID="{2A7FE272-CAEC-4C76-BDD8-540300C3FD6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87B8AEF1-850E-4F35-8045-9C686C74C64E}" type="pres">
      <dgm:prSet presAssocID="{2A7FE272-CAEC-4C76-BDD8-540300C3FD65}" presName="spaceRect" presStyleCnt="0"/>
      <dgm:spPr/>
    </dgm:pt>
    <dgm:pt modelId="{DD2EDFF3-8B67-4580-828F-1A3FBE5F484F}" type="pres">
      <dgm:prSet presAssocID="{2A7FE272-CAEC-4C76-BDD8-540300C3FD65}" presName="parTx" presStyleLbl="revTx" presStyleIdx="0" presStyleCnt="5">
        <dgm:presLayoutVars>
          <dgm:chMax val="0"/>
          <dgm:chPref val="0"/>
        </dgm:presLayoutVars>
      </dgm:prSet>
      <dgm:spPr/>
    </dgm:pt>
    <dgm:pt modelId="{56E95826-34A4-4FD9-860E-E96E94B23F7B}" type="pres">
      <dgm:prSet presAssocID="{351299EE-6AC1-455A-93D7-4813AEE143CF}" presName="sibTrans" presStyleCnt="0"/>
      <dgm:spPr/>
    </dgm:pt>
    <dgm:pt modelId="{2E88FA7A-E628-4D2F-8C84-B0D3018D45B6}" type="pres">
      <dgm:prSet presAssocID="{27B1D66D-8B88-4B1F-AF79-5CEA245B327A}" presName="compNode" presStyleCnt="0"/>
      <dgm:spPr/>
    </dgm:pt>
    <dgm:pt modelId="{B0CC2799-777D-4E4E-A027-245804DBE1DD}" type="pres">
      <dgm:prSet presAssocID="{27B1D66D-8B88-4B1F-AF79-5CEA245B327A}" presName="bgRect" presStyleLbl="bgShp" presStyleIdx="1" presStyleCnt="5"/>
      <dgm:spPr/>
    </dgm:pt>
    <dgm:pt modelId="{48CC27E8-5C93-4FA8-8D00-D6F076A48BA7}" type="pres">
      <dgm:prSet presAssocID="{27B1D66D-8B88-4B1F-AF79-5CEA245B327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6E98B81-B9FA-4674-B129-A6141C257321}" type="pres">
      <dgm:prSet presAssocID="{27B1D66D-8B88-4B1F-AF79-5CEA245B327A}" presName="spaceRect" presStyleCnt="0"/>
      <dgm:spPr/>
    </dgm:pt>
    <dgm:pt modelId="{272A3CEB-0FDF-4436-8383-582A2CC6120C}" type="pres">
      <dgm:prSet presAssocID="{27B1D66D-8B88-4B1F-AF79-5CEA245B327A}" presName="parTx" presStyleLbl="revTx" presStyleIdx="1" presStyleCnt="5">
        <dgm:presLayoutVars>
          <dgm:chMax val="0"/>
          <dgm:chPref val="0"/>
        </dgm:presLayoutVars>
      </dgm:prSet>
      <dgm:spPr/>
    </dgm:pt>
    <dgm:pt modelId="{55A71694-5844-425D-83CA-2691B1D47D2C}" type="pres">
      <dgm:prSet presAssocID="{AAEF2A44-F1E3-43C1-89A7-3AF22CA0CF28}" presName="sibTrans" presStyleCnt="0"/>
      <dgm:spPr/>
    </dgm:pt>
    <dgm:pt modelId="{B411FE45-DE93-4B92-9C78-0B15CBF7798D}" type="pres">
      <dgm:prSet presAssocID="{13B5FB5C-428A-42B0-B1C0-63CDC15DED58}" presName="compNode" presStyleCnt="0"/>
      <dgm:spPr/>
    </dgm:pt>
    <dgm:pt modelId="{A34BCC65-E186-4510-B380-A9B38AF43ADC}" type="pres">
      <dgm:prSet presAssocID="{13B5FB5C-428A-42B0-B1C0-63CDC15DED58}" presName="bgRect" presStyleLbl="bgShp" presStyleIdx="2" presStyleCnt="5"/>
      <dgm:spPr/>
    </dgm:pt>
    <dgm:pt modelId="{FD28EE27-39F1-4C03-A6B2-673095970253}" type="pres">
      <dgm:prSet presAssocID="{13B5FB5C-428A-42B0-B1C0-63CDC15DED5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25CDA7DB-0D4F-4DA4-B96D-4F53F4E078DD}" type="pres">
      <dgm:prSet presAssocID="{13B5FB5C-428A-42B0-B1C0-63CDC15DED58}" presName="spaceRect" presStyleCnt="0"/>
      <dgm:spPr/>
    </dgm:pt>
    <dgm:pt modelId="{929EA243-6B10-46F9-8671-395965300DDE}" type="pres">
      <dgm:prSet presAssocID="{13B5FB5C-428A-42B0-B1C0-63CDC15DED58}" presName="parTx" presStyleLbl="revTx" presStyleIdx="2" presStyleCnt="5">
        <dgm:presLayoutVars>
          <dgm:chMax val="0"/>
          <dgm:chPref val="0"/>
        </dgm:presLayoutVars>
      </dgm:prSet>
      <dgm:spPr/>
    </dgm:pt>
    <dgm:pt modelId="{8383A9C6-7200-4F50-9DA8-A154A6D3F1ED}" type="pres">
      <dgm:prSet presAssocID="{7CA31DF4-5CC0-47D0-8BFE-8EFF032794A2}" presName="sibTrans" presStyleCnt="0"/>
      <dgm:spPr/>
    </dgm:pt>
    <dgm:pt modelId="{D407A515-64D2-4947-8572-61EA441AB892}" type="pres">
      <dgm:prSet presAssocID="{1E2A592B-E44E-41CB-948B-FE07667AA90E}" presName="compNode" presStyleCnt="0"/>
      <dgm:spPr/>
    </dgm:pt>
    <dgm:pt modelId="{F8331EFE-6707-4418-8203-637C49C3C13F}" type="pres">
      <dgm:prSet presAssocID="{1E2A592B-E44E-41CB-948B-FE07667AA90E}" presName="bgRect" presStyleLbl="bgShp" presStyleIdx="3" presStyleCnt="5"/>
      <dgm:spPr/>
    </dgm:pt>
    <dgm:pt modelId="{5620E50F-3B2F-4DEF-B0A7-EC8CA19BD919}" type="pres">
      <dgm:prSet presAssocID="{1E2A592B-E44E-41CB-948B-FE07667AA90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95A58263-C23C-41A0-B340-A1C0560D3E3E}" type="pres">
      <dgm:prSet presAssocID="{1E2A592B-E44E-41CB-948B-FE07667AA90E}" presName="spaceRect" presStyleCnt="0"/>
      <dgm:spPr/>
    </dgm:pt>
    <dgm:pt modelId="{DEB78699-2C49-49E4-86DF-14498227CBE0}" type="pres">
      <dgm:prSet presAssocID="{1E2A592B-E44E-41CB-948B-FE07667AA90E}" presName="parTx" presStyleLbl="revTx" presStyleIdx="3" presStyleCnt="5">
        <dgm:presLayoutVars>
          <dgm:chMax val="0"/>
          <dgm:chPref val="0"/>
        </dgm:presLayoutVars>
      </dgm:prSet>
      <dgm:spPr/>
    </dgm:pt>
    <dgm:pt modelId="{AD833AC4-8253-4515-8A76-E69086575D29}" type="pres">
      <dgm:prSet presAssocID="{1C0AF181-4F87-46B1-A188-28A60F526218}" presName="sibTrans" presStyleCnt="0"/>
      <dgm:spPr/>
    </dgm:pt>
    <dgm:pt modelId="{DC1DC7A7-8A4B-44E3-ABAB-F8CF2907510A}" type="pres">
      <dgm:prSet presAssocID="{F170B94D-900C-4C78-82A9-9DBA9720F903}" presName="compNode" presStyleCnt="0"/>
      <dgm:spPr/>
    </dgm:pt>
    <dgm:pt modelId="{22D7E1FF-A81C-40AB-AED4-CA30C94497C7}" type="pres">
      <dgm:prSet presAssocID="{F170B94D-900C-4C78-82A9-9DBA9720F903}" presName="bgRect" presStyleLbl="bgShp" presStyleIdx="4" presStyleCnt="5"/>
      <dgm:spPr/>
    </dgm:pt>
    <dgm:pt modelId="{A0B63F35-2155-4414-AE5E-373FA35A7811}" type="pres">
      <dgm:prSet presAssocID="{F170B94D-900C-4C78-82A9-9DBA9720F90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luencer"/>
        </a:ext>
      </dgm:extLst>
    </dgm:pt>
    <dgm:pt modelId="{4CCB6224-4DE2-42E1-9AF0-F9E3AACE4752}" type="pres">
      <dgm:prSet presAssocID="{F170B94D-900C-4C78-82A9-9DBA9720F903}" presName="spaceRect" presStyleCnt="0"/>
      <dgm:spPr/>
    </dgm:pt>
    <dgm:pt modelId="{19FE017D-0A5A-43EB-8B92-52D5E8BEF4C2}" type="pres">
      <dgm:prSet presAssocID="{F170B94D-900C-4C78-82A9-9DBA9720F90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452B105-F703-4A2B-91D0-24B08C560BC0}" srcId="{3A2BDFD7-4FA9-4A82-BBFB-5D44281F4CCD}" destId="{27B1D66D-8B88-4B1F-AF79-5CEA245B327A}" srcOrd="1" destOrd="0" parTransId="{9675BAEC-24E4-4088-B2C7-3C6D5F6FB60C}" sibTransId="{AAEF2A44-F1E3-43C1-89A7-3AF22CA0CF28}"/>
    <dgm:cxn modelId="{3D27A80E-9A5E-48CF-8695-77744A09C3A5}" type="presOf" srcId="{1E2A592B-E44E-41CB-948B-FE07667AA90E}" destId="{DEB78699-2C49-49E4-86DF-14498227CBE0}" srcOrd="0" destOrd="0" presId="urn:microsoft.com/office/officeart/2018/2/layout/IconVerticalSolidList"/>
    <dgm:cxn modelId="{EBABFF16-4650-4BEE-8AFF-67FA9441822F}" type="presOf" srcId="{3A2BDFD7-4FA9-4A82-BBFB-5D44281F4CCD}" destId="{DBD34E8B-B9E3-4041-B69C-47A36F018936}" srcOrd="0" destOrd="0" presId="urn:microsoft.com/office/officeart/2018/2/layout/IconVerticalSolidList"/>
    <dgm:cxn modelId="{8011203A-F2F6-4F93-B52A-568C116759F3}" srcId="{3A2BDFD7-4FA9-4A82-BBFB-5D44281F4CCD}" destId="{2A7FE272-CAEC-4C76-BDD8-540300C3FD65}" srcOrd="0" destOrd="0" parTransId="{86D35128-0841-4200-BBBE-C3AD43212F20}" sibTransId="{351299EE-6AC1-455A-93D7-4813AEE143CF}"/>
    <dgm:cxn modelId="{6DBC0442-5A3B-4824-8E38-C81156F73E6A}" type="presOf" srcId="{27B1D66D-8B88-4B1F-AF79-5CEA245B327A}" destId="{272A3CEB-0FDF-4436-8383-582A2CC6120C}" srcOrd="0" destOrd="0" presId="urn:microsoft.com/office/officeart/2018/2/layout/IconVerticalSolidList"/>
    <dgm:cxn modelId="{059CC369-AEAE-4513-BABF-E448F3D37F5D}" type="presOf" srcId="{2A7FE272-CAEC-4C76-BDD8-540300C3FD65}" destId="{DD2EDFF3-8B67-4580-828F-1A3FBE5F484F}" srcOrd="0" destOrd="0" presId="urn:microsoft.com/office/officeart/2018/2/layout/IconVerticalSolidList"/>
    <dgm:cxn modelId="{73EBF670-A1F3-4DB9-B750-18521CB24301}" srcId="{3A2BDFD7-4FA9-4A82-BBFB-5D44281F4CCD}" destId="{13B5FB5C-428A-42B0-B1C0-63CDC15DED58}" srcOrd="2" destOrd="0" parTransId="{1F563CD7-0287-4630-ACCE-CFA3C6F0AC4E}" sibTransId="{7CA31DF4-5CC0-47D0-8BFE-8EFF032794A2}"/>
    <dgm:cxn modelId="{6A07C188-F06B-4E29-A3A0-C0426E577432}" srcId="{3A2BDFD7-4FA9-4A82-BBFB-5D44281F4CCD}" destId="{F170B94D-900C-4C78-82A9-9DBA9720F903}" srcOrd="4" destOrd="0" parTransId="{B1ADA681-49D2-40ED-B58B-3BE24A56AFBA}" sibTransId="{A67BCDC7-A03B-416B-AD5B-02B12AD1EDA7}"/>
    <dgm:cxn modelId="{0131DB9D-5B1E-4850-948B-6AF04B8741A5}" type="presOf" srcId="{F170B94D-900C-4C78-82A9-9DBA9720F903}" destId="{19FE017D-0A5A-43EB-8B92-52D5E8BEF4C2}" srcOrd="0" destOrd="0" presId="urn:microsoft.com/office/officeart/2018/2/layout/IconVerticalSolidList"/>
    <dgm:cxn modelId="{CA7262C5-3029-42D4-8A0A-2E672B09A717}" srcId="{3A2BDFD7-4FA9-4A82-BBFB-5D44281F4CCD}" destId="{1E2A592B-E44E-41CB-948B-FE07667AA90E}" srcOrd="3" destOrd="0" parTransId="{918663A0-660C-4995-A66B-5EB2580EB9B4}" sibTransId="{1C0AF181-4F87-46B1-A188-28A60F526218}"/>
    <dgm:cxn modelId="{0BD550DA-1B55-4DAC-931E-1DA414C239E9}" type="presOf" srcId="{13B5FB5C-428A-42B0-B1C0-63CDC15DED58}" destId="{929EA243-6B10-46F9-8671-395965300DDE}" srcOrd="0" destOrd="0" presId="urn:microsoft.com/office/officeart/2018/2/layout/IconVerticalSolidList"/>
    <dgm:cxn modelId="{32DD5440-FA2B-48F2-9770-7D5E2151596D}" type="presParOf" srcId="{DBD34E8B-B9E3-4041-B69C-47A36F018936}" destId="{4B3D2FEC-8186-49EE-8455-D08BE5F8E245}" srcOrd="0" destOrd="0" presId="urn:microsoft.com/office/officeart/2018/2/layout/IconVerticalSolidList"/>
    <dgm:cxn modelId="{84919CE9-B663-4BB2-B952-6E15BB6183D9}" type="presParOf" srcId="{4B3D2FEC-8186-49EE-8455-D08BE5F8E245}" destId="{C1F847EA-58F4-458D-81A2-7575014437FB}" srcOrd="0" destOrd="0" presId="urn:microsoft.com/office/officeart/2018/2/layout/IconVerticalSolidList"/>
    <dgm:cxn modelId="{A2B64F73-14A3-4B6A-8E82-54D41E6F1E27}" type="presParOf" srcId="{4B3D2FEC-8186-49EE-8455-D08BE5F8E245}" destId="{57D0396D-0678-44C3-A172-FFA6D676C418}" srcOrd="1" destOrd="0" presId="urn:microsoft.com/office/officeart/2018/2/layout/IconVerticalSolidList"/>
    <dgm:cxn modelId="{18E37C41-F3C7-4DB5-BF43-12502A8A78EF}" type="presParOf" srcId="{4B3D2FEC-8186-49EE-8455-D08BE5F8E245}" destId="{87B8AEF1-850E-4F35-8045-9C686C74C64E}" srcOrd="2" destOrd="0" presId="urn:microsoft.com/office/officeart/2018/2/layout/IconVerticalSolidList"/>
    <dgm:cxn modelId="{2D2C6ECD-1A34-44AD-8D33-1CA920AE0B23}" type="presParOf" srcId="{4B3D2FEC-8186-49EE-8455-D08BE5F8E245}" destId="{DD2EDFF3-8B67-4580-828F-1A3FBE5F484F}" srcOrd="3" destOrd="0" presId="urn:microsoft.com/office/officeart/2018/2/layout/IconVerticalSolidList"/>
    <dgm:cxn modelId="{52132B85-E326-4610-B666-0525771C708E}" type="presParOf" srcId="{DBD34E8B-B9E3-4041-B69C-47A36F018936}" destId="{56E95826-34A4-4FD9-860E-E96E94B23F7B}" srcOrd="1" destOrd="0" presId="urn:microsoft.com/office/officeart/2018/2/layout/IconVerticalSolidList"/>
    <dgm:cxn modelId="{8C7A38CF-8A7F-433C-B119-1692A9D30795}" type="presParOf" srcId="{DBD34E8B-B9E3-4041-B69C-47A36F018936}" destId="{2E88FA7A-E628-4D2F-8C84-B0D3018D45B6}" srcOrd="2" destOrd="0" presId="urn:microsoft.com/office/officeart/2018/2/layout/IconVerticalSolidList"/>
    <dgm:cxn modelId="{6C400CA9-4037-410D-8037-BD48A4527C03}" type="presParOf" srcId="{2E88FA7A-E628-4D2F-8C84-B0D3018D45B6}" destId="{B0CC2799-777D-4E4E-A027-245804DBE1DD}" srcOrd="0" destOrd="0" presId="urn:microsoft.com/office/officeart/2018/2/layout/IconVerticalSolidList"/>
    <dgm:cxn modelId="{93B9F99A-4A19-438D-B933-36A900448BDE}" type="presParOf" srcId="{2E88FA7A-E628-4D2F-8C84-B0D3018D45B6}" destId="{48CC27E8-5C93-4FA8-8D00-D6F076A48BA7}" srcOrd="1" destOrd="0" presId="urn:microsoft.com/office/officeart/2018/2/layout/IconVerticalSolidList"/>
    <dgm:cxn modelId="{9056B3E5-9AE0-48C0-A68A-BA72801D460A}" type="presParOf" srcId="{2E88FA7A-E628-4D2F-8C84-B0D3018D45B6}" destId="{A6E98B81-B9FA-4674-B129-A6141C257321}" srcOrd="2" destOrd="0" presId="urn:microsoft.com/office/officeart/2018/2/layout/IconVerticalSolidList"/>
    <dgm:cxn modelId="{3414A380-288C-476A-88BA-390CB040693B}" type="presParOf" srcId="{2E88FA7A-E628-4D2F-8C84-B0D3018D45B6}" destId="{272A3CEB-0FDF-4436-8383-582A2CC6120C}" srcOrd="3" destOrd="0" presId="urn:microsoft.com/office/officeart/2018/2/layout/IconVerticalSolidList"/>
    <dgm:cxn modelId="{4220AE06-5D33-4BE8-967C-D481CBD79903}" type="presParOf" srcId="{DBD34E8B-B9E3-4041-B69C-47A36F018936}" destId="{55A71694-5844-425D-83CA-2691B1D47D2C}" srcOrd="3" destOrd="0" presId="urn:microsoft.com/office/officeart/2018/2/layout/IconVerticalSolidList"/>
    <dgm:cxn modelId="{CE67682A-9D50-4627-8E82-9DBEF855D1BC}" type="presParOf" srcId="{DBD34E8B-B9E3-4041-B69C-47A36F018936}" destId="{B411FE45-DE93-4B92-9C78-0B15CBF7798D}" srcOrd="4" destOrd="0" presId="urn:microsoft.com/office/officeart/2018/2/layout/IconVerticalSolidList"/>
    <dgm:cxn modelId="{2C8A4859-4158-4E1D-8231-AE13CE9C30E9}" type="presParOf" srcId="{B411FE45-DE93-4B92-9C78-0B15CBF7798D}" destId="{A34BCC65-E186-4510-B380-A9B38AF43ADC}" srcOrd="0" destOrd="0" presId="urn:microsoft.com/office/officeart/2018/2/layout/IconVerticalSolidList"/>
    <dgm:cxn modelId="{8EA21D97-17F3-4A98-BC3F-2C194C1148D0}" type="presParOf" srcId="{B411FE45-DE93-4B92-9C78-0B15CBF7798D}" destId="{FD28EE27-39F1-4C03-A6B2-673095970253}" srcOrd="1" destOrd="0" presId="urn:microsoft.com/office/officeart/2018/2/layout/IconVerticalSolidList"/>
    <dgm:cxn modelId="{2ED2FFE9-9D45-41A4-A8F9-653B0D4AEBD6}" type="presParOf" srcId="{B411FE45-DE93-4B92-9C78-0B15CBF7798D}" destId="{25CDA7DB-0D4F-4DA4-B96D-4F53F4E078DD}" srcOrd="2" destOrd="0" presId="urn:microsoft.com/office/officeart/2018/2/layout/IconVerticalSolidList"/>
    <dgm:cxn modelId="{91A411B8-97DB-4D42-80FB-71ED6F78664D}" type="presParOf" srcId="{B411FE45-DE93-4B92-9C78-0B15CBF7798D}" destId="{929EA243-6B10-46F9-8671-395965300DDE}" srcOrd="3" destOrd="0" presId="urn:microsoft.com/office/officeart/2018/2/layout/IconVerticalSolidList"/>
    <dgm:cxn modelId="{175359E2-9757-4354-9FA5-ADD0F4C57618}" type="presParOf" srcId="{DBD34E8B-B9E3-4041-B69C-47A36F018936}" destId="{8383A9C6-7200-4F50-9DA8-A154A6D3F1ED}" srcOrd="5" destOrd="0" presId="urn:microsoft.com/office/officeart/2018/2/layout/IconVerticalSolidList"/>
    <dgm:cxn modelId="{F871854C-2205-4F6F-BFA0-CE0AD8FD35BD}" type="presParOf" srcId="{DBD34E8B-B9E3-4041-B69C-47A36F018936}" destId="{D407A515-64D2-4947-8572-61EA441AB892}" srcOrd="6" destOrd="0" presId="urn:microsoft.com/office/officeart/2018/2/layout/IconVerticalSolidList"/>
    <dgm:cxn modelId="{989CF9A9-065A-458B-99EA-648A62DD19B1}" type="presParOf" srcId="{D407A515-64D2-4947-8572-61EA441AB892}" destId="{F8331EFE-6707-4418-8203-637C49C3C13F}" srcOrd="0" destOrd="0" presId="urn:microsoft.com/office/officeart/2018/2/layout/IconVerticalSolidList"/>
    <dgm:cxn modelId="{A32481B5-BC18-4C95-9E9D-14D57D2B8CA2}" type="presParOf" srcId="{D407A515-64D2-4947-8572-61EA441AB892}" destId="{5620E50F-3B2F-4DEF-B0A7-EC8CA19BD919}" srcOrd="1" destOrd="0" presId="urn:microsoft.com/office/officeart/2018/2/layout/IconVerticalSolidList"/>
    <dgm:cxn modelId="{592B8A96-B3B7-4A31-84AC-E483F5584618}" type="presParOf" srcId="{D407A515-64D2-4947-8572-61EA441AB892}" destId="{95A58263-C23C-41A0-B340-A1C0560D3E3E}" srcOrd="2" destOrd="0" presId="urn:microsoft.com/office/officeart/2018/2/layout/IconVerticalSolidList"/>
    <dgm:cxn modelId="{D3901FF1-3647-4680-8251-06BAD2C984D7}" type="presParOf" srcId="{D407A515-64D2-4947-8572-61EA441AB892}" destId="{DEB78699-2C49-49E4-86DF-14498227CBE0}" srcOrd="3" destOrd="0" presId="urn:microsoft.com/office/officeart/2018/2/layout/IconVerticalSolidList"/>
    <dgm:cxn modelId="{26910782-CE23-4A91-B39D-160DACDFBC1F}" type="presParOf" srcId="{DBD34E8B-B9E3-4041-B69C-47A36F018936}" destId="{AD833AC4-8253-4515-8A76-E69086575D29}" srcOrd="7" destOrd="0" presId="urn:microsoft.com/office/officeart/2018/2/layout/IconVerticalSolidList"/>
    <dgm:cxn modelId="{B4310655-FCC2-4223-9BF6-4922093EC9F4}" type="presParOf" srcId="{DBD34E8B-B9E3-4041-B69C-47A36F018936}" destId="{DC1DC7A7-8A4B-44E3-ABAB-F8CF2907510A}" srcOrd="8" destOrd="0" presId="urn:microsoft.com/office/officeart/2018/2/layout/IconVerticalSolidList"/>
    <dgm:cxn modelId="{73705A9C-989D-4B65-B64D-0CE6C6BA507D}" type="presParOf" srcId="{DC1DC7A7-8A4B-44E3-ABAB-F8CF2907510A}" destId="{22D7E1FF-A81C-40AB-AED4-CA30C94497C7}" srcOrd="0" destOrd="0" presId="urn:microsoft.com/office/officeart/2018/2/layout/IconVerticalSolidList"/>
    <dgm:cxn modelId="{CA96DB8B-FD0D-48D7-818D-407B11B97B42}" type="presParOf" srcId="{DC1DC7A7-8A4B-44E3-ABAB-F8CF2907510A}" destId="{A0B63F35-2155-4414-AE5E-373FA35A7811}" srcOrd="1" destOrd="0" presId="urn:microsoft.com/office/officeart/2018/2/layout/IconVerticalSolidList"/>
    <dgm:cxn modelId="{C23555AB-44DA-41DA-9DAA-2F60CB539AD4}" type="presParOf" srcId="{DC1DC7A7-8A4B-44E3-ABAB-F8CF2907510A}" destId="{4CCB6224-4DE2-42E1-9AF0-F9E3AACE4752}" srcOrd="2" destOrd="0" presId="urn:microsoft.com/office/officeart/2018/2/layout/IconVerticalSolidList"/>
    <dgm:cxn modelId="{1EBEE462-F9F0-4DA1-BA50-3F3F53174D28}" type="presParOf" srcId="{DC1DC7A7-8A4B-44E3-ABAB-F8CF2907510A}" destId="{19FE017D-0A5A-43EB-8B92-52D5E8BEF4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8E854D7-04EB-4614-8BC9-FBC3159EEDB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484D433-8DB1-48D7-AB8A-659C8E1F037D}">
      <dgm:prSet/>
      <dgm:spPr/>
      <dgm:t>
        <a:bodyPr/>
        <a:lstStyle/>
        <a:p>
          <a:r>
            <a:rPr lang="en-SG"/>
            <a:t>Fairly and lawfully processed</a:t>
          </a:r>
          <a:endParaRPr lang="en-US"/>
        </a:p>
      </dgm:t>
    </dgm:pt>
    <dgm:pt modelId="{CFB7FDF2-879D-48D1-B7FB-92338C74FE7F}" type="parTrans" cxnId="{0FDE5EF6-5365-471D-8BEC-00E38048CB1F}">
      <dgm:prSet/>
      <dgm:spPr/>
      <dgm:t>
        <a:bodyPr/>
        <a:lstStyle/>
        <a:p>
          <a:endParaRPr lang="en-US"/>
        </a:p>
      </dgm:t>
    </dgm:pt>
    <dgm:pt modelId="{A64591B1-0991-45D3-B371-49B3E53FB160}" type="sibTrans" cxnId="{0FDE5EF6-5365-471D-8BEC-00E38048CB1F}">
      <dgm:prSet/>
      <dgm:spPr/>
      <dgm:t>
        <a:bodyPr/>
        <a:lstStyle/>
        <a:p>
          <a:endParaRPr lang="en-US"/>
        </a:p>
      </dgm:t>
    </dgm:pt>
    <dgm:pt modelId="{945385E8-152C-4535-84F1-598964F4ED6E}">
      <dgm:prSet/>
      <dgm:spPr/>
      <dgm:t>
        <a:bodyPr/>
        <a:lstStyle/>
        <a:p>
          <a:r>
            <a:rPr lang="en-SG"/>
            <a:t>Process for limited purposes</a:t>
          </a:r>
          <a:endParaRPr lang="en-US"/>
        </a:p>
      </dgm:t>
    </dgm:pt>
    <dgm:pt modelId="{0DB00755-8CE1-4B91-8E48-F163F5D509D2}" type="parTrans" cxnId="{4C7B9420-35ED-4535-8D1C-1C2BF2276095}">
      <dgm:prSet/>
      <dgm:spPr/>
      <dgm:t>
        <a:bodyPr/>
        <a:lstStyle/>
        <a:p>
          <a:endParaRPr lang="en-US"/>
        </a:p>
      </dgm:t>
    </dgm:pt>
    <dgm:pt modelId="{2E922BF5-6E37-4DAC-9627-B2A8A4421616}" type="sibTrans" cxnId="{4C7B9420-35ED-4535-8D1C-1C2BF2276095}">
      <dgm:prSet/>
      <dgm:spPr/>
      <dgm:t>
        <a:bodyPr/>
        <a:lstStyle/>
        <a:p>
          <a:endParaRPr lang="en-US"/>
        </a:p>
      </dgm:t>
    </dgm:pt>
    <dgm:pt modelId="{12E8FB38-5868-4086-9196-23DBBB041026}">
      <dgm:prSet/>
      <dgm:spPr/>
      <dgm:t>
        <a:bodyPr/>
        <a:lstStyle/>
        <a:p>
          <a:r>
            <a:rPr lang="en-SG"/>
            <a:t>Adequate, relevant and not excessive</a:t>
          </a:r>
          <a:endParaRPr lang="en-US"/>
        </a:p>
      </dgm:t>
    </dgm:pt>
    <dgm:pt modelId="{036284E9-EE48-4258-A6B4-6CEBAA7F7F23}" type="parTrans" cxnId="{07E2433D-A280-4707-8301-239EAA74D647}">
      <dgm:prSet/>
      <dgm:spPr/>
      <dgm:t>
        <a:bodyPr/>
        <a:lstStyle/>
        <a:p>
          <a:endParaRPr lang="en-US"/>
        </a:p>
      </dgm:t>
    </dgm:pt>
    <dgm:pt modelId="{D5B5786B-2EC3-41C0-AAC3-F52EACA1D9DE}" type="sibTrans" cxnId="{07E2433D-A280-4707-8301-239EAA74D647}">
      <dgm:prSet/>
      <dgm:spPr/>
      <dgm:t>
        <a:bodyPr/>
        <a:lstStyle/>
        <a:p>
          <a:endParaRPr lang="en-US"/>
        </a:p>
      </dgm:t>
    </dgm:pt>
    <dgm:pt modelId="{A78E4BFA-524B-4252-96C9-40E186A43979}">
      <dgm:prSet/>
      <dgm:spPr/>
      <dgm:t>
        <a:bodyPr/>
        <a:lstStyle/>
        <a:p>
          <a:r>
            <a:rPr lang="en-SG"/>
            <a:t>Accurate</a:t>
          </a:r>
          <a:endParaRPr lang="en-US"/>
        </a:p>
      </dgm:t>
    </dgm:pt>
    <dgm:pt modelId="{F1A1C9C1-A87F-4241-84BB-514B4086C1D6}" type="parTrans" cxnId="{FFF5BBED-8619-4F5A-8AE9-E9C59C292788}">
      <dgm:prSet/>
      <dgm:spPr/>
      <dgm:t>
        <a:bodyPr/>
        <a:lstStyle/>
        <a:p>
          <a:endParaRPr lang="en-US"/>
        </a:p>
      </dgm:t>
    </dgm:pt>
    <dgm:pt modelId="{705799FE-3157-49B5-B7C6-26911ED1308F}" type="sibTrans" cxnId="{FFF5BBED-8619-4F5A-8AE9-E9C59C292788}">
      <dgm:prSet/>
      <dgm:spPr/>
      <dgm:t>
        <a:bodyPr/>
        <a:lstStyle/>
        <a:p>
          <a:endParaRPr lang="en-US"/>
        </a:p>
      </dgm:t>
    </dgm:pt>
    <dgm:pt modelId="{C8B7AB10-AE64-41B9-85E2-95B1F8B88AC1}">
      <dgm:prSet/>
      <dgm:spPr/>
      <dgm:t>
        <a:bodyPr/>
        <a:lstStyle/>
        <a:p>
          <a:r>
            <a:rPr lang="en-SG"/>
            <a:t>Not kept longer than necessary</a:t>
          </a:r>
          <a:endParaRPr lang="en-US"/>
        </a:p>
      </dgm:t>
    </dgm:pt>
    <dgm:pt modelId="{C658ED99-F472-4869-8CD4-513C0A8AA6DD}" type="parTrans" cxnId="{169047D3-98D5-4948-91E1-49265ABA2FD7}">
      <dgm:prSet/>
      <dgm:spPr/>
      <dgm:t>
        <a:bodyPr/>
        <a:lstStyle/>
        <a:p>
          <a:endParaRPr lang="en-US"/>
        </a:p>
      </dgm:t>
    </dgm:pt>
    <dgm:pt modelId="{351F3A13-75A0-4CEA-A913-ABA67C8A5DE6}" type="sibTrans" cxnId="{169047D3-98D5-4948-91E1-49265ABA2FD7}">
      <dgm:prSet/>
      <dgm:spPr/>
      <dgm:t>
        <a:bodyPr/>
        <a:lstStyle/>
        <a:p>
          <a:endParaRPr lang="en-US"/>
        </a:p>
      </dgm:t>
    </dgm:pt>
    <dgm:pt modelId="{2DF501E0-796B-479B-96B2-46A2E94EBFDF}">
      <dgm:prSet/>
      <dgm:spPr/>
      <dgm:t>
        <a:bodyPr/>
        <a:lstStyle/>
        <a:p>
          <a:r>
            <a:rPr lang="en-SG"/>
            <a:t>Processed in accordance with the subject’s rights </a:t>
          </a:r>
          <a:endParaRPr lang="en-US"/>
        </a:p>
      </dgm:t>
    </dgm:pt>
    <dgm:pt modelId="{A3A3BEDD-C1E3-410E-A115-52C09682FA52}" type="parTrans" cxnId="{9790E879-6812-4996-B2D5-F7893F92A853}">
      <dgm:prSet/>
      <dgm:spPr/>
      <dgm:t>
        <a:bodyPr/>
        <a:lstStyle/>
        <a:p>
          <a:endParaRPr lang="en-US"/>
        </a:p>
      </dgm:t>
    </dgm:pt>
    <dgm:pt modelId="{D04A7F45-025B-429A-A9A9-C26EE3E570F8}" type="sibTrans" cxnId="{9790E879-6812-4996-B2D5-F7893F92A853}">
      <dgm:prSet/>
      <dgm:spPr/>
      <dgm:t>
        <a:bodyPr/>
        <a:lstStyle/>
        <a:p>
          <a:endParaRPr lang="en-US"/>
        </a:p>
      </dgm:t>
    </dgm:pt>
    <dgm:pt modelId="{698CA0ED-D36C-4D88-8DE4-FA1426AE9555}">
      <dgm:prSet/>
      <dgm:spPr/>
      <dgm:t>
        <a:bodyPr/>
        <a:lstStyle/>
        <a:p>
          <a:r>
            <a:rPr lang="en-SG"/>
            <a:t>Secure</a:t>
          </a:r>
          <a:endParaRPr lang="en-US"/>
        </a:p>
      </dgm:t>
    </dgm:pt>
    <dgm:pt modelId="{3C565920-9696-4DEE-BA5D-E01F507D9BA7}" type="parTrans" cxnId="{95D20141-CD8C-4002-925E-3A3D31021672}">
      <dgm:prSet/>
      <dgm:spPr/>
      <dgm:t>
        <a:bodyPr/>
        <a:lstStyle/>
        <a:p>
          <a:endParaRPr lang="en-US"/>
        </a:p>
      </dgm:t>
    </dgm:pt>
    <dgm:pt modelId="{3E27C2E8-A34E-4C44-A914-86547ED83B2C}" type="sibTrans" cxnId="{95D20141-CD8C-4002-925E-3A3D31021672}">
      <dgm:prSet/>
      <dgm:spPr/>
      <dgm:t>
        <a:bodyPr/>
        <a:lstStyle/>
        <a:p>
          <a:endParaRPr lang="en-US"/>
        </a:p>
      </dgm:t>
    </dgm:pt>
    <dgm:pt modelId="{0C418B5D-7B8C-4C4B-9D2B-1179B70B8A8F}">
      <dgm:prSet/>
      <dgm:spPr/>
      <dgm:t>
        <a:bodyPr/>
        <a:lstStyle/>
        <a:p>
          <a:r>
            <a:rPr lang="en-SG"/>
            <a:t>Not transferred to countries without adequate protection</a:t>
          </a:r>
          <a:endParaRPr lang="en-US"/>
        </a:p>
      </dgm:t>
    </dgm:pt>
    <dgm:pt modelId="{3C868B65-F43C-463A-8102-E5A26D4475BF}" type="parTrans" cxnId="{BC850A48-296F-4B0C-86C5-B2B3BC9C21EF}">
      <dgm:prSet/>
      <dgm:spPr/>
      <dgm:t>
        <a:bodyPr/>
        <a:lstStyle/>
        <a:p>
          <a:endParaRPr lang="en-US"/>
        </a:p>
      </dgm:t>
    </dgm:pt>
    <dgm:pt modelId="{94255076-B3C8-4382-BE01-BC9F806E8202}" type="sibTrans" cxnId="{BC850A48-296F-4B0C-86C5-B2B3BC9C21EF}">
      <dgm:prSet/>
      <dgm:spPr/>
      <dgm:t>
        <a:bodyPr/>
        <a:lstStyle/>
        <a:p>
          <a:endParaRPr lang="en-US"/>
        </a:p>
      </dgm:t>
    </dgm:pt>
    <dgm:pt modelId="{E4ADA8F3-BCDF-421B-BFDB-7FC08588A1A8}" type="pres">
      <dgm:prSet presAssocID="{E8E854D7-04EB-4614-8BC9-FBC3159EEDBA}" presName="diagram" presStyleCnt="0">
        <dgm:presLayoutVars>
          <dgm:dir/>
          <dgm:resizeHandles val="exact"/>
        </dgm:presLayoutVars>
      </dgm:prSet>
      <dgm:spPr/>
    </dgm:pt>
    <dgm:pt modelId="{E5E4A708-BEA6-4AF7-AA66-6F87F9C2C148}" type="pres">
      <dgm:prSet presAssocID="{4484D433-8DB1-48D7-AB8A-659C8E1F037D}" presName="node" presStyleLbl="node1" presStyleIdx="0" presStyleCnt="8">
        <dgm:presLayoutVars>
          <dgm:bulletEnabled val="1"/>
        </dgm:presLayoutVars>
      </dgm:prSet>
      <dgm:spPr/>
    </dgm:pt>
    <dgm:pt modelId="{03DFF803-5C0E-4860-87D7-AAA41D0AA059}" type="pres">
      <dgm:prSet presAssocID="{A64591B1-0991-45D3-B371-49B3E53FB160}" presName="sibTrans" presStyleCnt="0"/>
      <dgm:spPr/>
    </dgm:pt>
    <dgm:pt modelId="{4E53CD02-C0D6-4488-B520-AC9BDE8A5720}" type="pres">
      <dgm:prSet presAssocID="{945385E8-152C-4535-84F1-598964F4ED6E}" presName="node" presStyleLbl="node1" presStyleIdx="1" presStyleCnt="8" custLinFactNeighborY="-173">
        <dgm:presLayoutVars>
          <dgm:bulletEnabled val="1"/>
        </dgm:presLayoutVars>
      </dgm:prSet>
      <dgm:spPr/>
    </dgm:pt>
    <dgm:pt modelId="{4C9A5A61-AD70-4B6F-8674-4F96C87D645D}" type="pres">
      <dgm:prSet presAssocID="{2E922BF5-6E37-4DAC-9627-B2A8A4421616}" presName="sibTrans" presStyleCnt="0"/>
      <dgm:spPr/>
    </dgm:pt>
    <dgm:pt modelId="{2A4B5661-1F24-4644-9DDF-B9E49BBEEAFC}" type="pres">
      <dgm:prSet presAssocID="{12E8FB38-5868-4086-9196-23DBBB041026}" presName="node" presStyleLbl="node1" presStyleIdx="2" presStyleCnt="8">
        <dgm:presLayoutVars>
          <dgm:bulletEnabled val="1"/>
        </dgm:presLayoutVars>
      </dgm:prSet>
      <dgm:spPr/>
    </dgm:pt>
    <dgm:pt modelId="{BB61BE8E-FA81-4957-9613-8C4EB77CE0BB}" type="pres">
      <dgm:prSet presAssocID="{D5B5786B-2EC3-41C0-AAC3-F52EACA1D9DE}" presName="sibTrans" presStyleCnt="0"/>
      <dgm:spPr/>
    </dgm:pt>
    <dgm:pt modelId="{6E788095-4668-4240-B713-50D8B83EA6D1}" type="pres">
      <dgm:prSet presAssocID="{A78E4BFA-524B-4252-96C9-40E186A43979}" presName="node" presStyleLbl="node1" presStyleIdx="3" presStyleCnt="8">
        <dgm:presLayoutVars>
          <dgm:bulletEnabled val="1"/>
        </dgm:presLayoutVars>
      </dgm:prSet>
      <dgm:spPr/>
    </dgm:pt>
    <dgm:pt modelId="{959B2B87-2095-4BDD-9420-3D940972B1BF}" type="pres">
      <dgm:prSet presAssocID="{705799FE-3157-49B5-B7C6-26911ED1308F}" presName="sibTrans" presStyleCnt="0"/>
      <dgm:spPr/>
    </dgm:pt>
    <dgm:pt modelId="{5F9BDE97-5EAB-4517-89CC-5E2524AA2A74}" type="pres">
      <dgm:prSet presAssocID="{C8B7AB10-AE64-41B9-85E2-95B1F8B88AC1}" presName="node" presStyleLbl="node1" presStyleIdx="4" presStyleCnt="8">
        <dgm:presLayoutVars>
          <dgm:bulletEnabled val="1"/>
        </dgm:presLayoutVars>
      </dgm:prSet>
      <dgm:spPr/>
    </dgm:pt>
    <dgm:pt modelId="{CA5FA49C-63A7-45AD-BC50-B680E5258DBF}" type="pres">
      <dgm:prSet presAssocID="{351F3A13-75A0-4CEA-A913-ABA67C8A5DE6}" presName="sibTrans" presStyleCnt="0"/>
      <dgm:spPr/>
    </dgm:pt>
    <dgm:pt modelId="{76DB4492-4139-4098-99E1-AA8B6B6D5C6D}" type="pres">
      <dgm:prSet presAssocID="{2DF501E0-796B-479B-96B2-46A2E94EBFDF}" presName="node" presStyleLbl="node1" presStyleIdx="5" presStyleCnt="8">
        <dgm:presLayoutVars>
          <dgm:bulletEnabled val="1"/>
        </dgm:presLayoutVars>
      </dgm:prSet>
      <dgm:spPr/>
    </dgm:pt>
    <dgm:pt modelId="{B873AC33-339E-4060-BF57-67A62C72DF6E}" type="pres">
      <dgm:prSet presAssocID="{D04A7F45-025B-429A-A9A9-C26EE3E570F8}" presName="sibTrans" presStyleCnt="0"/>
      <dgm:spPr/>
    </dgm:pt>
    <dgm:pt modelId="{6D460328-4592-4D3C-832D-42B9B892188F}" type="pres">
      <dgm:prSet presAssocID="{698CA0ED-D36C-4D88-8DE4-FA1426AE9555}" presName="node" presStyleLbl="node1" presStyleIdx="6" presStyleCnt="8">
        <dgm:presLayoutVars>
          <dgm:bulletEnabled val="1"/>
        </dgm:presLayoutVars>
      </dgm:prSet>
      <dgm:spPr/>
    </dgm:pt>
    <dgm:pt modelId="{C405BE98-8747-44C2-854A-F4891D7CC49D}" type="pres">
      <dgm:prSet presAssocID="{3E27C2E8-A34E-4C44-A914-86547ED83B2C}" presName="sibTrans" presStyleCnt="0"/>
      <dgm:spPr/>
    </dgm:pt>
    <dgm:pt modelId="{9EA3F7D6-8946-4CA4-81A1-74D7FD2C8FA4}" type="pres">
      <dgm:prSet presAssocID="{0C418B5D-7B8C-4C4B-9D2B-1179B70B8A8F}" presName="node" presStyleLbl="node1" presStyleIdx="7" presStyleCnt="8">
        <dgm:presLayoutVars>
          <dgm:bulletEnabled val="1"/>
        </dgm:presLayoutVars>
      </dgm:prSet>
      <dgm:spPr/>
    </dgm:pt>
  </dgm:ptLst>
  <dgm:cxnLst>
    <dgm:cxn modelId="{13EC500D-CA5C-4BF5-9CF4-503DD24FD676}" type="presOf" srcId="{698CA0ED-D36C-4D88-8DE4-FA1426AE9555}" destId="{6D460328-4592-4D3C-832D-42B9B892188F}" srcOrd="0" destOrd="0" presId="urn:microsoft.com/office/officeart/2005/8/layout/default"/>
    <dgm:cxn modelId="{4C7B9420-35ED-4535-8D1C-1C2BF2276095}" srcId="{E8E854D7-04EB-4614-8BC9-FBC3159EEDBA}" destId="{945385E8-152C-4535-84F1-598964F4ED6E}" srcOrd="1" destOrd="0" parTransId="{0DB00755-8CE1-4B91-8E48-F163F5D509D2}" sibTransId="{2E922BF5-6E37-4DAC-9627-B2A8A4421616}"/>
    <dgm:cxn modelId="{2873A522-329B-4A03-BB5B-FA347B1D77B5}" type="presOf" srcId="{12E8FB38-5868-4086-9196-23DBBB041026}" destId="{2A4B5661-1F24-4644-9DDF-B9E49BBEEAFC}" srcOrd="0" destOrd="0" presId="urn:microsoft.com/office/officeart/2005/8/layout/default"/>
    <dgm:cxn modelId="{34AA533C-5F5C-47BD-A809-1014823E65D3}" type="presOf" srcId="{4484D433-8DB1-48D7-AB8A-659C8E1F037D}" destId="{E5E4A708-BEA6-4AF7-AA66-6F87F9C2C148}" srcOrd="0" destOrd="0" presId="urn:microsoft.com/office/officeart/2005/8/layout/default"/>
    <dgm:cxn modelId="{07E2433D-A280-4707-8301-239EAA74D647}" srcId="{E8E854D7-04EB-4614-8BC9-FBC3159EEDBA}" destId="{12E8FB38-5868-4086-9196-23DBBB041026}" srcOrd="2" destOrd="0" parTransId="{036284E9-EE48-4258-A6B4-6CEBAA7F7F23}" sibTransId="{D5B5786B-2EC3-41C0-AAC3-F52EACA1D9DE}"/>
    <dgm:cxn modelId="{95D20141-CD8C-4002-925E-3A3D31021672}" srcId="{E8E854D7-04EB-4614-8BC9-FBC3159EEDBA}" destId="{698CA0ED-D36C-4D88-8DE4-FA1426AE9555}" srcOrd="6" destOrd="0" parTransId="{3C565920-9696-4DEE-BA5D-E01F507D9BA7}" sibTransId="{3E27C2E8-A34E-4C44-A914-86547ED83B2C}"/>
    <dgm:cxn modelId="{18751247-F3F2-44FD-8507-7390663C07E2}" type="presOf" srcId="{C8B7AB10-AE64-41B9-85E2-95B1F8B88AC1}" destId="{5F9BDE97-5EAB-4517-89CC-5E2524AA2A74}" srcOrd="0" destOrd="0" presId="urn:microsoft.com/office/officeart/2005/8/layout/default"/>
    <dgm:cxn modelId="{BC850A48-296F-4B0C-86C5-B2B3BC9C21EF}" srcId="{E8E854D7-04EB-4614-8BC9-FBC3159EEDBA}" destId="{0C418B5D-7B8C-4C4B-9D2B-1179B70B8A8F}" srcOrd="7" destOrd="0" parTransId="{3C868B65-F43C-463A-8102-E5A26D4475BF}" sibTransId="{94255076-B3C8-4382-BE01-BC9F806E8202}"/>
    <dgm:cxn modelId="{9790E879-6812-4996-B2D5-F7893F92A853}" srcId="{E8E854D7-04EB-4614-8BC9-FBC3159EEDBA}" destId="{2DF501E0-796B-479B-96B2-46A2E94EBFDF}" srcOrd="5" destOrd="0" parTransId="{A3A3BEDD-C1E3-410E-A115-52C09682FA52}" sibTransId="{D04A7F45-025B-429A-A9A9-C26EE3E570F8}"/>
    <dgm:cxn modelId="{F0752285-22F4-4F31-AC79-892293140E70}" type="presOf" srcId="{E8E854D7-04EB-4614-8BC9-FBC3159EEDBA}" destId="{E4ADA8F3-BCDF-421B-BFDB-7FC08588A1A8}" srcOrd="0" destOrd="0" presId="urn:microsoft.com/office/officeart/2005/8/layout/default"/>
    <dgm:cxn modelId="{056C32AF-63B8-46BB-869D-9C002BA92419}" type="presOf" srcId="{2DF501E0-796B-479B-96B2-46A2E94EBFDF}" destId="{76DB4492-4139-4098-99E1-AA8B6B6D5C6D}" srcOrd="0" destOrd="0" presId="urn:microsoft.com/office/officeart/2005/8/layout/default"/>
    <dgm:cxn modelId="{724C46CC-E304-4544-98E5-51BC4617B471}" type="presOf" srcId="{A78E4BFA-524B-4252-96C9-40E186A43979}" destId="{6E788095-4668-4240-B713-50D8B83EA6D1}" srcOrd="0" destOrd="0" presId="urn:microsoft.com/office/officeart/2005/8/layout/default"/>
    <dgm:cxn modelId="{169047D3-98D5-4948-91E1-49265ABA2FD7}" srcId="{E8E854D7-04EB-4614-8BC9-FBC3159EEDBA}" destId="{C8B7AB10-AE64-41B9-85E2-95B1F8B88AC1}" srcOrd="4" destOrd="0" parTransId="{C658ED99-F472-4869-8CD4-513C0A8AA6DD}" sibTransId="{351F3A13-75A0-4CEA-A913-ABA67C8A5DE6}"/>
    <dgm:cxn modelId="{8AFAC8D8-44D3-4BA9-8F7A-0A9545D7F6E5}" type="presOf" srcId="{945385E8-152C-4535-84F1-598964F4ED6E}" destId="{4E53CD02-C0D6-4488-B520-AC9BDE8A5720}" srcOrd="0" destOrd="0" presId="urn:microsoft.com/office/officeart/2005/8/layout/default"/>
    <dgm:cxn modelId="{71B6C6EA-77F1-4FCB-8CE2-E591216188E9}" type="presOf" srcId="{0C418B5D-7B8C-4C4B-9D2B-1179B70B8A8F}" destId="{9EA3F7D6-8946-4CA4-81A1-74D7FD2C8FA4}" srcOrd="0" destOrd="0" presId="urn:microsoft.com/office/officeart/2005/8/layout/default"/>
    <dgm:cxn modelId="{FFF5BBED-8619-4F5A-8AE9-E9C59C292788}" srcId="{E8E854D7-04EB-4614-8BC9-FBC3159EEDBA}" destId="{A78E4BFA-524B-4252-96C9-40E186A43979}" srcOrd="3" destOrd="0" parTransId="{F1A1C9C1-A87F-4241-84BB-514B4086C1D6}" sibTransId="{705799FE-3157-49B5-B7C6-26911ED1308F}"/>
    <dgm:cxn modelId="{0FDE5EF6-5365-471D-8BEC-00E38048CB1F}" srcId="{E8E854D7-04EB-4614-8BC9-FBC3159EEDBA}" destId="{4484D433-8DB1-48D7-AB8A-659C8E1F037D}" srcOrd="0" destOrd="0" parTransId="{CFB7FDF2-879D-48D1-B7FB-92338C74FE7F}" sibTransId="{A64591B1-0991-45D3-B371-49B3E53FB160}"/>
    <dgm:cxn modelId="{EF639D24-B3BD-42E5-98A1-A74CD1C145B0}" type="presParOf" srcId="{E4ADA8F3-BCDF-421B-BFDB-7FC08588A1A8}" destId="{E5E4A708-BEA6-4AF7-AA66-6F87F9C2C148}" srcOrd="0" destOrd="0" presId="urn:microsoft.com/office/officeart/2005/8/layout/default"/>
    <dgm:cxn modelId="{EADA9C21-27F2-4815-BF2F-C8EDF8B7FC44}" type="presParOf" srcId="{E4ADA8F3-BCDF-421B-BFDB-7FC08588A1A8}" destId="{03DFF803-5C0E-4860-87D7-AAA41D0AA059}" srcOrd="1" destOrd="0" presId="urn:microsoft.com/office/officeart/2005/8/layout/default"/>
    <dgm:cxn modelId="{4291569A-6AB4-4A2B-A5AC-66B69648BBD3}" type="presParOf" srcId="{E4ADA8F3-BCDF-421B-BFDB-7FC08588A1A8}" destId="{4E53CD02-C0D6-4488-B520-AC9BDE8A5720}" srcOrd="2" destOrd="0" presId="urn:microsoft.com/office/officeart/2005/8/layout/default"/>
    <dgm:cxn modelId="{D05DBA40-A8DD-4FEF-AEDC-AD834D76E050}" type="presParOf" srcId="{E4ADA8F3-BCDF-421B-BFDB-7FC08588A1A8}" destId="{4C9A5A61-AD70-4B6F-8674-4F96C87D645D}" srcOrd="3" destOrd="0" presId="urn:microsoft.com/office/officeart/2005/8/layout/default"/>
    <dgm:cxn modelId="{2399B074-7B0D-4735-92F0-7B914FF56898}" type="presParOf" srcId="{E4ADA8F3-BCDF-421B-BFDB-7FC08588A1A8}" destId="{2A4B5661-1F24-4644-9DDF-B9E49BBEEAFC}" srcOrd="4" destOrd="0" presId="urn:microsoft.com/office/officeart/2005/8/layout/default"/>
    <dgm:cxn modelId="{392E554F-573C-4043-8044-1D5007636535}" type="presParOf" srcId="{E4ADA8F3-BCDF-421B-BFDB-7FC08588A1A8}" destId="{BB61BE8E-FA81-4957-9613-8C4EB77CE0BB}" srcOrd="5" destOrd="0" presId="urn:microsoft.com/office/officeart/2005/8/layout/default"/>
    <dgm:cxn modelId="{9C183FB8-A3FA-48EA-ADF6-DB361791153B}" type="presParOf" srcId="{E4ADA8F3-BCDF-421B-BFDB-7FC08588A1A8}" destId="{6E788095-4668-4240-B713-50D8B83EA6D1}" srcOrd="6" destOrd="0" presId="urn:microsoft.com/office/officeart/2005/8/layout/default"/>
    <dgm:cxn modelId="{E0FE0CBE-BC7E-48C2-8651-9720DC429E18}" type="presParOf" srcId="{E4ADA8F3-BCDF-421B-BFDB-7FC08588A1A8}" destId="{959B2B87-2095-4BDD-9420-3D940972B1BF}" srcOrd="7" destOrd="0" presId="urn:microsoft.com/office/officeart/2005/8/layout/default"/>
    <dgm:cxn modelId="{F0269B3B-1F7F-4B29-9513-2B13395F0154}" type="presParOf" srcId="{E4ADA8F3-BCDF-421B-BFDB-7FC08588A1A8}" destId="{5F9BDE97-5EAB-4517-89CC-5E2524AA2A74}" srcOrd="8" destOrd="0" presId="urn:microsoft.com/office/officeart/2005/8/layout/default"/>
    <dgm:cxn modelId="{F7AE62E3-F8C0-4DF7-8B8A-4B22F0BA3A52}" type="presParOf" srcId="{E4ADA8F3-BCDF-421B-BFDB-7FC08588A1A8}" destId="{CA5FA49C-63A7-45AD-BC50-B680E5258DBF}" srcOrd="9" destOrd="0" presId="urn:microsoft.com/office/officeart/2005/8/layout/default"/>
    <dgm:cxn modelId="{2265ED49-4CE5-4F9F-8BEB-7F73FA0F7179}" type="presParOf" srcId="{E4ADA8F3-BCDF-421B-BFDB-7FC08588A1A8}" destId="{76DB4492-4139-4098-99E1-AA8B6B6D5C6D}" srcOrd="10" destOrd="0" presId="urn:microsoft.com/office/officeart/2005/8/layout/default"/>
    <dgm:cxn modelId="{BE53C379-50B6-4142-AEB3-210D1669A830}" type="presParOf" srcId="{E4ADA8F3-BCDF-421B-BFDB-7FC08588A1A8}" destId="{B873AC33-339E-4060-BF57-67A62C72DF6E}" srcOrd="11" destOrd="0" presId="urn:microsoft.com/office/officeart/2005/8/layout/default"/>
    <dgm:cxn modelId="{6E7D9CA9-6853-4ED9-8D24-C39DB863A3AE}" type="presParOf" srcId="{E4ADA8F3-BCDF-421B-BFDB-7FC08588A1A8}" destId="{6D460328-4592-4D3C-832D-42B9B892188F}" srcOrd="12" destOrd="0" presId="urn:microsoft.com/office/officeart/2005/8/layout/default"/>
    <dgm:cxn modelId="{F689BCA9-140F-4C8D-B3BC-A4DF3758A51E}" type="presParOf" srcId="{E4ADA8F3-BCDF-421B-BFDB-7FC08588A1A8}" destId="{C405BE98-8747-44C2-854A-F4891D7CC49D}" srcOrd="13" destOrd="0" presId="urn:microsoft.com/office/officeart/2005/8/layout/default"/>
    <dgm:cxn modelId="{D7C10324-1C2B-4D06-9C5E-E4722E71459A}" type="presParOf" srcId="{E4ADA8F3-BCDF-421B-BFDB-7FC08588A1A8}" destId="{9EA3F7D6-8946-4CA4-81A1-74D7FD2C8FA4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969ABEF-975E-4545-BF98-641896D196B2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2E7B095-701A-4FE7-805E-DD4BE734E094}">
      <dgm:prSet/>
      <dgm:spPr/>
      <dgm:t>
        <a:bodyPr/>
        <a:lstStyle/>
        <a:p>
          <a:r>
            <a:rPr lang="en-SG"/>
            <a:t>Different Product needs</a:t>
          </a:r>
          <a:endParaRPr lang="en-US"/>
        </a:p>
      </dgm:t>
    </dgm:pt>
    <dgm:pt modelId="{5677D6E4-A1EC-4A55-946C-FB04BCDEBFFC}" type="parTrans" cxnId="{AF53941E-97E9-4C55-9315-C6A32CD3BFEA}">
      <dgm:prSet/>
      <dgm:spPr/>
      <dgm:t>
        <a:bodyPr/>
        <a:lstStyle/>
        <a:p>
          <a:endParaRPr lang="en-US"/>
        </a:p>
      </dgm:t>
    </dgm:pt>
    <dgm:pt modelId="{C736C13B-3670-4466-B437-A75FC090901A}" type="sibTrans" cxnId="{AF53941E-97E9-4C55-9315-C6A32CD3BFEA}">
      <dgm:prSet/>
      <dgm:spPr/>
      <dgm:t>
        <a:bodyPr/>
        <a:lstStyle/>
        <a:p>
          <a:endParaRPr lang="en-US"/>
        </a:p>
      </dgm:t>
    </dgm:pt>
    <dgm:pt modelId="{3D0E680B-DA41-479C-B19A-5373E7D5606B}">
      <dgm:prSet/>
      <dgm:spPr/>
      <dgm:t>
        <a:bodyPr/>
        <a:lstStyle/>
        <a:p>
          <a:r>
            <a:rPr lang="en-SG"/>
            <a:t>Language Differences</a:t>
          </a:r>
          <a:endParaRPr lang="en-US"/>
        </a:p>
      </dgm:t>
    </dgm:pt>
    <dgm:pt modelId="{08AF6875-7EDD-4120-9E09-6F2BD45C6315}" type="parTrans" cxnId="{6309A38C-FAAA-46A2-A613-0FD34F8D514A}">
      <dgm:prSet/>
      <dgm:spPr/>
      <dgm:t>
        <a:bodyPr/>
        <a:lstStyle/>
        <a:p>
          <a:endParaRPr lang="en-US"/>
        </a:p>
      </dgm:t>
    </dgm:pt>
    <dgm:pt modelId="{395F4855-A523-4ADC-8407-DCB1A2E04A43}" type="sibTrans" cxnId="{6309A38C-FAAA-46A2-A613-0FD34F8D514A}">
      <dgm:prSet/>
      <dgm:spPr/>
      <dgm:t>
        <a:bodyPr/>
        <a:lstStyle/>
        <a:p>
          <a:endParaRPr lang="en-US"/>
        </a:p>
      </dgm:t>
    </dgm:pt>
    <dgm:pt modelId="{B8B8217C-ADD9-4646-9AE2-299077B2BB66}">
      <dgm:prSet/>
      <dgm:spPr/>
      <dgm:t>
        <a:bodyPr/>
        <a:lstStyle/>
        <a:p>
          <a:r>
            <a:rPr lang="en-SG"/>
            <a:t>Cultural Differences</a:t>
          </a:r>
          <a:endParaRPr lang="en-US"/>
        </a:p>
      </dgm:t>
    </dgm:pt>
    <dgm:pt modelId="{7767C261-471A-4DF9-B44B-65FD6AC177AF}" type="parTrans" cxnId="{9B391E0B-531C-4CEF-B065-AA75BFE5BCC0}">
      <dgm:prSet/>
      <dgm:spPr/>
      <dgm:t>
        <a:bodyPr/>
        <a:lstStyle/>
        <a:p>
          <a:endParaRPr lang="en-US"/>
        </a:p>
      </dgm:t>
    </dgm:pt>
    <dgm:pt modelId="{D4F25F5B-52A8-4819-8182-BA1ED29BB73B}" type="sibTrans" cxnId="{9B391E0B-531C-4CEF-B065-AA75BFE5BCC0}">
      <dgm:prSet/>
      <dgm:spPr/>
      <dgm:t>
        <a:bodyPr/>
        <a:lstStyle/>
        <a:p>
          <a:endParaRPr lang="en-US"/>
        </a:p>
      </dgm:t>
    </dgm:pt>
    <dgm:pt modelId="{E93F5D59-7B74-4DD8-B5AC-1F882C3C2342}" type="pres">
      <dgm:prSet presAssocID="{D969ABEF-975E-4545-BF98-641896D196B2}" presName="linear" presStyleCnt="0">
        <dgm:presLayoutVars>
          <dgm:dir/>
          <dgm:animLvl val="lvl"/>
          <dgm:resizeHandles val="exact"/>
        </dgm:presLayoutVars>
      </dgm:prSet>
      <dgm:spPr/>
    </dgm:pt>
    <dgm:pt modelId="{B43C0B10-9FC9-498A-AFD1-257FB75A63B8}" type="pres">
      <dgm:prSet presAssocID="{22E7B095-701A-4FE7-805E-DD4BE734E094}" presName="parentLin" presStyleCnt="0"/>
      <dgm:spPr/>
    </dgm:pt>
    <dgm:pt modelId="{87DF35B6-4139-4B88-ADCF-96CE0D7326D7}" type="pres">
      <dgm:prSet presAssocID="{22E7B095-701A-4FE7-805E-DD4BE734E094}" presName="parentLeftMargin" presStyleLbl="node1" presStyleIdx="0" presStyleCnt="3"/>
      <dgm:spPr/>
    </dgm:pt>
    <dgm:pt modelId="{9230A23F-1048-448E-AB5C-FEB3ED52A13B}" type="pres">
      <dgm:prSet presAssocID="{22E7B095-701A-4FE7-805E-DD4BE734E0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CC5AF67-1AA2-46F0-9A85-F1450F3A6659}" type="pres">
      <dgm:prSet presAssocID="{22E7B095-701A-4FE7-805E-DD4BE734E094}" presName="negativeSpace" presStyleCnt="0"/>
      <dgm:spPr/>
    </dgm:pt>
    <dgm:pt modelId="{07F19B02-DD14-4F6F-9142-6AEC7D05E373}" type="pres">
      <dgm:prSet presAssocID="{22E7B095-701A-4FE7-805E-DD4BE734E094}" presName="childText" presStyleLbl="conFgAcc1" presStyleIdx="0" presStyleCnt="3">
        <dgm:presLayoutVars>
          <dgm:bulletEnabled val="1"/>
        </dgm:presLayoutVars>
      </dgm:prSet>
      <dgm:spPr/>
    </dgm:pt>
    <dgm:pt modelId="{EB1C33A9-6C05-46A1-A49C-BAF14440DED3}" type="pres">
      <dgm:prSet presAssocID="{C736C13B-3670-4466-B437-A75FC090901A}" presName="spaceBetweenRectangles" presStyleCnt="0"/>
      <dgm:spPr/>
    </dgm:pt>
    <dgm:pt modelId="{5D0979E1-049A-4F59-AABF-7663B5325F6B}" type="pres">
      <dgm:prSet presAssocID="{3D0E680B-DA41-479C-B19A-5373E7D5606B}" presName="parentLin" presStyleCnt="0"/>
      <dgm:spPr/>
    </dgm:pt>
    <dgm:pt modelId="{B1032AA0-AA61-4DBD-BCCB-E3FC00FCAE3B}" type="pres">
      <dgm:prSet presAssocID="{3D0E680B-DA41-479C-B19A-5373E7D5606B}" presName="parentLeftMargin" presStyleLbl="node1" presStyleIdx="0" presStyleCnt="3"/>
      <dgm:spPr/>
    </dgm:pt>
    <dgm:pt modelId="{71B8C4B1-EBE9-4E9D-8A49-6744C07D8A51}" type="pres">
      <dgm:prSet presAssocID="{3D0E680B-DA41-479C-B19A-5373E7D5606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325D558-88ED-4825-BF29-76495E6081C6}" type="pres">
      <dgm:prSet presAssocID="{3D0E680B-DA41-479C-B19A-5373E7D5606B}" presName="negativeSpace" presStyleCnt="0"/>
      <dgm:spPr/>
    </dgm:pt>
    <dgm:pt modelId="{52314B7C-CF9A-4EF1-878E-896BFAE3A6DA}" type="pres">
      <dgm:prSet presAssocID="{3D0E680B-DA41-479C-B19A-5373E7D5606B}" presName="childText" presStyleLbl="conFgAcc1" presStyleIdx="1" presStyleCnt="3">
        <dgm:presLayoutVars>
          <dgm:bulletEnabled val="1"/>
        </dgm:presLayoutVars>
      </dgm:prSet>
      <dgm:spPr/>
    </dgm:pt>
    <dgm:pt modelId="{F3933568-2C5C-453D-9195-1276185E959A}" type="pres">
      <dgm:prSet presAssocID="{395F4855-A523-4ADC-8407-DCB1A2E04A43}" presName="spaceBetweenRectangles" presStyleCnt="0"/>
      <dgm:spPr/>
    </dgm:pt>
    <dgm:pt modelId="{72CE8066-F56F-48D0-9339-82E21F058E3F}" type="pres">
      <dgm:prSet presAssocID="{B8B8217C-ADD9-4646-9AE2-299077B2BB66}" presName="parentLin" presStyleCnt="0"/>
      <dgm:spPr/>
    </dgm:pt>
    <dgm:pt modelId="{9DE9FD0A-928E-44E1-B8E7-B17CA6E1C515}" type="pres">
      <dgm:prSet presAssocID="{B8B8217C-ADD9-4646-9AE2-299077B2BB66}" presName="parentLeftMargin" presStyleLbl="node1" presStyleIdx="1" presStyleCnt="3"/>
      <dgm:spPr/>
    </dgm:pt>
    <dgm:pt modelId="{C8B84882-4F48-4B85-BEDF-8465003C9306}" type="pres">
      <dgm:prSet presAssocID="{B8B8217C-ADD9-4646-9AE2-299077B2BB6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7546C1D-A4F7-4396-8231-E60B198C6472}" type="pres">
      <dgm:prSet presAssocID="{B8B8217C-ADD9-4646-9AE2-299077B2BB66}" presName="negativeSpace" presStyleCnt="0"/>
      <dgm:spPr/>
    </dgm:pt>
    <dgm:pt modelId="{2D7F9CFE-16A4-40D9-88C5-C5FEBBAA4CE3}" type="pres">
      <dgm:prSet presAssocID="{B8B8217C-ADD9-4646-9AE2-299077B2BB6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B391E0B-531C-4CEF-B065-AA75BFE5BCC0}" srcId="{D969ABEF-975E-4545-BF98-641896D196B2}" destId="{B8B8217C-ADD9-4646-9AE2-299077B2BB66}" srcOrd="2" destOrd="0" parTransId="{7767C261-471A-4DF9-B44B-65FD6AC177AF}" sibTransId="{D4F25F5B-52A8-4819-8182-BA1ED29BB73B}"/>
    <dgm:cxn modelId="{2BCA2E1B-427F-4964-B70D-56DE408512DE}" type="presOf" srcId="{B8B8217C-ADD9-4646-9AE2-299077B2BB66}" destId="{C8B84882-4F48-4B85-BEDF-8465003C9306}" srcOrd="1" destOrd="0" presId="urn:microsoft.com/office/officeart/2005/8/layout/list1"/>
    <dgm:cxn modelId="{AF53941E-97E9-4C55-9315-C6A32CD3BFEA}" srcId="{D969ABEF-975E-4545-BF98-641896D196B2}" destId="{22E7B095-701A-4FE7-805E-DD4BE734E094}" srcOrd="0" destOrd="0" parTransId="{5677D6E4-A1EC-4A55-946C-FB04BCDEBFFC}" sibTransId="{C736C13B-3670-4466-B437-A75FC090901A}"/>
    <dgm:cxn modelId="{34295F6E-3C64-4E46-9190-28D642D360F6}" type="presOf" srcId="{22E7B095-701A-4FE7-805E-DD4BE734E094}" destId="{87DF35B6-4139-4B88-ADCF-96CE0D7326D7}" srcOrd="0" destOrd="0" presId="urn:microsoft.com/office/officeart/2005/8/layout/list1"/>
    <dgm:cxn modelId="{8904C075-5797-4DEA-AB18-70C9665A5392}" type="presOf" srcId="{22E7B095-701A-4FE7-805E-DD4BE734E094}" destId="{9230A23F-1048-448E-AB5C-FEB3ED52A13B}" srcOrd="1" destOrd="0" presId="urn:microsoft.com/office/officeart/2005/8/layout/list1"/>
    <dgm:cxn modelId="{6309A38C-FAAA-46A2-A613-0FD34F8D514A}" srcId="{D969ABEF-975E-4545-BF98-641896D196B2}" destId="{3D0E680B-DA41-479C-B19A-5373E7D5606B}" srcOrd="1" destOrd="0" parTransId="{08AF6875-7EDD-4120-9E09-6F2BD45C6315}" sibTransId="{395F4855-A523-4ADC-8407-DCB1A2E04A43}"/>
    <dgm:cxn modelId="{50977D95-181A-4BFA-86A7-C8DD4110F534}" type="presOf" srcId="{3D0E680B-DA41-479C-B19A-5373E7D5606B}" destId="{71B8C4B1-EBE9-4E9D-8A49-6744C07D8A51}" srcOrd="1" destOrd="0" presId="urn:microsoft.com/office/officeart/2005/8/layout/list1"/>
    <dgm:cxn modelId="{3BAB58B2-7BCE-44B1-BA41-319C179D8D4E}" type="presOf" srcId="{3D0E680B-DA41-479C-B19A-5373E7D5606B}" destId="{B1032AA0-AA61-4DBD-BCCB-E3FC00FCAE3B}" srcOrd="0" destOrd="0" presId="urn:microsoft.com/office/officeart/2005/8/layout/list1"/>
    <dgm:cxn modelId="{30239EF0-99D8-4139-A417-C7A121DBB8D8}" type="presOf" srcId="{B8B8217C-ADD9-4646-9AE2-299077B2BB66}" destId="{9DE9FD0A-928E-44E1-B8E7-B17CA6E1C515}" srcOrd="0" destOrd="0" presId="urn:microsoft.com/office/officeart/2005/8/layout/list1"/>
    <dgm:cxn modelId="{E76883F6-C485-4EF8-8869-1FFE5139EC5E}" type="presOf" srcId="{D969ABEF-975E-4545-BF98-641896D196B2}" destId="{E93F5D59-7B74-4DD8-B5AC-1F882C3C2342}" srcOrd="0" destOrd="0" presId="urn:microsoft.com/office/officeart/2005/8/layout/list1"/>
    <dgm:cxn modelId="{D3DBF555-B6B1-45E6-9295-9F3BD7C9283A}" type="presParOf" srcId="{E93F5D59-7B74-4DD8-B5AC-1F882C3C2342}" destId="{B43C0B10-9FC9-498A-AFD1-257FB75A63B8}" srcOrd="0" destOrd="0" presId="urn:microsoft.com/office/officeart/2005/8/layout/list1"/>
    <dgm:cxn modelId="{F637BB86-1996-4F51-A065-F01BFFC4ED91}" type="presParOf" srcId="{B43C0B10-9FC9-498A-AFD1-257FB75A63B8}" destId="{87DF35B6-4139-4B88-ADCF-96CE0D7326D7}" srcOrd="0" destOrd="0" presId="urn:microsoft.com/office/officeart/2005/8/layout/list1"/>
    <dgm:cxn modelId="{1EACD8F8-14CD-41A9-8B76-797BDF75B440}" type="presParOf" srcId="{B43C0B10-9FC9-498A-AFD1-257FB75A63B8}" destId="{9230A23F-1048-448E-AB5C-FEB3ED52A13B}" srcOrd="1" destOrd="0" presId="urn:microsoft.com/office/officeart/2005/8/layout/list1"/>
    <dgm:cxn modelId="{A581E842-17C8-40F0-8002-827AF977A6C9}" type="presParOf" srcId="{E93F5D59-7B74-4DD8-B5AC-1F882C3C2342}" destId="{6CC5AF67-1AA2-46F0-9A85-F1450F3A6659}" srcOrd="1" destOrd="0" presId="urn:microsoft.com/office/officeart/2005/8/layout/list1"/>
    <dgm:cxn modelId="{E739EE35-279F-4F47-99E1-635C884491F3}" type="presParOf" srcId="{E93F5D59-7B74-4DD8-B5AC-1F882C3C2342}" destId="{07F19B02-DD14-4F6F-9142-6AEC7D05E373}" srcOrd="2" destOrd="0" presId="urn:microsoft.com/office/officeart/2005/8/layout/list1"/>
    <dgm:cxn modelId="{CA240217-4E58-4103-9034-4F48ADACE57E}" type="presParOf" srcId="{E93F5D59-7B74-4DD8-B5AC-1F882C3C2342}" destId="{EB1C33A9-6C05-46A1-A49C-BAF14440DED3}" srcOrd="3" destOrd="0" presId="urn:microsoft.com/office/officeart/2005/8/layout/list1"/>
    <dgm:cxn modelId="{E0E5AF3F-8DDC-4410-91FC-BA10B35F1640}" type="presParOf" srcId="{E93F5D59-7B74-4DD8-B5AC-1F882C3C2342}" destId="{5D0979E1-049A-4F59-AABF-7663B5325F6B}" srcOrd="4" destOrd="0" presId="urn:microsoft.com/office/officeart/2005/8/layout/list1"/>
    <dgm:cxn modelId="{DF3B8F81-04E0-43E2-BF1B-5642D5B0BBD9}" type="presParOf" srcId="{5D0979E1-049A-4F59-AABF-7663B5325F6B}" destId="{B1032AA0-AA61-4DBD-BCCB-E3FC00FCAE3B}" srcOrd="0" destOrd="0" presId="urn:microsoft.com/office/officeart/2005/8/layout/list1"/>
    <dgm:cxn modelId="{ED79D4AD-2FBC-48C6-B265-3C018EF89CE9}" type="presParOf" srcId="{5D0979E1-049A-4F59-AABF-7663B5325F6B}" destId="{71B8C4B1-EBE9-4E9D-8A49-6744C07D8A51}" srcOrd="1" destOrd="0" presId="urn:microsoft.com/office/officeart/2005/8/layout/list1"/>
    <dgm:cxn modelId="{7EE43FE7-B14D-4EE1-B487-988783C76FEA}" type="presParOf" srcId="{E93F5D59-7B74-4DD8-B5AC-1F882C3C2342}" destId="{4325D558-88ED-4825-BF29-76495E6081C6}" srcOrd="5" destOrd="0" presId="urn:microsoft.com/office/officeart/2005/8/layout/list1"/>
    <dgm:cxn modelId="{6E74A655-0941-4975-A5FC-81D1A3EAE226}" type="presParOf" srcId="{E93F5D59-7B74-4DD8-B5AC-1F882C3C2342}" destId="{52314B7C-CF9A-4EF1-878E-896BFAE3A6DA}" srcOrd="6" destOrd="0" presId="urn:microsoft.com/office/officeart/2005/8/layout/list1"/>
    <dgm:cxn modelId="{5BB148C0-8982-4CF3-B23C-D1945ACFA586}" type="presParOf" srcId="{E93F5D59-7B74-4DD8-B5AC-1F882C3C2342}" destId="{F3933568-2C5C-453D-9195-1276185E959A}" srcOrd="7" destOrd="0" presId="urn:microsoft.com/office/officeart/2005/8/layout/list1"/>
    <dgm:cxn modelId="{EE1E0570-D4A9-4740-BCB4-9BC6ADE601ED}" type="presParOf" srcId="{E93F5D59-7B74-4DD8-B5AC-1F882C3C2342}" destId="{72CE8066-F56F-48D0-9339-82E21F058E3F}" srcOrd="8" destOrd="0" presId="urn:microsoft.com/office/officeart/2005/8/layout/list1"/>
    <dgm:cxn modelId="{9493F7BF-3114-4AFC-BB9E-6933B282A3D6}" type="presParOf" srcId="{72CE8066-F56F-48D0-9339-82E21F058E3F}" destId="{9DE9FD0A-928E-44E1-B8E7-B17CA6E1C515}" srcOrd="0" destOrd="0" presId="urn:microsoft.com/office/officeart/2005/8/layout/list1"/>
    <dgm:cxn modelId="{088B9A42-3A6D-46EF-A18C-AF6B6F7BE452}" type="presParOf" srcId="{72CE8066-F56F-48D0-9339-82E21F058E3F}" destId="{C8B84882-4F48-4B85-BEDF-8465003C9306}" srcOrd="1" destOrd="0" presId="urn:microsoft.com/office/officeart/2005/8/layout/list1"/>
    <dgm:cxn modelId="{F67380FC-FAEB-4330-A792-FC4A26FFC66F}" type="presParOf" srcId="{E93F5D59-7B74-4DD8-B5AC-1F882C3C2342}" destId="{A7546C1D-A4F7-4396-8231-E60B198C6472}" srcOrd="9" destOrd="0" presId="urn:microsoft.com/office/officeart/2005/8/layout/list1"/>
    <dgm:cxn modelId="{4DB02EBC-89A7-4146-8494-A91F7ABAE1F9}" type="presParOf" srcId="{E93F5D59-7B74-4DD8-B5AC-1F882C3C2342}" destId="{2D7F9CFE-16A4-40D9-88C5-C5FEBBAA4CE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3F0CF8C-1F13-47DA-A33D-598A412B4435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DD49490-DA1C-4FA9-9664-0B29329B777A}">
      <dgm:prSet/>
      <dgm:spPr/>
      <dgm:t>
        <a:bodyPr/>
        <a:lstStyle/>
        <a:p>
          <a:r>
            <a:rPr lang="en-US"/>
            <a:t>Promoting</a:t>
          </a:r>
        </a:p>
      </dgm:t>
    </dgm:pt>
    <dgm:pt modelId="{20DE15D7-54F7-47E4-86BA-59DEC72F9A4D}" type="parTrans" cxnId="{895FE13C-A111-4D96-81A8-6512721EDFB6}">
      <dgm:prSet/>
      <dgm:spPr/>
      <dgm:t>
        <a:bodyPr/>
        <a:lstStyle/>
        <a:p>
          <a:endParaRPr lang="en-US"/>
        </a:p>
      </dgm:t>
    </dgm:pt>
    <dgm:pt modelId="{0816AF3B-9716-42D0-9A09-60687235E147}" type="sibTrans" cxnId="{895FE13C-A111-4D96-81A8-6512721EDFB6}">
      <dgm:prSet/>
      <dgm:spPr/>
      <dgm:t>
        <a:bodyPr/>
        <a:lstStyle/>
        <a:p>
          <a:endParaRPr lang="en-US"/>
        </a:p>
      </dgm:t>
    </dgm:pt>
    <dgm:pt modelId="{D35E3C24-E314-4821-A411-98CEF97951D1}">
      <dgm:prSet custT="1"/>
      <dgm:spPr/>
      <dgm:t>
        <a:bodyPr/>
        <a:lstStyle/>
        <a:p>
          <a:r>
            <a:rPr lang="en-US" sz="2000" dirty="0"/>
            <a:t>promoting the benefits of adopting the Internet for consumers and business to improve a country’s economic prosperity; </a:t>
          </a:r>
        </a:p>
      </dgm:t>
    </dgm:pt>
    <dgm:pt modelId="{A6A29205-371C-40FE-B239-1FECE634BA82}" type="parTrans" cxnId="{630ACB2B-1EEC-40FB-B710-A895C2499E31}">
      <dgm:prSet/>
      <dgm:spPr/>
      <dgm:t>
        <a:bodyPr/>
        <a:lstStyle/>
        <a:p>
          <a:endParaRPr lang="en-US"/>
        </a:p>
      </dgm:t>
    </dgm:pt>
    <dgm:pt modelId="{C2916BA4-ABB8-4229-B77D-B96087A6F5EE}" type="sibTrans" cxnId="{630ACB2B-1EEC-40FB-B710-A895C2499E31}">
      <dgm:prSet/>
      <dgm:spPr/>
      <dgm:t>
        <a:bodyPr/>
        <a:lstStyle/>
        <a:p>
          <a:endParaRPr lang="en-US"/>
        </a:p>
      </dgm:t>
    </dgm:pt>
    <dgm:pt modelId="{02BEA573-C41D-4565-808F-1151A62BB123}">
      <dgm:prSet/>
      <dgm:spPr/>
      <dgm:t>
        <a:bodyPr/>
        <a:lstStyle/>
        <a:p>
          <a:r>
            <a:rPr lang="en-US"/>
            <a:t>Enacting</a:t>
          </a:r>
        </a:p>
      </dgm:t>
    </dgm:pt>
    <dgm:pt modelId="{0118722F-47B0-41FD-AF7E-B9825C610865}" type="parTrans" cxnId="{526F2F33-39B4-468E-803D-DDAE778AD358}">
      <dgm:prSet/>
      <dgm:spPr/>
      <dgm:t>
        <a:bodyPr/>
        <a:lstStyle/>
        <a:p>
          <a:endParaRPr lang="en-US"/>
        </a:p>
      </dgm:t>
    </dgm:pt>
    <dgm:pt modelId="{A4EAC8F5-CC17-4F4E-A1FA-3364547A1CAA}" type="sibTrans" cxnId="{526F2F33-39B4-468E-803D-DDAE778AD358}">
      <dgm:prSet/>
      <dgm:spPr/>
      <dgm:t>
        <a:bodyPr/>
        <a:lstStyle/>
        <a:p>
          <a:endParaRPr lang="en-US"/>
        </a:p>
      </dgm:t>
    </dgm:pt>
    <dgm:pt modelId="{9C201DEA-3F04-4E37-B5F7-39F23507EB3E}">
      <dgm:prSet/>
      <dgm:spPr/>
      <dgm:t>
        <a:bodyPr/>
        <a:lstStyle/>
        <a:p>
          <a:r>
            <a:rPr lang="en-US" dirty="0"/>
            <a:t>enacting legislation to protect privacy or control taxation</a:t>
          </a:r>
        </a:p>
      </dgm:t>
    </dgm:pt>
    <dgm:pt modelId="{A4C4E3B0-6C67-4E8B-B3E9-FACD05D961A9}" type="parTrans" cxnId="{D7C0C5DC-4F3E-42E2-B300-F0B8E90288B8}">
      <dgm:prSet/>
      <dgm:spPr/>
      <dgm:t>
        <a:bodyPr/>
        <a:lstStyle/>
        <a:p>
          <a:endParaRPr lang="en-US"/>
        </a:p>
      </dgm:t>
    </dgm:pt>
    <dgm:pt modelId="{871ED89D-5FD0-47B9-B54D-2F53F482F3C3}" type="sibTrans" cxnId="{D7C0C5DC-4F3E-42E2-B300-F0B8E90288B8}">
      <dgm:prSet/>
      <dgm:spPr/>
      <dgm:t>
        <a:bodyPr/>
        <a:lstStyle/>
        <a:p>
          <a:endParaRPr lang="en-US"/>
        </a:p>
      </dgm:t>
    </dgm:pt>
    <dgm:pt modelId="{18561DAC-4375-41D6-BE40-377A66100927}">
      <dgm:prSet/>
      <dgm:spPr/>
      <dgm:t>
        <a:bodyPr/>
        <a:lstStyle/>
        <a:p>
          <a:r>
            <a:rPr lang="en-US"/>
            <a:t>Providing</a:t>
          </a:r>
        </a:p>
      </dgm:t>
    </dgm:pt>
    <dgm:pt modelId="{8FCCF33A-D5C8-45C0-A19D-5438185E4064}" type="parTrans" cxnId="{A2B2B749-ACBB-4594-9EB1-690324C862F9}">
      <dgm:prSet/>
      <dgm:spPr/>
      <dgm:t>
        <a:bodyPr/>
        <a:lstStyle/>
        <a:p>
          <a:endParaRPr lang="en-US"/>
        </a:p>
      </dgm:t>
    </dgm:pt>
    <dgm:pt modelId="{239A27EE-F3EE-4C28-A2A6-FC3A8EDD7F4A}" type="sibTrans" cxnId="{A2B2B749-ACBB-4594-9EB1-690324C862F9}">
      <dgm:prSet/>
      <dgm:spPr/>
      <dgm:t>
        <a:bodyPr/>
        <a:lstStyle/>
        <a:p>
          <a:endParaRPr lang="en-US"/>
        </a:p>
      </dgm:t>
    </dgm:pt>
    <dgm:pt modelId="{7CF69ACE-0BA3-41B9-B7E4-EA67D6C7A2A3}">
      <dgm:prSet/>
      <dgm:spPr/>
      <dgm:t>
        <a:bodyPr/>
        <a:lstStyle/>
        <a:p>
          <a:r>
            <a:rPr lang="en-US" dirty="0"/>
            <a:t>providing organizations with guidelines and assistance for compliance with legislation</a:t>
          </a:r>
        </a:p>
      </dgm:t>
    </dgm:pt>
    <dgm:pt modelId="{751564CA-85BB-49FC-9456-CA48BD273DD2}" type="parTrans" cxnId="{F4FE89F9-02AF-443D-8931-4EE7A83AA3A9}">
      <dgm:prSet/>
      <dgm:spPr/>
      <dgm:t>
        <a:bodyPr/>
        <a:lstStyle/>
        <a:p>
          <a:endParaRPr lang="en-US"/>
        </a:p>
      </dgm:t>
    </dgm:pt>
    <dgm:pt modelId="{CC60D7B0-FEBA-4546-989D-884CF0B20D2A}" type="sibTrans" cxnId="{F4FE89F9-02AF-443D-8931-4EE7A83AA3A9}">
      <dgm:prSet/>
      <dgm:spPr/>
      <dgm:t>
        <a:bodyPr/>
        <a:lstStyle/>
        <a:p>
          <a:endParaRPr lang="en-US"/>
        </a:p>
      </dgm:t>
    </dgm:pt>
    <dgm:pt modelId="{38CBF5C7-841C-4E78-9D22-EA87625DB120}">
      <dgm:prSet/>
      <dgm:spPr/>
      <dgm:t>
        <a:bodyPr/>
        <a:lstStyle/>
        <a:p>
          <a:r>
            <a:rPr lang="en-US"/>
            <a:t>Setting</a:t>
          </a:r>
        </a:p>
      </dgm:t>
    </dgm:pt>
    <dgm:pt modelId="{0FD25D19-DFD1-4067-9441-2F3CD177D834}" type="parTrans" cxnId="{8991DA11-C305-4DD3-9C7B-CE7E622E7FC6}">
      <dgm:prSet/>
      <dgm:spPr/>
      <dgm:t>
        <a:bodyPr/>
        <a:lstStyle/>
        <a:p>
          <a:endParaRPr lang="en-US"/>
        </a:p>
      </dgm:t>
    </dgm:pt>
    <dgm:pt modelId="{741D24FA-A696-4353-9173-D36AA0BCCC57}" type="sibTrans" cxnId="{8991DA11-C305-4DD3-9C7B-CE7E622E7FC6}">
      <dgm:prSet/>
      <dgm:spPr/>
      <dgm:t>
        <a:bodyPr/>
        <a:lstStyle/>
        <a:p>
          <a:endParaRPr lang="en-US"/>
        </a:p>
      </dgm:t>
    </dgm:pt>
    <dgm:pt modelId="{3B768F5D-D56B-4D8D-A253-2AC93BC316B8}">
      <dgm:prSet/>
      <dgm:spPr/>
      <dgm:t>
        <a:bodyPr/>
        <a:lstStyle/>
        <a:p>
          <a:r>
            <a:rPr lang="en-US" dirty="0"/>
            <a:t>setting up international bodies to coordinate the Internet</a:t>
          </a:r>
        </a:p>
      </dgm:t>
    </dgm:pt>
    <dgm:pt modelId="{18CD28B2-0CD7-4372-A391-4F1F4321468F}" type="parTrans" cxnId="{F9EBD957-0EF9-47ED-8DDF-3496D9DFA56A}">
      <dgm:prSet/>
      <dgm:spPr/>
      <dgm:t>
        <a:bodyPr/>
        <a:lstStyle/>
        <a:p>
          <a:endParaRPr lang="en-US"/>
        </a:p>
      </dgm:t>
    </dgm:pt>
    <dgm:pt modelId="{6134E858-8F3E-4647-BC83-D175D576CEF0}" type="sibTrans" cxnId="{F9EBD957-0EF9-47ED-8DDF-3496D9DFA56A}">
      <dgm:prSet/>
      <dgm:spPr/>
      <dgm:t>
        <a:bodyPr/>
        <a:lstStyle/>
        <a:p>
          <a:endParaRPr lang="en-US"/>
        </a:p>
      </dgm:t>
    </dgm:pt>
    <dgm:pt modelId="{CE2A5BF3-6951-4771-8B35-C983366409CA}" type="pres">
      <dgm:prSet presAssocID="{73F0CF8C-1F13-47DA-A33D-598A412B4435}" presName="Name0" presStyleCnt="0">
        <dgm:presLayoutVars>
          <dgm:dir/>
          <dgm:animLvl val="lvl"/>
          <dgm:resizeHandles val="exact"/>
        </dgm:presLayoutVars>
      </dgm:prSet>
      <dgm:spPr/>
    </dgm:pt>
    <dgm:pt modelId="{653EABFD-B341-4D41-B984-6E176792421F}" type="pres">
      <dgm:prSet presAssocID="{2DD49490-DA1C-4FA9-9664-0B29329B777A}" presName="composite" presStyleCnt="0"/>
      <dgm:spPr/>
    </dgm:pt>
    <dgm:pt modelId="{D4C3A361-110D-4D92-BB64-8186A8AEEA85}" type="pres">
      <dgm:prSet presAssocID="{2DD49490-DA1C-4FA9-9664-0B29329B777A}" presName="parTx" presStyleLbl="alignNode1" presStyleIdx="0" presStyleCnt="4">
        <dgm:presLayoutVars>
          <dgm:chMax val="0"/>
          <dgm:chPref val="0"/>
        </dgm:presLayoutVars>
      </dgm:prSet>
      <dgm:spPr/>
    </dgm:pt>
    <dgm:pt modelId="{AD408EE5-712B-43FF-B111-057C255BECA4}" type="pres">
      <dgm:prSet presAssocID="{2DD49490-DA1C-4FA9-9664-0B29329B777A}" presName="desTx" presStyleLbl="alignAccFollowNode1" presStyleIdx="0" presStyleCnt="4">
        <dgm:presLayoutVars/>
      </dgm:prSet>
      <dgm:spPr/>
    </dgm:pt>
    <dgm:pt modelId="{6F70D4F5-6FC6-455C-9AEA-F67A5043ABFD}" type="pres">
      <dgm:prSet presAssocID="{0816AF3B-9716-42D0-9A09-60687235E147}" presName="space" presStyleCnt="0"/>
      <dgm:spPr/>
    </dgm:pt>
    <dgm:pt modelId="{31A49102-C68F-4486-9436-58B7D0A9EDC8}" type="pres">
      <dgm:prSet presAssocID="{02BEA573-C41D-4565-808F-1151A62BB123}" presName="composite" presStyleCnt="0"/>
      <dgm:spPr/>
    </dgm:pt>
    <dgm:pt modelId="{9CB39EC8-CA90-4139-8026-340F0EBA69B0}" type="pres">
      <dgm:prSet presAssocID="{02BEA573-C41D-4565-808F-1151A62BB123}" presName="parTx" presStyleLbl="alignNode1" presStyleIdx="1" presStyleCnt="4">
        <dgm:presLayoutVars>
          <dgm:chMax val="0"/>
          <dgm:chPref val="0"/>
        </dgm:presLayoutVars>
      </dgm:prSet>
      <dgm:spPr/>
    </dgm:pt>
    <dgm:pt modelId="{95AA7A5D-598B-4C09-821A-FCAD5CF66E93}" type="pres">
      <dgm:prSet presAssocID="{02BEA573-C41D-4565-808F-1151A62BB123}" presName="desTx" presStyleLbl="alignAccFollowNode1" presStyleIdx="1" presStyleCnt="4">
        <dgm:presLayoutVars/>
      </dgm:prSet>
      <dgm:spPr/>
    </dgm:pt>
    <dgm:pt modelId="{49F1C96E-B27C-4283-AE85-A1C88CA23D92}" type="pres">
      <dgm:prSet presAssocID="{A4EAC8F5-CC17-4F4E-A1FA-3364547A1CAA}" presName="space" presStyleCnt="0"/>
      <dgm:spPr/>
    </dgm:pt>
    <dgm:pt modelId="{D7544571-83A2-4D4E-B8FB-36190F7FC40B}" type="pres">
      <dgm:prSet presAssocID="{18561DAC-4375-41D6-BE40-377A66100927}" presName="composite" presStyleCnt="0"/>
      <dgm:spPr/>
    </dgm:pt>
    <dgm:pt modelId="{3E476BFA-28AF-4790-BD86-5D58E1D0BE36}" type="pres">
      <dgm:prSet presAssocID="{18561DAC-4375-41D6-BE40-377A66100927}" presName="parTx" presStyleLbl="alignNode1" presStyleIdx="2" presStyleCnt="4">
        <dgm:presLayoutVars>
          <dgm:chMax val="0"/>
          <dgm:chPref val="0"/>
        </dgm:presLayoutVars>
      </dgm:prSet>
      <dgm:spPr/>
    </dgm:pt>
    <dgm:pt modelId="{C8875271-ED0A-4E4B-BEE6-6B1A7DCEBD63}" type="pres">
      <dgm:prSet presAssocID="{18561DAC-4375-41D6-BE40-377A66100927}" presName="desTx" presStyleLbl="alignAccFollowNode1" presStyleIdx="2" presStyleCnt="4">
        <dgm:presLayoutVars/>
      </dgm:prSet>
      <dgm:spPr/>
    </dgm:pt>
    <dgm:pt modelId="{9A932AC1-ED7C-4B1B-A493-1A82EECAA65F}" type="pres">
      <dgm:prSet presAssocID="{239A27EE-F3EE-4C28-A2A6-FC3A8EDD7F4A}" presName="space" presStyleCnt="0"/>
      <dgm:spPr/>
    </dgm:pt>
    <dgm:pt modelId="{11C8BA82-0F15-48D8-966C-C681D83CA00E}" type="pres">
      <dgm:prSet presAssocID="{38CBF5C7-841C-4E78-9D22-EA87625DB120}" presName="composite" presStyleCnt="0"/>
      <dgm:spPr/>
    </dgm:pt>
    <dgm:pt modelId="{DD6A7A12-505E-4AE0-ABBA-5C75C8D09951}" type="pres">
      <dgm:prSet presAssocID="{38CBF5C7-841C-4E78-9D22-EA87625DB120}" presName="parTx" presStyleLbl="alignNode1" presStyleIdx="3" presStyleCnt="4">
        <dgm:presLayoutVars>
          <dgm:chMax val="0"/>
          <dgm:chPref val="0"/>
        </dgm:presLayoutVars>
      </dgm:prSet>
      <dgm:spPr/>
    </dgm:pt>
    <dgm:pt modelId="{A4D2BFF2-7516-4CBA-96EB-B1F105FEA74E}" type="pres">
      <dgm:prSet presAssocID="{38CBF5C7-841C-4E78-9D22-EA87625DB120}" presName="desTx" presStyleLbl="alignAccFollowNode1" presStyleIdx="3" presStyleCnt="4">
        <dgm:presLayoutVars/>
      </dgm:prSet>
      <dgm:spPr/>
    </dgm:pt>
  </dgm:ptLst>
  <dgm:cxnLst>
    <dgm:cxn modelId="{8991DA11-C305-4DD3-9C7B-CE7E622E7FC6}" srcId="{73F0CF8C-1F13-47DA-A33D-598A412B4435}" destId="{38CBF5C7-841C-4E78-9D22-EA87625DB120}" srcOrd="3" destOrd="0" parTransId="{0FD25D19-DFD1-4067-9441-2F3CD177D834}" sibTransId="{741D24FA-A696-4353-9173-D36AA0BCCC57}"/>
    <dgm:cxn modelId="{ADC62A28-E456-43A5-9347-80F9A6906255}" type="presOf" srcId="{3B768F5D-D56B-4D8D-A253-2AC93BC316B8}" destId="{A4D2BFF2-7516-4CBA-96EB-B1F105FEA74E}" srcOrd="0" destOrd="0" presId="urn:microsoft.com/office/officeart/2016/7/layout/ChevronBlockProcess"/>
    <dgm:cxn modelId="{630ACB2B-1EEC-40FB-B710-A895C2499E31}" srcId="{2DD49490-DA1C-4FA9-9664-0B29329B777A}" destId="{D35E3C24-E314-4821-A411-98CEF97951D1}" srcOrd="0" destOrd="0" parTransId="{A6A29205-371C-40FE-B239-1FECE634BA82}" sibTransId="{C2916BA4-ABB8-4229-B77D-B96087A6F5EE}"/>
    <dgm:cxn modelId="{8493852D-F570-4A3D-BE4D-D526C6E57144}" type="presOf" srcId="{7CF69ACE-0BA3-41B9-B7E4-EA67D6C7A2A3}" destId="{C8875271-ED0A-4E4B-BEE6-6B1A7DCEBD63}" srcOrd="0" destOrd="0" presId="urn:microsoft.com/office/officeart/2016/7/layout/ChevronBlockProcess"/>
    <dgm:cxn modelId="{1AF3C531-56EA-4A1F-ADBD-A264DEABFDAD}" type="presOf" srcId="{38CBF5C7-841C-4E78-9D22-EA87625DB120}" destId="{DD6A7A12-505E-4AE0-ABBA-5C75C8D09951}" srcOrd="0" destOrd="0" presId="urn:microsoft.com/office/officeart/2016/7/layout/ChevronBlockProcess"/>
    <dgm:cxn modelId="{526F2F33-39B4-468E-803D-DDAE778AD358}" srcId="{73F0CF8C-1F13-47DA-A33D-598A412B4435}" destId="{02BEA573-C41D-4565-808F-1151A62BB123}" srcOrd="1" destOrd="0" parTransId="{0118722F-47B0-41FD-AF7E-B9825C610865}" sibTransId="{A4EAC8F5-CC17-4F4E-A1FA-3364547A1CAA}"/>
    <dgm:cxn modelId="{895FE13C-A111-4D96-81A8-6512721EDFB6}" srcId="{73F0CF8C-1F13-47DA-A33D-598A412B4435}" destId="{2DD49490-DA1C-4FA9-9664-0B29329B777A}" srcOrd="0" destOrd="0" parTransId="{20DE15D7-54F7-47E4-86BA-59DEC72F9A4D}" sibTransId="{0816AF3B-9716-42D0-9A09-60687235E147}"/>
    <dgm:cxn modelId="{A2B2B749-ACBB-4594-9EB1-690324C862F9}" srcId="{73F0CF8C-1F13-47DA-A33D-598A412B4435}" destId="{18561DAC-4375-41D6-BE40-377A66100927}" srcOrd="2" destOrd="0" parTransId="{8FCCF33A-D5C8-45C0-A19D-5438185E4064}" sibTransId="{239A27EE-F3EE-4C28-A2A6-FC3A8EDD7F4A}"/>
    <dgm:cxn modelId="{AC412B77-4EE1-41B2-A9B1-ED8B52B33FAB}" type="presOf" srcId="{73F0CF8C-1F13-47DA-A33D-598A412B4435}" destId="{CE2A5BF3-6951-4771-8B35-C983366409CA}" srcOrd="0" destOrd="0" presId="urn:microsoft.com/office/officeart/2016/7/layout/ChevronBlockProcess"/>
    <dgm:cxn modelId="{F9EBD957-0EF9-47ED-8DDF-3496D9DFA56A}" srcId="{38CBF5C7-841C-4E78-9D22-EA87625DB120}" destId="{3B768F5D-D56B-4D8D-A253-2AC93BC316B8}" srcOrd="0" destOrd="0" parTransId="{18CD28B2-0CD7-4372-A391-4F1F4321468F}" sibTransId="{6134E858-8F3E-4647-BC83-D175D576CEF0}"/>
    <dgm:cxn modelId="{C05DAFC3-4DF0-48AC-9684-BAF67C8A062D}" type="presOf" srcId="{02BEA573-C41D-4565-808F-1151A62BB123}" destId="{9CB39EC8-CA90-4139-8026-340F0EBA69B0}" srcOrd="0" destOrd="0" presId="urn:microsoft.com/office/officeart/2016/7/layout/ChevronBlockProcess"/>
    <dgm:cxn modelId="{44C0D5CB-83BA-4412-A8A8-D39FAD84523D}" type="presOf" srcId="{9C201DEA-3F04-4E37-B5F7-39F23507EB3E}" destId="{95AA7A5D-598B-4C09-821A-FCAD5CF66E93}" srcOrd="0" destOrd="0" presId="urn:microsoft.com/office/officeart/2016/7/layout/ChevronBlockProcess"/>
    <dgm:cxn modelId="{896325CE-7C4B-41F9-A7B4-E07D65712DFF}" type="presOf" srcId="{18561DAC-4375-41D6-BE40-377A66100927}" destId="{3E476BFA-28AF-4790-BD86-5D58E1D0BE36}" srcOrd="0" destOrd="0" presId="urn:microsoft.com/office/officeart/2016/7/layout/ChevronBlockProcess"/>
    <dgm:cxn modelId="{D7C0C5DC-4F3E-42E2-B300-F0B8E90288B8}" srcId="{02BEA573-C41D-4565-808F-1151A62BB123}" destId="{9C201DEA-3F04-4E37-B5F7-39F23507EB3E}" srcOrd="0" destOrd="0" parTransId="{A4C4E3B0-6C67-4E8B-B3E9-FACD05D961A9}" sibTransId="{871ED89D-5FD0-47B9-B54D-2F53F482F3C3}"/>
    <dgm:cxn modelId="{A658F1E7-B341-4CF0-AAE2-6926698570CE}" type="presOf" srcId="{2DD49490-DA1C-4FA9-9664-0B29329B777A}" destId="{D4C3A361-110D-4D92-BB64-8186A8AEEA85}" srcOrd="0" destOrd="0" presId="urn:microsoft.com/office/officeart/2016/7/layout/ChevronBlockProcess"/>
    <dgm:cxn modelId="{DB51BDF3-A8F4-4CFD-B604-3F4F2C9D3030}" type="presOf" srcId="{D35E3C24-E314-4821-A411-98CEF97951D1}" destId="{AD408EE5-712B-43FF-B111-057C255BECA4}" srcOrd="0" destOrd="0" presId="urn:microsoft.com/office/officeart/2016/7/layout/ChevronBlockProcess"/>
    <dgm:cxn modelId="{F4FE89F9-02AF-443D-8931-4EE7A83AA3A9}" srcId="{18561DAC-4375-41D6-BE40-377A66100927}" destId="{7CF69ACE-0BA3-41B9-B7E4-EA67D6C7A2A3}" srcOrd="0" destOrd="0" parTransId="{751564CA-85BB-49FC-9456-CA48BD273DD2}" sibTransId="{CC60D7B0-FEBA-4546-989D-884CF0B20D2A}"/>
    <dgm:cxn modelId="{FB35B8A7-04ED-4687-8EE2-8E8E7B087776}" type="presParOf" srcId="{CE2A5BF3-6951-4771-8B35-C983366409CA}" destId="{653EABFD-B341-4D41-B984-6E176792421F}" srcOrd="0" destOrd="0" presId="urn:microsoft.com/office/officeart/2016/7/layout/ChevronBlockProcess"/>
    <dgm:cxn modelId="{C0862BBA-BBAD-4926-AF12-B7E6CEA1DC18}" type="presParOf" srcId="{653EABFD-B341-4D41-B984-6E176792421F}" destId="{D4C3A361-110D-4D92-BB64-8186A8AEEA85}" srcOrd="0" destOrd="0" presId="urn:microsoft.com/office/officeart/2016/7/layout/ChevronBlockProcess"/>
    <dgm:cxn modelId="{C566038D-DFBA-49BD-BB33-A9CC563486F7}" type="presParOf" srcId="{653EABFD-B341-4D41-B984-6E176792421F}" destId="{AD408EE5-712B-43FF-B111-057C255BECA4}" srcOrd="1" destOrd="0" presId="urn:microsoft.com/office/officeart/2016/7/layout/ChevronBlockProcess"/>
    <dgm:cxn modelId="{476BED90-0EB0-429C-B7EB-E4EED284386F}" type="presParOf" srcId="{CE2A5BF3-6951-4771-8B35-C983366409CA}" destId="{6F70D4F5-6FC6-455C-9AEA-F67A5043ABFD}" srcOrd="1" destOrd="0" presId="urn:microsoft.com/office/officeart/2016/7/layout/ChevronBlockProcess"/>
    <dgm:cxn modelId="{16F060EB-FAF4-4D49-9694-5BB6D27A3A2E}" type="presParOf" srcId="{CE2A5BF3-6951-4771-8B35-C983366409CA}" destId="{31A49102-C68F-4486-9436-58B7D0A9EDC8}" srcOrd="2" destOrd="0" presId="urn:microsoft.com/office/officeart/2016/7/layout/ChevronBlockProcess"/>
    <dgm:cxn modelId="{48A1F224-D448-4569-B124-EEBCBB697901}" type="presParOf" srcId="{31A49102-C68F-4486-9436-58B7D0A9EDC8}" destId="{9CB39EC8-CA90-4139-8026-340F0EBA69B0}" srcOrd="0" destOrd="0" presId="urn:microsoft.com/office/officeart/2016/7/layout/ChevronBlockProcess"/>
    <dgm:cxn modelId="{34A809FF-1078-4759-BE4A-41101BC89C9C}" type="presParOf" srcId="{31A49102-C68F-4486-9436-58B7D0A9EDC8}" destId="{95AA7A5D-598B-4C09-821A-FCAD5CF66E93}" srcOrd="1" destOrd="0" presId="urn:microsoft.com/office/officeart/2016/7/layout/ChevronBlockProcess"/>
    <dgm:cxn modelId="{048DAEF8-12D4-4F84-B1F8-087C3AE61168}" type="presParOf" srcId="{CE2A5BF3-6951-4771-8B35-C983366409CA}" destId="{49F1C96E-B27C-4283-AE85-A1C88CA23D92}" srcOrd="3" destOrd="0" presId="urn:microsoft.com/office/officeart/2016/7/layout/ChevronBlockProcess"/>
    <dgm:cxn modelId="{4505EB1B-3150-4715-8B8A-58EC810C7924}" type="presParOf" srcId="{CE2A5BF3-6951-4771-8B35-C983366409CA}" destId="{D7544571-83A2-4D4E-B8FB-36190F7FC40B}" srcOrd="4" destOrd="0" presId="urn:microsoft.com/office/officeart/2016/7/layout/ChevronBlockProcess"/>
    <dgm:cxn modelId="{89E880C2-11E5-407B-AE5E-3106AFC7284B}" type="presParOf" srcId="{D7544571-83A2-4D4E-B8FB-36190F7FC40B}" destId="{3E476BFA-28AF-4790-BD86-5D58E1D0BE36}" srcOrd="0" destOrd="0" presId="urn:microsoft.com/office/officeart/2016/7/layout/ChevronBlockProcess"/>
    <dgm:cxn modelId="{8A18C9CB-A67B-40AE-80AD-B6D5CE3B82A3}" type="presParOf" srcId="{D7544571-83A2-4D4E-B8FB-36190F7FC40B}" destId="{C8875271-ED0A-4E4B-BEE6-6B1A7DCEBD63}" srcOrd="1" destOrd="0" presId="urn:microsoft.com/office/officeart/2016/7/layout/ChevronBlockProcess"/>
    <dgm:cxn modelId="{5CCE0ED0-753C-43F6-97D3-A06AF9410CE1}" type="presParOf" srcId="{CE2A5BF3-6951-4771-8B35-C983366409CA}" destId="{9A932AC1-ED7C-4B1B-A493-1A82EECAA65F}" srcOrd="5" destOrd="0" presId="urn:microsoft.com/office/officeart/2016/7/layout/ChevronBlockProcess"/>
    <dgm:cxn modelId="{A28E4A14-0294-4166-9B80-B4DBECE0C5F0}" type="presParOf" srcId="{CE2A5BF3-6951-4771-8B35-C983366409CA}" destId="{11C8BA82-0F15-48D8-966C-C681D83CA00E}" srcOrd="6" destOrd="0" presId="urn:microsoft.com/office/officeart/2016/7/layout/ChevronBlockProcess"/>
    <dgm:cxn modelId="{21E8D815-D116-4DA7-ACBF-7C9F70DE850A}" type="presParOf" srcId="{11C8BA82-0F15-48D8-966C-C681D83CA00E}" destId="{DD6A7A12-505E-4AE0-ABBA-5C75C8D09951}" srcOrd="0" destOrd="0" presId="urn:microsoft.com/office/officeart/2016/7/layout/ChevronBlockProcess"/>
    <dgm:cxn modelId="{85091852-E199-4238-BAEE-47573E3E0919}" type="presParOf" srcId="{11C8BA82-0F15-48D8-966C-C681D83CA00E}" destId="{A4D2BFF2-7516-4CBA-96EB-B1F105FEA74E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70F147A-1386-4009-8770-059D86F679D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5F189C-65C0-4F6D-9C57-6AD6378A1064}">
      <dgm:prSet/>
      <dgm:spPr/>
      <dgm:t>
        <a:bodyPr/>
        <a:lstStyle/>
        <a:p>
          <a:pPr>
            <a:defRPr cap="all"/>
          </a:pPr>
          <a:r>
            <a:rPr lang="en-SG"/>
            <a:t>Technology networks</a:t>
          </a:r>
          <a:endParaRPr lang="en-US"/>
        </a:p>
      </dgm:t>
    </dgm:pt>
    <dgm:pt modelId="{E2B58C20-18DC-42DF-A0FB-DD6B6FB0ED29}" type="parTrans" cxnId="{29A530F9-2B98-4AF1-8FED-B85648880DFC}">
      <dgm:prSet/>
      <dgm:spPr/>
      <dgm:t>
        <a:bodyPr/>
        <a:lstStyle/>
        <a:p>
          <a:endParaRPr lang="en-US"/>
        </a:p>
      </dgm:t>
    </dgm:pt>
    <dgm:pt modelId="{B4E1A056-9926-44BE-AFB4-315D8E54745B}" type="sibTrans" cxnId="{29A530F9-2B98-4AF1-8FED-B85648880DFC}">
      <dgm:prSet/>
      <dgm:spPr/>
      <dgm:t>
        <a:bodyPr/>
        <a:lstStyle/>
        <a:p>
          <a:endParaRPr lang="en-US"/>
        </a:p>
      </dgm:t>
    </dgm:pt>
    <dgm:pt modelId="{DE048E76-191A-4286-9C46-4B23C89925B6}">
      <dgm:prSet/>
      <dgm:spPr/>
      <dgm:t>
        <a:bodyPr/>
        <a:lstStyle/>
        <a:p>
          <a:pPr>
            <a:defRPr cap="all"/>
          </a:pPr>
          <a:r>
            <a:rPr lang="en-SG"/>
            <a:t>Crowdsourcing</a:t>
          </a:r>
          <a:endParaRPr lang="en-US"/>
        </a:p>
      </dgm:t>
    </dgm:pt>
    <dgm:pt modelId="{A72C1392-C748-454F-8BCC-0614C43ADC6B}" type="parTrans" cxnId="{62415E6A-1F82-4550-975C-68CD013EF49E}">
      <dgm:prSet/>
      <dgm:spPr/>
      <dgm:t>
        <a:bodyPr/>
        <a:lstStyle/>
        <a:p>
          <a:endParaRPr lang="en-US"/>
        </a:p>
      </dgm:t>
    </dgm:pt>
    <dgm:pt modelId="{C0B76804-92A8-4B62-8595-F0B58D45D992}" type="sibTrans" cxnId="{62415E6A-1F82-4550-975C-68CD013EF49E}">
      <dgm:prSet/>
      <dgm:spPr/>
      <dgm:t>
        <a:bodyPr/>
        <a:lstStyle/>
        <a:p>
          <a:endParaRPr lang="en-US"/>
        </a:p>
      </dgm:t>
    </dgm:pt>
    <dgm:pt modelId="{47C97B2C-DA07-4BAA-BFA6-187049A7FF2D}">
      <dgm:prSet/>
      <dgm:spPr/>
      <dgm:t>
        <a:bodyPr/>
        <a:lstStyle/>
        <a:p>
          <a:pPr>
            <a:defRPr cap="all"/>
          </a:pPr>
          <a:r>
            <a:rPr lang="en-SG"/>
            <a:t>Technology hunting</a:t>
          </a:r>
          <a:endParaRPr lang="en-US"/>
        </a:p>
      </dgm:t>
    </dgm:pt>
    <dgm:pt modelId="{87CFA3C2-231B-4555-8D7B-95E0BE83944F}" type="parTrans" cxnId="{BB35204C-27F3-40D0-8D97-9F1E0FDDE6E6}">
      <dgm:prSet/>
      <dgm:spPr/>
      <dgm:t>
        <a:bodyPr/>
        <a:lstStyle/>
        <a:p>
          <a:endParaRPr lang="en-US"/>
        </a:p>
      </dgm:t>
    </dgm:pt>
    <dgm:pt modelId="{4BCD6125-2B0B-4AD6-9FC5-540F790EEA41}" type="sibTrans" cxnId="{BB35204C-27F3-40D0-8D97-9F1E0FDDE6E6}">
      <dgm:prSet/>
      <dgm:spPr/>
      <dgm:t>
        <a:bodyPr/>
        <a:lstStyle/>
        <a:p>
          <a:endParaRPr lang="en-US"/>
        </a:p>
      </dgm:t>
    </dgm:pt>
    <dgm:pt modelId="{0666DAC1-499D-4B91-BE31-7472358C8D07}">
      <dgm:prSet/>
      <dgm:spPr/>
      <dgm:t>
        <a:bodyPr/>
        <a:lstStyle/>
        <a:p>
          <a:pPr>
            <a:defRPr cap="all"/>
          </a:pPr>
          <a:r>
            <a:rPr lang="en-SG"/>
            <a:t>Technology mining</a:t>
          </a:r>
          <a:endParaRPr lang="en-US"/>
        </a:p>
      </dgm:t>
    </dgm:pt>
    <dgm:pt modelId="{FD9D141F-B1C4-482A-9B3B-69A7B0A9A63F}" type="parTrans" cxnId="{F965EC65-F317-482F-95DD-065A6D5CEAAA}">
      <dgm:prSet/>
      <dgm:spPr/>
      <dgm:t>
        <a:bodyPr/>
        <a:lstStyle/>
        <a:p>
          <a:endParaRPr lang="en-US"/>
        </a:p>
      </dgm:t>
    </dgm:pt>
    <dgm:pt modelId="{6E97086F-CDFB-4217-9FCF-52EE258D6697}" type="sibTrans" cxnId="{F965EC65-F317-482F-95DD-065A6D5CEAAA}">
      <dgm:prSet/>
      <dgm:spPr/>
      <dgm:t>
        <a:bodyPr/>
        <a:lstStyle/>
        <a:p>
          <a:endParaRPr lang="en-US"/>
        </a:p>
      </dgm:t>
    </dgm:pt>
    <dgm:pt modelId="{0DF04E4E-1725-47A0-80A7-002CCBC9B95A}" type="pres">
      <dgm:prSet presAssocID="{770F147A-1386-4009-8770-059D86F679DE}" presName="root" presStyleCnt="0">
        <dgm:presLayoutVars>
          <dgm:dir/>
          <dgm:resizeHandles val="exact"/>
        </dgm:presLayoutVars>
      </dgm:prSet>
      <dgm:spPr/>
    </dgm:pt>
    <dgm:pt modelId="{45138E31-CF95-4072-B7CA-7DB42B1A3E09}" type="pres">
      <dgm:prSet presAssocID="{7B5F189C-65C0-4F6D-9C57-6AD6378A1064}" presName="compNode" presStyleCnt="0"/>
      <dgm:spPr/>
    </dgm:pt>
    <dgm:pt modelId="{4C883AD2-1BB2-4520-8005-12B93200C529}" type="pres">
      <dgm:prSet presAssocID="{7B5F189C-65C0-4F6D-9C57-6AD6378A1064}" presName="iconBgRect" presStyleLbl="bgShp" presStyleIdx="0" presStyleCnt="4"/>
      <dgm:spPr/>
    </dgm:pt>
    <dgm:pt modelId="{D71D8C28-0BA0-41ED-95AA-159723069ABD}" type="pres">
      <dgm:prSet presAssocID="{7B5F189C-65C0-4F6D-9C57-6AD6378A106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3AE7A5C3-B292-459B-BDD2-5F1DD08F3937}" type="pres">
      <dgm:prSet presAssocID="{7B5F189C-65C0-4F6D-9C57-6AD6378A1064}" presName="spaceRect" presStyleCnt="0"/>
      <dgm:spPr/>
    </dgm:pt>
    <dgm:pt modelId="{9373D650-3F0D-4465-8CD4-0C5130218B21}" type="pres">
      <dgm:prSet presAssocID="{7B5F189C-65C0-4F6D-9C57-6AD6378A1064}" presName="textRect" presStyleLbl="revTx" presStyleIdx="0" presStyleCnt="4">
        <dgm:presLayoutVars>
          <dgm:chMax val="1"/>
          <dgm:chPref val="1"/>
        </dgm:presLayoutVars>
      </dgm:prSet>
      <dgm:spPr/>
    </dgm:pt>
    <dgm:pt modelId="{115F6164-7350-41B4-B07C-0D5FAE5005EB}" type="pres">
      <dgm:prSet presAssocID="{B4E1A056-9926-44BE-AFB4-315D8E54745B}" presName="sibTrans" presStyleCnt="0"/>
      <dgm:spPr/>
    </dgm:pt>
    <dgm:pt modelId="{F7352F5C-6AAA-4742-814D-A7F9B95949F3}" type="pres">
      <dgm:prSet presAssocID="{DE048E76-191A-4286-9C46-4B23C89925B6}" presName="compNode" presStyleCnt="0"/>
      <dgm:spPr/>
    </dgm:pt>
    <dgm:pt modelId="{F00F100C-BD46-413C-BA44-2C874EC55835}" type="pres">
      <dgm:prSet presAssocID="{DE048E76-191A-4286-9C46-4B23C89925B6}" presName="iconBgRect" presStyleLbl="bgShp" presStyleIdx="1" presStyleCnt="4"/>
      <dgm:spPr/>
    </dgm:pt>
    <dgm:pt modelId="{66B8B0C0-652F-40FE-9C6F-67DC1B56468D}" type="pres">
      <dgm:prSet presAssocID="{DE048E76-191A-4286-9C46-4B23C89925B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117407B-3B2C-488C-9983-FBFE86B1922F}" type="pres">
      <dgm:prSet presAssocID="{DE048E76-191A-4286-9C46-4B23C89925B6}" presName="spaceRect" presStyleCnt="0"/>
      <dgm:spPr/>
    </dgm:pt>
    <dgm:pt modelId="{C22EC906-5BE4-46AD-A256-09197C1BC1EA}" type="pres">
      <dgm:prSet presAssocID="{DE048E76-191A-4286-9C46-4B23C89925B6}" presName="textRect" presStyleLbl="revTx" presStyleIdx="1" presStyleCnt="4">
        <dgm:presLayoutVars>
          <dgm:chMax val="1"/>
          <dgm:chPref val="1"/>
        </dgm:presLayoutVars>
      </dgm:prSet>
      <dgm:spPr/>
    </dgm:pt>
    <dgm:pt modelId="{093A91CD-4990-46AC-9D88-5E4C0B2D75FD}" type="pres">
      <dgm:prSet presAssocID="{C0B76804-92A8-4B62-8595-F0B58D45D992}" presName="sibTrans" presStyleCnt="0"/>
      <dgm:spPr/>
    </dgm:pt>
    <dgm:pt modelId="{B7498C6C-6E2B-4A87-8932-8E8796CAFD52}" type="pres">
      <dgm:prSet presAssocID="{47C97B2C-DA07-4BAA-BFA6-187049A7FF2D}" presName="compNode" presStyleCnt="0"/>
      <dgm:spPr/>
    </dgm:pt>
    <dgm:pt modelId="{8124E7BE-2BD2-49C4-B9A6-6066BDBD995E}" type="pres">
      <dgm:prSet presAssocID="{47C97B2C-DA07-4BAA-BFA6-187049A7FF2D}" presName="iconBgRect" presStyleLbl="bgShp" presStyleIdx="2" presStyleCnt="4"/>
      <dgm:spPr/>
    </dgm:pt>
    <dgm:pt modelId="{209D9846-0ACB-4F76-9310-BBE9C75E6393}" type="pres">
      <dgm:prSet presAssocID="{47C97B2C-DA07-4BAA-BFA6-187049A7FF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w Prints"/>
        </a:ext>
      </dgm:extLst>
    </dgm:pt>
    <dgm:pt modelId="{803E3F49-C400-4F47-BC1E-87C28E570509}" type="pres">
      <dgm:prSet presAssocID="{47C97B2C-DA07-4BAA-BFA6-187049A7FF2D}" presName="spaceRect" presStyleCnt="0"/>
      <dgm:spPr/>
    </dgm:pt>
    <dgm:pt modelId="{C3377E1B-50D0-4AB9-9F37-0036893873D6}" type="pres">
      <dgm:prSet presAssocID="{47C97B2C-DA07-4BAA-BFA6-187049A7FF2D}" presName="textRect" presStyleLbl="revTx" presStyleIdx="2" presStyleCnt="4">
        <dgm:presLayoutVars>
          <dgm:chMax val="1"/>
          <dgm:chPref val="1"/>
        </dgm:presLayoutVars>
      </dgm:prSet>
      <dgm:spPr/>
    </dgm:pt>
    <dgm:pt modelId="{5337F0CF-F8FF-401F-89E4-5BF6AC297E72}" type="pres">
      <dgm:prSet presAssocID="{4BCD6125-2B0B-4AD6-9FC5-540F790EEA41}" presName="sibTrans" presStyleCnt="0"/>
      <dgm:spPr/>
    </dgm:pt>
    <dgm:pt modelId="{B058F4F6-62DA-406B-AFC3-D539B1A20024}" type="pres">
      <dgm:prSet presAssocID="{0666DAC1-499D-4B91-BE31-7472358C8D07}" presName="compNode" presStyleCnt="0"/>
      <dgm:spPr/>
    </dgm:pt>
    <dgm:pt modelId="{A7AF5823-DFC3-493A-9124-70A81710A5EF}" type="pres">
      <dgm:prSet presAssocID="{0666DAC1-499D-4B91-BE31-7472358C8D07}" presName="iconBgRect" presStyleLbl="bgShp" presStyleIdx="3" presStyleCnt="4"/>
      <dgm:spPr/>
    </dgm:pt>
    <dgm:pt modelId="{982D81D7-9501-4A37-8A64-70E219979CA4}" type="pres">
      <dgm:prSet presAssocID="{0666DAC1-499D-4B91-BE31-7472358C8D0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55209B39-D392-460B-8207-FE4190E0AF3E}" type="pres">
      <dgm:prSet presAssocID="{0666DAC1-499D-4B91-BE31-7472358C8D07}" presName="spaceRect" presStyleCnt="0"/>
      <dgm:spPr/>
    </dgm:pt>
    <dgm:pt modelId="{7DBBE64F-A3E9-422A-AFB6-30EA7461C12C}" type="pres">
      <dgm:prSet presAssocID="{0666DAC1-499D-4B91-BE31-7472358C8D0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E21990D-DC6C-4F38-94FE-E44A3BAD4BC0}" type="presOf" srcId="{47C97B2C-DA07-4BAA-BFA6-187049A7FF2D}" destId="{C3377E1B-50D0-4AB9-9F37-0036893873D6}" srcOrd="0" destOrd="0" presId="urn:microsoft.com/office/officeart/2018/5/layout/IconCircleLabelList"/>
    <dgm:cxn modelId="{5815E63B-37ED-4230-A592-5C6E6A9E32EE}" type="presOf" srcId="{0666DAC1-499D-4B91-BE31-7472358C8D07}" destId="{7DBBE64F-A3E9-422A-AFB6-30EA7461C12C}" srcOrd="0" destOrd="0" presId="urn:microsoft.com/office/officeart/2018/5/layout/IconCircleLabelList"/>
    <dgm:cxn modelId="{F965EC65-F317-482F-95DD-065A6D5CEAAA}" srcId="{770F147A-1386-4009-8770-059D86F679DE}" destId="{0666DAC1-499D-4B91-BE31-7472358C8D07}" srcOrd="3" destOrd="0" parTransId="{FD9D141F-B1C4-482A-9B3B-69A7B0A9A63F}" sibTransId="{6E97086F-CDFB-4217-9FCF-52EE258D6697}"/>
    <dgm:cxn modelId="{62415E6A-1F82-4550-975C-68CD013EF49E}" srcId="{770F147A-1386-4009-8770-059D86F679DE}" destId="{DE048E76-191A-4286-9C46-4B23C89925B6}" srcOrd="1" destOrd="0" parTransId="{A72C1392-C748-454F-8BCC-0614C43ADC6B}" sibTransId="{C0B76804-92A8-4B62-8595-F0B58D45D992}"/>
    <dgm:cxn modelId="{BB35204C-27F3-40D0-8D97-9F1E0FDDE6E6}" srcId="{770F147A-1386-4009-8770-059D86F679DE}" destId="{47C97B2C-DA07-4BAA-BFA6-187049A7FF2D}" srcOrd="2" destOrd="0" parTransId="{87CFA3C2-231B-4555-8D7B-95E0BE83944F}" sibTransId="{4BCD6125-2B0B-4AD6-9FC5-540F790EEA41}"/>
    <dgm:cxn modelId="{8CF51956-2E58-4F35-B425-D6AA06368944}" type="presOf" srcId="{DE048E76-191A-4286-9C46-4B23C89925B6}" destId="{C22EC906-5BE4-46AD-A256-09197C1BC1EA}" srcOrd="0" destOrd="0" presId="urn:microsoft.com/office/officeart/2018/5/layout/IconCircleLabelList"/>
    <dgm:cxn modelId="{EA82A294-A108-4891-A420-017404FDACF6}" type="presOf" srcId="{7B5F189C-65C0-4F6D-9C57-6AD6378A1064}" destId="{9373D650-3F0D-4465-8CD4-0C5130218B21}" srcOrd="0" destOrd="0" presId="urn:microsoft.com/office/officeart/2018/5/layout/IconCircleLabelList"/>
    <dgm:cxn modelId="{3CB935B7-4C9B-4014-AC6B-F8C77F3C99A9}" type="presOf" srcId="{770F147A-1386-4009-8770-059D86F679DE}" destId="{0DF04E4E-1725-47A0-80A7-002CCBC9B95A}" srcOrd="0" destOrd="0" presId="urn:microsoft.com/office/officeart/2018/5/layout/IconCircleLabelList"/>
    <dgm:cxn modelId="{29A530F9-2B98-4AF1-8FED-B85648880DFC}" srcId="{770F147A-1386-4009-8770-059D86F679DE}" destId="{7B5F189C-65C0-4F6D-9C57-6AD6378A1064}" srcOrd="0" destOrd="0" parTransId="{E2B58C20-18DC-42DF-A0FB-DD6B6FB0ED29}" sibTransId="{B4E1A056-9926-44BE-AFB4-315D8E54745B}"/>
    <dgm:cxn modelId="{0FC881A4-233D-44C7-A6C2-63C9B406CCBC}" type="presParOf" srcId="{0DF04E4E-1725-47A0-80A7-002CCBC9B95A}" destId="{45138E31-CF95-4072-B7CA-7DB42B1A3E09}" srcOrd="0" destOrd="0" presId="urn:microsoft.com/office/officeart/2018/5/layout/IconCircleLabelList"/>
    <dgm:cxn modelId="{7426500F-3693-44F3-BF60-8A4FE504FEF4}" type="presParOf" srcId="{45138E31-CF95-4072-B7CA-7DB42B1A3E09}" destId="{4C883AD2-1BB2-4520-8005-12B93200C529}" srcOrd="0" destOrd="0" presId="urn:microsoft.com/office/officeart/2018/5/layout/IconCircleLabelList"/>
    <dgm:cxn modelId="{581DE703-9A0B-42B3-B290-66A3447329E4}" type="presParOf" srcId="{45138E31-CF95-4072-B7CA-7DB42B1A3E09}" destId="{D71D8C28-0BA0-41ED-95AA-159723069ABD}" srcOrd="1" destOrd="0" presId="urn:microsoft.com/office/officeart/2018/5/layout/IconCircleLabelList"/>
    <dgm:cxn modelId="{3147A270-5683-4F88-9961-3C3656D89FB1}" type="presParOf" srcId="{45138E31-CF95-4072-B7CA-7DB42B1A3E09}" destId="{3AE7A5C3-B292-459B-BDD2-5F1DD08F3937}" srcOrd="2" destOrd="0" presId="urn:microsoft.com/office/officeart/2018/5/layout/IconCircleLabelList"/>
    <dgm:cxn modelId="{98B4CAC5-743D-4BC3-B426-B01BC57643EC}" type="presParOf" srcId="{45138E31-CF95-4072-B7CA-7DB42B1A3E09}" destId="{9373D650-3F0D-4465-8CD4-0C5130218B21}" srcOrd="3" destOrd="0" presId="urn:microsoft.com/office/officeart/2018/5/layout/IconCircleLabelList"/>
    <dgm:cxn modelId="{7B47E52B-0112-4E85-8F88-9D97FD4C8BC6}" type="presParOf" srcId="{0DF04E4E-1725-47A0-80A7-002CCBC9B95A}" destId="{115F6164-7350-41B4-B07C-0D5FAE5005EB}" srcOrd="1" destOrd="0" presId="urn:microsoft.com/office/officeart/2018/5/layout/IconCircleLabelList"/>
    <dgm:cxn modelId="{04C514E5-9EEB-419A-8674-85AD55D7DADE}" type="presParOf" srcId="{0DF04E4E-1725-47A0-80A7-002CCBC9B95A}" destId="{F7352F5C-6AAA-4742-814D-A7F9B95949F3}" srcOrd="2" destOrd="0" presId="urn:microsoft.com/office/officeart/2018/5/layout/IconCircleLabelList"/>
    <dgm:cxn modelId="{206FB998-8923-43BA-B21E-F9D97B77D701}" type="presParOf" srcId="{F7352F5C-6AAA-4742-814D-A7F9B95949F3}" destId="{F00F100C-BD46-413C-BA44-2C874EC55835}" srcOrd="0" destOrd="0" presId="urn:microsoft.com/office/officeart/2018/5/layout/IconCircleLabelList"/>
    <dgm:cxn modelId="{30678EC3-4D5C-4B64-ABC4-279B1654B993}" type="presParOf" srcId="{F7352F5C-6AAA-4742-814D-A7F9B95949F3}" destId="{66B8B0C0-652F-40FE-9C6F-67DC1B56468D}" srcOrd="1" destOrd="0" presId="urn:microsoft.com/office/officeart/2018/5/layout/IconCircleLabelList"/>
    <dgm:cxn modelId="{BACAA00D-CC94-4FD2-B473-A7205ADE6F48}" type="presParOf" srcId="{F7352F5C-6AAA-4742-814D-A7F9B95949F3}" destId="{2117407B-3B2C-488C-9983-FBFE86B1922F}" srcOrd="2" destOrd="0" presId="urn:microsoft.com/office/officeart/2018/5/layout/IconCircleLabelList"/>
    <dgm:cxn modelId="{EF101610-0988-4C72-BDEE-A0FBE67710AF}" type="presParOf" srcId="{F7352F5C-6AAA-4742-814D-A7F9B95949F3}" destId="{C22EC906-5BE4-46AD-A256-09197C1BC1EA}" srcOrd="3" destOrd="0" presId="urn:microsoft.com/office/officeart/2018/5/layout/IconCircleLabelList"/>
    <dgm:cxn modelId="{FFA43DD5-DEF7-4CE2-875D-C828BDCBFBE4}" type="presParOf" srcId="{0DF04E4E-1725-47A0-80A7-002CCBC9B95A}" destId="{093A91CD-4990-46AC-9D88-5E4C0B2D75FD}" srcOrd="3" destOrd="0" presId="urn:microsoft.com/office/officeart/2018/5/layout/IconCircleLabelList"/>
    <dgm:cxn modelId="{ACAABB40-7C25-46DE-BD61-17FC01ADF45E}" type="presParOf" srcId="{0DF04E4E-1725-47A0-80A7-002CCBC9B95A}" destId="{B7498C6C-6E2B-4A87-8932-8E8796CAFD52}" srcOrd="4" destOrd="0" presId="urn:microsoft.com/office/officeart/2018/5/layout/IconCircleLabelList"/>
    <dgm:cxn modelId="{F593777F-60AB-446E-B074-6AFB1C664F4E}" type="presParOf" srcId="{B7498C6C-6E2B-4A87-8932-8E8796CAFD52}" destId="{8124E7BE-2BD2-49C4-B9A6-6066BDBD995E}" srcOrd="0" destOrd="0" presId="urn:microsoft.com/office/officeart/2018/5/layout/IconCircleLabelList"/>
    <dgm:cxn modelId="{92F3F478-654A-4F94-B528-EC34BB6C7217}" type="presParOf" srcId="{B7498C6C-6E2B-4A87-8932-8E8796CAFD52}" destId="{209D9846-0ACB-4F76-9310-BBE9C75E6393}" srcOrd="1" destOrd="0" presId="urn:microsoft.com/office/officeart/2018/5/layout/IconCircleLabelList"/>
    <dgm:cxn modelId="{CD4EF091-2626-49B3-B01B-8E37CC38B7E7}" type="presParOf" srcId="{B7498C6C-6E2B-4A87-8932-8E8796CAFD52}" destId="{803E3F49-C400-4F47-BC1E-87C28E570509}" srcOrd="2" destOrd="0" presId="urn:microsoft.com/office/officeart/2018/5/layout/IconCircleLabelList"/>
    <dgm:cxn modelId="{0FA7AA80-2B24-4450-A211-39AAE1A0A0C0}" type="presParOf" srcId="{B7498C6C-6E2B-4A87-8932-8E8796CAFD52}" destId="{C3377E1B-50D0-4AB9-9F37-0036893873D6}" srcOrd="3" destOrd="0" presId="urn:microsoft.com/office/officeart/2018/5/layout/IconCircleLabelList"/>
    <dgm:cxn modelId="{03EF8864-5ACC-445B-878F-83B7186840E8}" type="presParOf" srcId="{0DF04E4E-1725-47A0-80A7-002CCBC9B95A}" destId="{5337F0CF-F8FF-401F-89E4-5BF6AC297E72}" srcOrd="5" destOrd="0" presId="urn:microsoft.com/office/officeart/2018/5/layout/IconCircleLabelList"/>
    <dgm:cxn modelId="{D75736B1-2D3E-49F5-81A1-0398A1FCFF7B}" type="presParOf" srcId="{0DF04E4E-1725-47A0-80A7-002CCBC9B95A}" destId="{B058F4F6-62DA-406B-AFC3-D539B1A20024}" srcOrd="6" destOrd="0" presId="urn:microsoft.com/office/officeart/2018/5/layout/IconCircleLabelList"/>
    <dgm:cxn modelId="{7E99D614-A280-4697-AA1A-ED11D9413180}" type="presParOf" srcId="{B058F4F6-62DA-406B-AFC3-D539B1A20024}" destId="{A7AF5823-DFC3-493A-9124-70A81710A5EF}" srcOrd="0" destOrd="0" presId="urn:microsoft.com/office/officeart/2018/5/layout/IconCircleLabelList"/>
    <dgm:cxn modelId="{8BC9B16A-E048-4B52-811B-A7A533401D95}" type="presParOf" srcId="{B058F4F6-62DA-406B-AFC3-D539B1A20024}" destId="{982D81D7-9501-4A37-8A64-70E219979CA4}" srcOrd="1" destOrd="0" presId="urn:microsoft.com/office/officeart/2018/5/layout/IconCircleLabelList"/>
    <dgm:cxn modelId="{99C4BBDF-7C5A-4D66-9676-9DA7BCCCBC0D}" type="presParOf" srcId="{B058F4F6-62DA-406B-AFC3-D539B1A20024}" destId="{55209B39-D392-460B-8207-FE4190E0AF3E}" srcOrd="2" destOrd="0" presId="urn:microsoft.com/office/officeart/2018/5/layout/IconCircleLabelList"/>
    <dgm:cxn modelId="{9FCDD653-CD1A-41AE-B5AE-2B1DE43E3A26}" type="presParOf" srcId="{B058F4F6-62DA-406B-AFC3-D539B1A20024}" destId="{7DBBE64F-A3E9-422A-AFB6-30EA7461C12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90752-BAEF-4028-80DA-77D9E2CD1236}">
      <dsp:nvSpPr>
        <dsp:cNvPr id="0" name=""/>
        <dsp:cNvSpPr/>
      </dsp:nvSpPr>
      <dsp:spPr>
        <a:xfrm>
          <a:off x="622800" y="69226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17097-EB63-4CBD-B038-068A3A47019E}">
      <dsp:nvSpPr>
        <dsp:cNvPr id="0" name=""/>
        <dsp:cNvSpPr/>
      </dsp:nvSpPr>
      <dsp:spPr>
        <a:xfrm>
          <a:off x="127800" y="17722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Social Factors</a:t>
          </a:r>
          <a:endParaRPr lang="en-US" sz="2300" kern="1200"/>
        </a:p>
      </dsp:txBody>
      <dsp:txXfrm>
        <a:off x="127800" y="1772262"/>
        <a:ext cx="1800000" cy="720000"/>
      </dsp:txXfrm>
    </dsp:sp>
    <dsp:sp modelId="{2546B2FE-E273-416D-9782-F0E0B209D031}">
      <dsp:nvSpPr>
        <dsp:cNvPr id="0" name=""/>
        <dsp:cNvSpPr/>
      </dsp:nvSpPr>
      <dsp:spPr>
        <a:xfrm>
          <a:off x="2737800" y="69226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39442-FB59-4F84-9D48-86EE560E65FA}">
      <dsp:nvSpPr>
        <dsp:cNvPr id="0" name=""/>
        <dsp:cNvSpPr/>
      </dsp:nvSpPr>
      <dsp:spPr>
        <a:xfrm>
          <a:off x="2242800" y="17722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Legal and ethical factors</a:t>
          </a:r>
          <a:endParaRPr lang="en-US" sz="2300" kern="1200"/>
        </a:p>
      </dsp:txBody>
      <dsp:txXfrm>
        <a:off x="2242800" y="1772262"/>
        <a:ext cx="1800000" cy="720000"/>
      </dsp:txXfrm>
    </dsp:sp>
    <dsp:sp modelId="{8BF676B0-2B9C-46AC-B1C9-FA7D3D764C4C}">
      <dsp:nvSpPr>
        <dsp:cNvPr id="0" name=""/>
        <dsp:cNvSpPr/>
      </dsp:nvSpPr>
      <dsp:spPr>
        <a:xfrm>
          <a:off x="4852800" y="69226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A090E-3732-427A-BFDC-2AE1B05A4C25}">
      <dsp:nvSpPr>
        <dsp:cNvPr id="0" name=""/>
        <dsp:cNvSpPr/>
      </dsp:nvSpPr>
      <dsp:spPr>
        <a:xfrm>
          <a:off x="4357800" y="17722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Economic factors</a:t>
          </a:r>
          <a:endParaRPr lang="en-US" sz="2300" kern="1200"/>
        </a:p>
      </dsp:txBody>
      <dsp:txXfrm>
        <a:off x="4357800" y="1772262"/>
        <a:ext cx="1800000" cy="720000"/>
      </dsp:txXfrm>
    </dsp:sp>
    <dsp:sp modelId="{78F451B7-8D68-4AC5-8A8A-5301FDEEFB8B}">
      <dsp:nvSpPr>
        <dsp:cNvPr id="0" name=""/>
        <dsp:cNvSpPr/>
      </dsp:nvSpPr>
      <dsp:spPr>
        <a:xfrm>
          <a:off x="6967800" y="69226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05872-597F-4DDB-A476-D32A89004A6D}">
      <dsp:nvSpPr>
        <dsp:cNvPr id="0" name=""/>
        <dsp:cNvSpPr/>
      </dsp:nvSpPr>
      <dsp:spPr>
        <a:xfrm>
          <a:off x="6472800" y="17722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Political factors</a:t>
          </a:r>
          <a:endParaRPr lang="en-US" sz="2300" kern="1200"/>
        </a:p>
      </dsp:txBody>
      <dsp:txXfrm>
        <a:off x="6472800" y="1772262"/>
        <a:ext cx="1800000" cy="720000"/>
      </dsp:txXfrm>
    </dsp:sp>
    <dsp:sp modelId="{57D285D1-8AC0-4F02-93B2-6833FD35E52D}">
      <dsp:nvSpPr>
        <dsp:cNvPr id="0" name=""/>
        <dsp:cNvSpPr/>
      </dsp:nvSpPr>
      <dsp:spPr>
        <a:xfrm>
          <a:off x="9082800" y="69226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73989-C11E-4F1B-8ACB-18CEC53247F2}">
      <dsp:nvSpPr>
        <dsp:cNvPr id="0" name=""/>
        <dsp:cNvSpPr/>
      </dsp:nvSpPr>
      <dsp:spPr>
        <a:xfrm>
          <a:off x="8587800" y="177226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/>
            <a:t>Technological factors</a:t>
          </a:r>
          <a:endParaRPr lang="en-US" sz="2300" kern="1200"/>
        </a:p>
      </dsp:txBody>
      <dsp:txXfrm>
        <a:off x="8587800" y="177226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D2C1A-5226-4DF0-894F-DA55BCBA8F87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9FCF1-E261-4E08-BD10-E709A88CCBBE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02D5F1-F0C1-4AE0-8AC9-ADCAF5D435EB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Changes in social culture and particularly pop culture tend to be very rapid</a:t>
          </a:r>
          <a:endParaRPr lang="en-US" sz="1900" kern="1200"/>
        </a:p>
      </dsp:txBody>
      <dsp:txXfrm>
        <a:off x="1834517" y="469890"/>
        <a:ext cx="3148942" cy="1335915"/>
      </dsp:txXfrm>
    </dsp:sp>
    <dsp:sp modelId="{28B2FBFE-D57A-4351-A1C5-41CAB4CCF2A4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87A65C-A6E8-4A31-B48E-2A8575D432A3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340B6-0FAB-46A7-9725-4E89EF978097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Introduction of new technologies and changes in their popularity tend to be frequent too.</a:t>
          </a:r>
          <a:endParaRPr lang="en-US" sz="1900" kern="1200"/>
        </a:p>
      </dsp:txBody>
      <dsp:txXfrm>
        <a:off x="7154322" y="469890"/>
        <a:ext cx="3148942" cy="1335915"/>
      </dsp:txXfrm>
    </dsp:sp>
    <dsp:sp modelId="{A2C64977-3907-4CE5-86E7-F152A388E5E4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22FC67-C475-4F32-B68D-143C222EB44C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D390B-C91F-47A7-AED5-6553B93FE935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 dirty="0"/>
            <a:t>Governmental and legal changes tend to happen over longer time-scales but new laws can be introduced relatively fast.</a:t>
          </a:r>
          <a:endParaRPr lang="en-US" sz="1900" kern="1200" dirty="0"/>
        </a:p>
      </dsp:txBody>
      <dsp:txXfrm>
        <a:off x="1834517" y="2545532"/>
        <a:ext cx="3148942" cy="1335915"/>
      </dsp:txXfrm>
    </dsp:sp>
    <dsp:sp modelId="{67E64D60-7037-44A7-97CE-0B0D4A1A70C9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17D78-578D-4A2F-AD1F-5E55ACE84E76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0E24F-9ED9-45EF-930F-00CE0D0F949E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The trick for managers is to identify those factors that are critical to competitiveness and service delivery and monitor these.</a:t>
          </a:r>
          <a:endParaRPr lang="en-US" sz="1900" kern="1200"/>
        </a:p>
      </dsp:txBody>
      <dsp:txXfrm>
        <a:off x="7154322" y="2545532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BA043-AE27-4192-9845-C78806B328C0}">
      <dsp:nvSpPr>
        <dsp:cNvPr id="0" name=""/>
        <dsp:cNvSpPr/>
      </dsp:nvSpPr>
      <dsp:spPr>
        <a:xfrm>
          <a:off x="82613" y="909059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CC869-9870-4E46-B147-54B65926F24B}">
      <dsp:nvSpPr>
        <dsp:cNvPr id="0" name=""/>
        <dsp:cNvSpPr/>
      </dsp:nvSpPr>
      <dsp:spPr>
        <a:xfrm>
          <a:off x="271034" y="1097481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FB927-C0CB-4B9C-814A-7504D05BC8F6}">
      <dsp:nvSpPr>
        <dsp:cNvPr id="0" name=""/>
        <dsp:cNvSpPr/>
      </dsp:nvSpPr>
      <dsp:spPr>
        <a:xfrm>
          <a:off x="1172126" y="9090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/>
            <a:t>Data protection and privacy law</a:t>
          </a:r>
          <a:endParaRPr lang="en-US" sz="2100" kern="1200"/>
        </a:p>
      </dsp:txBody>
      <dsp:txXfrm>
        <a:off x="1172126" y="909059"/>
        <a:ext cx="2114937" cy="897246"/>
      </dsp:txXfrm>
    </dsp:sp>
    <dsp:sp modelId="{593C154F-2CF9-463D-B740-7B3346EF5D07}">
      <dsp:nvSpPr>
        <dsp:cNvPr id="0" name=""/>
        <dsp:cNvSpPr/>
      </dsp:nvSpPr>
      <dsp:spPr>
        <a:xfrm>
          <a:off x="3655575" y="909059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E2464-7E79-4356-A32C-095E816F0251}">
      <dsp:nvSpPr>
        <dsp:cNvPr id="0" name=""/>
        <dsp:cNvSpPr/>
      </dsp:nvSpPr>
      <dsp:spPr>
        <a:xfrm>
          <a:off x="3843996" y="1097481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ACCFC-1313-43E7-8CF1-293336C26692}">
      <dsp:nvSpPr>
        <dsp:cNvPr id="0" name=""/>
        <dsp:cNvSpPr/>
      </dsp:nvSpPr>
      <dsp:spPr>
        <a:xfrm>
          <a:off x="4745088" y="9090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/>
            <a:t>Disability and discrimination law</a:t>
          </a:r>
          <a:endParaRPr lang="en-US" sz="2100" kern="1200"/>
        </a:p>
      </dsp:txBody>
      <dsp:txXfrm>
        <a:off x="4745088" y="909059"/>
        <a:ext cx="2114937" cy="897246"/>
      </dsp:txXfrm>
    </dsp:sp>
    <dsp:sp modelId="{8A4D171D-A8BF-41A7-87AB-F7E2B413C82C}">
      <dsp:nvSpPr>
        <dsp:cNvPr id="0" name=""/>
        <dsp:cNvSpPr/>
      </dsp:nvSpPr>
      <dsp:spPr>
        <a:xfrm>
          <a:off x="7228536" y="909059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90747-85C1-40EA-9C2B-7831EAA26FA7}">
      <dsp:nvSpPr>
        <dsp:cNvPr id="0" name=""/>
        <dsp:cNvSpPr/>
      </dsp:nvSpPr>
      <dsp:spPr>
        <a:xfrm>
          <a:off x="7416958" y="1097481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6611C-6BC4-42B8-AB37-1DEBA159A2CC}">
      <dsp:nvSpPr>
        <dsp:cNvPr id="0" name=""/>
        <dsp:cNvSpPr/>
      </dsp:nvSpPr>
      <dsp:spPr>
        <a:xfrm>
          <a:off x="8318049" y="9090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/>
            <a:t>Brand and trademark protection </a:t>
          </a:r>
          <a:endParaRPr lang="en-US" sz="2100" kern="1200"/>
        </a:p>
      </dsp:txBody>
      <dsp:txXfrm>
        <a:off x="8318049" y="909059"/>
        <a:ext cx="2114937" cy="897246"/>
      </dsp:txXfrm>
    </dsp:sp>
    <dsp:sp modelId="{95D1D1D8-59F8-4FE8-A695-292BC1D47FE9}">
      <dsp:nvSpPr>
        <dsp:cNvPr id="0" name=""/>
        <dsp:cNvSpPr/>
      </dsp:nvSpPr>
      <dsp:spPr>
        <a:xfrm>
          <a:off x="82613" y="2546238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06485-3567-4142-9114-F3CF6087C6C5}">
      <dsp:nvSpPr>
        <dsp:cNvPr id="0" name=""/>
        <dsp:cNvSpPr/>
      </dsp:nvSpPr>
      <dsp:spPr>
        <a:xfrm>
          <a:off x="271034" y="2734659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446C8-DE44-414B-968F-F67028216616}">
      <dsp:nvSpPr>
        <dsp:cNvPr id="0" name=""/>
        <dsp:cNvSpPr/>
      </dsp:nvSpPr>
      <dsp:spPr>
        <a:xfrm>
          <a:off x="1172126" y="254623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/>
            <a:t>Intellectual property rights</a:t>
          </a:r>
          <a:endParaRPr lang="en-US" sz="2100" kern="1200"/>
        </a:p>
      </dsp:txBody>
      <dsp:txXfrm>
        <a:off x="1172126" y="2546238"/>
        <a:ext cx="2114937" cy="897246"/>
      </dsp:txXfrm>
    </dsp:sp>
    <dsp:sp modelId="{637673F9-176F-4A99-BAA8-14254F0AB6E7}">
      <dsp:nvSpPr>
        <dsp:cNvPr id="0" name=""/>
        <dsp:cNvSpPr/>
      </dsp:nvSpPr>
      <dsp:spPr>
        <a:xfrm>
          <a:off x="3655575" y="2546238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37976C-2C45-4B79-B2A3-53E5468329FD}">
      <dsp:nvSpPr>
        <dsp:cNvPr id="0" name=""/>
        <dsp:cNvSpPr/>
      </dsp:nvSpPr>
      <dsp:spPr>
        <a:xfrm>
          <a:off x="3843996" y="2734659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F3E8B-1C2E-4971-9085-4B168A6A66B5}">
      <dsp:nvSpPr>
        <dsp:cNvPr id="0" name=""/>
        <dsp:cNvSpPr/>
      </dsp:nvSpPr>
      <dsp:spPr>
        <a:xfrm>
          <a:off x="4745088" y="254623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/>
            <a:t>Contract law</a:t>
          </a:r>
          <a:endParaRPr lang="en-US" sz="2100" kern="1200"/>
        </a:p>
      </dsp:txBody>
      <dsp:txXfrm>
        <a:off x="4745088" y="2546238"/>
        <a:ext cx="2114937" cy="897246"/>
      </dsp:txXfrm>
    </dsp:sp>
    <dsp:sp modelId="{1BD0CFE5-6DF3-4D6C-A33D-7E822F6CAD14}">
      <dsp:nvSpPr>
        <dsp:cNvPr id="0" name=""/>
        <dsp:cNvSpPr/>
      </dsp:nvSpPr>
      <dsp:spPr>
        <a:xfrm>
          <a:off x="7228536" y="2546238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BFACE4-4FE6-4338-B3D0-8C0ABD76D85D}">
      <dsp:nvSpPr>
        <dsp:cNvPr id="0" name=""/>
        <dsp:cNvSpPr/>
      </dsp:nvSpPr>
      <dsp:spPr>
        <a:xfrm>
          <a:off x="7416958" y="2734659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0FB6E-ED00-4591-9E21-62909BEC3C33}">
      <dsp:nvSpPr>
        <dsp:cNvPr id="0" name=""/>
        <dsp:cNvSpPr/>
      </dsp:nvSpPr>
      <dsp:spPr>
        <a:xfrm>
          <a:off x="8318049" y="254623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/>
            <a:t>Online advertising law</a:t>
          </a:r>
          <a:endParaRPr lang="en-US" sz="2100" kern="1200"/>
        </a:p>
      </dsp:txBody>
      <dsp:txXfrm>
        <a:off x="8318049" y="2546238"/>
        <a:ext cx="2114937" cy="8972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4781E-73B2-4B15-B3A5-D8FEB7CC988F}">
      <dsp:nvSpPr>
        <dsp:cNvPr id="0" name=""/>
        <dsp:cNvSpPr/>
      </dsp:nvSpPr>
      <dsp:spPr>
        <a:xfrm>
          <a:off x="478800" y="109627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121F7-1CA9-47D1-870B-EFA66316ACE0}">
      <dsp:nvSpPr>
        <dsp:cNvPr id="0" name=""/>
        <dsp:cNvSpPr/>
      </dsp:nvSpPr>
      <dsp:spPr>
        <a:xfrm>
          <a:off x="712800" y="133027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9EDA1-C93E-4702-920E-3F6449566DA9}">
      <dsp:nvSpPr>
        <dsp:cNvPr id="0" name=""/>
        <dsp:cNvSpPr/>
      </dsp:nvSpPr>
      <dsp:spPr>
        <a:xfrm>
          <a:off x="127800" y="253627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400" kern="1200"/>
            <a:t>Cost of access</a:t>
          </a:r>
          <a:endParaRPr lang="en-US" sz="2400" kern="1200"/>
        </a:p>
      </dsp:txBody>
      <dsp:txXfrm>
        <a:off x="127800" y="2536272"/>
        <a:ext cx="1800000" cy="720000"/>
      </dsp:txXfrm>
    </dsp:sp>
    <dsp:sp modelId="{90CD0CFA-6E76-4740-93CE-CAAB3C004127}">
      <dsp:nvSpPr>
        <dsp:cNvPr id="0" name=""/>
        <dsp:cNvSpPr/>
      </dsp:nvSpPr>
      <dsp:spPr>
        <a:xfrm>
          <a:off x="2593800" y="109627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8EAF0-63F9-420B-B824-C1E8D4BC1E28}">
      <dsp:nvSpPr>
        <dsp:cNvPr id="0" name=""/>
        <dsp:cNvSpPr/>
      </dsp:nvSpPr>
      <dsp:spPr>
        <a:xfrm>
          <a:off x="2827800" y="133027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833DDA-D770-4A4E-A662-3279CBDB38EC}">
      <dsp:nvSpPr>
        <dsp:cNvPr id="0" name=""/>
        <dsp:cNvSpPr/>
      </dsp:nvSpPr>
      <dsp:spPr>
        <a:xfrm>
          <a:off x="2242800" y="253627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400" kern="1200"/>
            <a:t>Value proposition</a:t>
          </a:r>
          <a:endParaRPr lang="en-US" sz="2400" kern="1200"/>
        </a:p>
      </dsp:txBody>
      <dsp:txXfrm>
        <a:off x="2242800" y="2536272"/>
        <a:ext cx="1800000" cy="720000"/>
      </dsp:txXfrm>
    </dsp:sp>
    <dsp:sp modelId="{4A45AFBD-B621-49E6-B708-65741E00FBBE}">
      <dsp:nvSpPr>
        <dsp:cNvPr id="0" name=""/>
        <dsp:cNvSpPr/>
      </dsp:nvSpPr>
      <dsp:spPr>
        <a:xfrm>
          <a:off x="4708800" y="109627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327E4-1ED8-44A0-93B2-DF9FD44043E2}">
      <dsp:nvSpPr>
        <dsp:cNvPr id="0" name=""/>
        <dsp:cNvSpPr/>
      </dsp:nvSpPr>
      <dsp:spPr>
        <a:xfrm>
          <a:off x="4942800" y="133027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31A2E-BF32-4265-9FB4-AE27AD663128}">
      <dsp:nvSpPr>
        <dsp:cNvPr id="0" name=""/>
        <dsp:cNvSpPr/>
      </dsp:nvSpPr>
      <dsp:spPr>
        <a:xfrm>
          <a:off x="4357800" y="253627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400" kern="1200"/>
            <a:t>Ease of use</a:t>
          </a:r>
          <a:endParaRPr lang="en-US" sz="2400" kern="1200"/>
        </a:p>
      </dsp:txBody>
      <dsp:txXfrm>
        <a:off x="4357800" y="2536272"/>
        <a:ext cx="1800000" cy="720000"/>
      </dsp:txXfrm>
    </dsp:sp>
    <dsp:sp modelId="{A08ECF90-387D-4CD6-B031-878AEE105CDC}">
      <dsp:nvSpPr>
        <dsp:cNvPr id="0" name=""/>
        <dsp:cNvSpPr/>
      </dsp:nvSpPr>
      <dsp:spPr>
        <a:xfrm>
          <a:off x="6823800" y="109627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FD368-C3CA-4F2F-BFE4-5BB23F7BC9F9}">
      <dsp:nvSpPr>
        <dsp:cNvPr id="0" name=""/>
        <dsp:cNvSpPr/>
      </dsp:nvSpPr>
      <dsp:spPr>
        <a:xfrm>
          <a:off x="7057800" y="133027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75C8A-742D-40F9-A6C1-2409A0C86482}">
      <dsp:nvSpPr>
        <dsp:cNvPr id="0" name=""/>
        <dsp:cNvSpPr/>
      </dsp:nvSpPr>
      <dsp:spPr>
        <a:xfrm>
          <a:off x="6472800" y="253627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400" kern="1200"/>
            <a:t>Security</a:t>
          </a:r>
          <a:endParaRPr lang="en-US" sz="2400" kern="1200"/>
        </a:p>
      </dsp:txBody>
      <dsp:txXfrm>
        <a:off x="6472800" y="2536272"/>
        <a:ext cx="1800000" cy="720000"/>
      </dsp:txXfrm>
    </dsp:sp>
    <dsp:sp modelId="{005A463A-A241-4AC1-85CB-059A36EA1CE1}">
      <dsp:nvSpPr>
        <dsp:cNvPr id="0" name=""/>
        <dsp:cNvSpPr/>
      </dsp:nvSpPr>
      <dsp:spPr>
        <a:xfrm>
          <a:off x="8938800" y="109627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55042-508F-438B-8081-D1F58153565A}">
      <dsp:nvSpPr>
        <dsp:cNvPr id="0" name=""/>
        <dsp:cNvSpPr/>
      </dsp:nvSpPr>
      <dsp:spPr>
        <a:xfrm>
          <a:off x="9172800" y="133027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C98DA-47FD-4006-8A47-38B6DD760424}">
      <dsp:nvSpPr>
        <dsp:cNvPr id="0" name=""/>
        <dsp:cNvSpPr/>
      </dsp:nvSpPr>
      <dsp:spPr>
        <a:xfrm>
          <a:off x="8587800" y="253627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400" kern="1200"/>
            <a:t>Fear of the unknown</a:t>
          </a:r>
          <a:endParaRPr lang="en-US" sz="2400" kern="1200"/>
        </a:p>
      </dsp:txBody>
      <dsp:txXfrm>
        <a:off x="8587800" y="253627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87F80-612E-4979-AAB2-E75CA986D861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D5D8E-3FE4-496F-9187-07EBF153E904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F0760-7E4A-4235-9C6C-83511F9A44AE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/>
            <a:t>Finding information about goods and services is a common online activity.</a:t>
          </a:r>
          <a:endParaRPr lang="en-US" sz="2100" kern="1200"/>
        </a:p>
      </dsp:txBody>
      <dsp:txXfrm>
        <a:off x="1834517" y="1507711"/>
        <a:ext cx="3148942" cy="1335915"/>
      </dsp:txXfrm>
    </dsp:sp>
    <dsp:sp modelId="{17502C92-243B-4ADF-A034-4B6C7E957928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61413-66D4-4860-A4BC-30B82871BAD2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8F504-3659-4BFD-B7F3-285AB48CDB98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/>
            <a:t>Each organization needs to capture data about online influence in the buying process for their own market</a:t>
          </a:r>
          <a:endParaRPr lang="en-US" sz="2100" kern="1200"/>
        </a:p>
      </dsp:txBody>
      <dsp:txXfrm>
        <a:off x="7154322" y="1507711"/>
        <a:ext cx="3148942" cy="13359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40403-D421-46A2-B3AC-41ADCB03C2B8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Community</a:t>
          </a:r>
          <a:endParaRPr lang="en-US" sz="2600" kern="1200"/>
        </a:p>
      </dsp:txBody>
      <dsp:txXfrm>
        <a:off x="582645" y="1178"/>
        <a:ext cx="2174490" cy="1304694"/>
      </dsp:txXfrm>
    </dsp:sp>
    <dsp:sp modelId="{E187ED54-B722-4507-95B6-6045C40243F2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Entertainment</a:t>
          </a:r>
          <a:endParaRPr lang="en-US" sz="2600" kern="1200"/>
        </a:p>
      </dsp:txBody>
      <dsp:txXfrm>
        <a:off x="2974584" y="1178"/>
        <a:ext cx="2174490" cy="1304694"/>
      </dsp:txXfrm>
    </dsp:sp>
    <dsp:sp modelId="{391D02AE-884C-4673-8624-7D37A4FF6475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Product trial</a:t>
          </a:r>
          <a:endParaRPr lang="en-US" sz="2600" kern="1200"/>
        </a:p>
      </dsp:txBody>
      <dsp:txXfrm>
        <a:off x="5366524" y="1178"/>
        <a:ext cx="2174490" cy="1304694"/>
      </dsp:txXfrm>
    </dsp:sp>
    <dsp:sp modelId="{BEE4FA72-91BF-416D-A796-4F8C416E2271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Information</a:t>
          </a:r>
          <a:endParaRPr lang="en-US" sz="2600" kern="1200"/>
        </a:p>
      </dsp:txBody>
      <dsp:txXfrm>
        <a:off x="7758464" y="1178"/>
        <a:ext cx="2174490" cy="1304694"/>
      </dsp:txXfrm>
    </dsp:sp>
    <dsp:sp modelId="{468AF0F5-A6F8-41DE-A3D4-801AB60A486A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Transaction</a:t>
          </a:r>
          <a:endParaRPr lang="en-US" sz="2600" kern="1200"/>
        </a:p>
      </dsp:txBody>
      <dsp:txXfrm>
        <a:off x="582645" y="1523321"/>
        <a:ext cx="2174490" cy="1304694"/>
      </dsp:txXfrm>
    </dsp:sp>
    <dsp:sp modelId="{8B50C52A-F755-48E0-808A-3FCE47568069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Game </a:t>
          </a:r>
          <a:endParaRPr lang="en-US" sz="2600" kern="1200"/>
        </a:p>
      </dsp:txBody>
      <dsp:txXfrm>
        <a:off x="2974584" y="1523321"/>
        <a:ext cx="2174490" cy="1304694"/>
      </dsp:txXfrm>
    </dsp:sp>
    <dsp:sp modelId="{08D51070-6E2E-4FBA-8DB9-C156584ADFD8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Survey</a:t>
          </a:r>
          <a:endParaRPr lang="en-US" sz="2600" kern="1200"/>
        </a:p>
      </dsp:txBody>
      <dsp:txXfrm>
        <a:off x="5366524" y="1523321"/>
        <a:ext cx="2174490" cy="1304694"/>
      </dsp:txXfrm>
    </dsp:sp>
    <dsp:sp modelId="{C8C5A09B-26F7-4460-843F-011507D959B2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Downloads</a:t>
          </a:r>
          <a:endParaRPr lang="en-US" sz="2600" kern="1200"/>
        </a:p>
      </dsp:txBody>
      <dsp:txXfrm>
        <a:off x="7758464" y="1523321"/>
        <a:ext cx="2174490" cy="1304694"/>
      </dsp:txXfrm>
    </dsp:sp>
    <dsp:sp modelId="{6B47C632-DB47-4DE2-A2F4-CA70379A9D38}">
      <dsp:nvSpPr>
        <dsp:cNvPr id="0" name=""/>
        <dsp:cNvSpPr/>
      </dsp:nvSpPr>
      <dsp:spPr>
        <a:xfrm>
          <a:off x="582645" y="3045465"/>
          <a:ext cx="2174490" cy="13046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Interaction</a:t>
          </a:r>
          <a:endParaRPr lang="en-US" sz="2600" kern="1200"/>
        </a:p>
      </dsp:txBody>
      <dsp:txXfrm>
        <a:off x="582645" y="3045465"/>
        <a:ext cx="2174490" cy="1304694"/>
      </dsp:txXfrm>
    </dsp:sp>
    <dsp:sp modelId="{DB9CCD9E-6E39-4D95-B430-C897DFF628A9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Search </a:t>
          </a:r>
          <a:endParaRPr lang="en-US" sz="2600" kern="1200"/>
        </a:p>
      </dsp:txBody>
      <dsp:txXfrm>
        <a:off x="2974584" y="3045465"/>
        <a:ext cx="2174490" cy="1304694"/>
      </dsp:txXfrm>
    </dsp:sp>
    <dsp:sp modelId="{9B23D473-216F-486A-979F-0A3A90EFFC68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Exploration</a:t>
          </a:r>
          <a:endParaRPr lang="en-US" sz="2600" kern="1200"/>
        </a:p>
      </dsp:txBody>
      <dsp:txXfrm>
        <a:off x="5366524" y="3045465"/>
        <a:ext cx="2174490" cy="1304694"/>
      </dsp:txXfrm>
    </dsp:sp>
    <dsp:sp modelId="{A936EA0A-FFB1-4C10-882F-5230E699A174}">
      <dsp:nvSpPr>
        <dsp:cNvPr id="0" name=""/>
        <dsp:cNvSpPr/>
      </dsp:nvSpPr>
      <dsp:spPr>
        <a:xfrm>
          <a:off x="7758464" y="3045465"/>
          <a:ext cx="2174490" cy="13046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News</a:t>
          </a:r>
          <a:endParaRPr lang="en-US" sz="2600" kern="1200"/>
        </a:p>
      </dsp:txBody>
      <dsp:txXfrm>
        <a:off x="7758464" y="3045465"/>
        <a:ext cx="2174490" cy="13046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847EA-58F4-458D-81A2-7575014437FB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0396D-0678-44C3-A172-FFA6D676C418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EDFF3-8B67-4580-828F-1A3FBE5F484F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Contact information</a:t>
          </a:r>
          <a:endParaRPr lang="en-US" sz="1900" kern="1200"/>
        </a:p>
      </dsp:txBody>
      <dsp:txXfrm>
        <a:off x="836323" y="3399"/>
        <a:ext cx="9679276" cy="724089"/>
      </dsp:txXfrm>
    </dsp:sp>
    <dsp:sp modelId="{B0CC2799-777D-4E4E-A027-245804DBE1DD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CC27E8-5C93-4FA8-8D00-D6F076A48BA7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A3CEB-0FDF-4436-8383-582A2CC6120C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Profile information</a:t>
          </a:r>
          <a:endParaRPr lang="en-US" sz="1900" kern="1200"/>
        </a:p>
      </dsp:txBody>
      <dsp:txXfrm>
        <a:off x="836323" y="908511"/>
        <a:ext cx="9679276" cy="724089"/>
      </dsp:txXfrm>
    </dsp:sp>
    <dsp:sp modelId="{A34BCC65-E186-4510-B380-A9B38AF43ADC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8EE27-39F1-4C03-A6B2-673095970253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EA243-6B10-46F9-8671-395965300DDE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Platform usage information</a:t>
          </a:r>
          <a:endParaRPr lang="en-US" sz="1900" kern="1200"/>
        </a:p>
      </dsp:txBody>
      <dsp:txXfrm>
        <a:off x="836323" y="1813624"/>
        <a:ext cx="9679276" cy="724089"/>
      </dsp:txXfrm>
    </dsp:sp>
    <dsp:sp modelId="{F8331EFE-6707-4418-8203-637C49C3C13F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0E50F-3B2F-4DEF-B0A7-EC8CA19BD919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78699-2C49-49E4-86DF-14498227CBE0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Behavioural information (on a single site)</a:t>
          </a:r>
          <a:endParaRPr lang="en-US" sz="1900" kern="1200"/>
        </a:p>
      </dsp:txBody>
      <dsp:txXfrm>
        <a:off x="836323" y="2718736"/>
        <a:ext cx="9679276" cy="724089"/>
      </dsp:txXfrm>
    </dsp:sp>
    <dsp:sp modelId="{22D7E1FF-A81C-40AB-AED4-CA30C94497C7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63F35-2155-4414-AE5E-373FA35A7811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E017D-0A5A-43EB-8B92-52D5E8BEF4C2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Behavioural information (across multiple sites)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4A708-BEA6-4AF7-AA66-6F87F9C2C148}">
      <dsp:nvSpPr>
        <dsp:cNvPr id="0" name=""/>
        <dsp:cNvSpPr/>
      </dsp:nvSpPr>
      <dsp:spPr>
        <a:xfrm>
          <a:off x="851071" y="3034"/>
          <a:ext cx="2203790" cy="13222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Fairly and lawfully processed</a:t>
          </a:r>
          <a:endParaRPr lang="en-US" sz="2000" kern="1200"/>
        </a:p>
      </dsp:txBody>
      <dsp:txXfrm>
        <a:off x="851071" y="3034"/>
        <a:ext cx="2203790" cy="1322274"/>
      </dsp:txXfrm>
    </dsp:sp>
    <dsp:sp modelId="{4E53CD02-C0D6-4488-B520-AC9BDE8A5720}">
      <dsp:nvSpPr>
        <dsp:cNvPr id="0" name=""/>
        <dsp:cNvSpPr/>
      </dsp:nvSpPr>
      <dsp:spPr>
        <a:xfrm>
          <a:off x="3275240" y="747"/>
          <a:ext cx="2203790" cy="13222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Process for limited purposes</a:t>
          </a:r>
          <a:endParaRPr lang="en-US" sz="2000" kern="1200"/>
        </a:p>
      </dsp:txBody>
      <dsp:txXfrm>
        <a:off x="3275240" y="747"/>
        <a:ext cx="2203790" cy="1322274"/>
      </dsp:txXfrm>
    </dsp:sp>
    <dsp:sp modelId="{2A4B5661-1F24-4644-9DDF-B9E49BBEEAFC}">
      <dsp:nvSpPr>
        <dsp:cNvPr id="0" name=""/>
        <dsp:cNvSpPr/>
      </dsp:nvSpPr>
      <dsp:spPr>
        <a:xfrm>
          <a:off x="851071" y="1545688"/>
          <a:ext cx="2203790" cy="13222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Adequate, relevant and not excessive</a:t>
          </a:r>
          <a:endParaRPr lang="en-US" sz="2000" kern="1200"/>
        </a:p>
      </dsp:txBody>
      <dsp:txXfrm>
        <a:off x="851071" y="1545688"/>
        <a:ext cx="2203790" cy="1322274"/>
      </dsp:txXfrm>
    </dsp:sp>
    <dsp:sp modelId="{6E788095-4668-4240-B713-50D8B83EA6D1}">
      <dsp:nvSpPr>
        <dsp:cNvPr id="0" name=""/>
        <dsp:cNvSpPr/>
      </dsp:nvSpPr>
      <dsp:spPr>
        <a:xfrm>
          <a:off x="3275240" y="1545688"/>
          <a:ext cx="2203790" cy="1322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Accurate</a:t>
          </a:r>
          <a:endParaRPr lang="en-US" sz="2000" kern="1200"/>
        </a:p>
      </dsp:txBody>
      <dsp:txXfrm>
        <a:off x="3275240" y="1545688"/>
        <a:ext cx="2203790" cy="1322274"/>
      </dsp:txXfrm>
    </dsp:sp>
    <dsp:sp modelId="{5F9BDE97-5EAB-4517-89CC-5E2524AA2A74}">
      <dsp:nvSpPr>
        <dsp:cNvPr id="0" name=""/>
        <dsp:cNvSpPr/>
      </dsp:nvSpPr>
      <dsp:spPr>
        <a:xfrm>
          <a:off x="851071" y="3088341"/>
          <a:ext cx="2203790" cy="132227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Not kept longer than necessary</a:t>
          </a:r>
          <a:endParaRPr lang="en-US" sz="2000" kern="1200"/>
        </a:p>
      </dsp:txBody>
      <dsp:txXfrm>
        <a:off x="851071" y="3088341"/>
        <a:ext cx="2203790" cy="1322274"/>
      </dsp:txXfrm>
    </dsp:sp>
    <dsp:sp modelId="{76DB4492-4139-4098-99E1-AA8B6B6D5C6D}">
      <dsp:nvSpPr>
        <dsp:cNvPr id="0" name=""/>
        <dsp:cNvSpPr/>
      </dsp:nvSpPr>
      <dsp:spPr>
        <a:xfrm>
          <a:off x="3275240" y="3088341"/>
          <a:ext cx="2203790" cy="13222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Processed in accordance with the subject’s rights </a:t>
          </a:r>
          <a:endParaRPr lang="en-US" sz="2000" kern="1200"/>
        </a:p>
      </dsp:txBody>
      <dsp:txXfrm>
        <a:off x="3275240" y="3088341"/>
        <a:ext cx="2203790" cy="1322274"/>
      </dsp:txXfrm>
    </dsp:sp>
    <dsp:sp modelId="{6D460328-4592-4D3C-832D-42B9B892188F}">
      <dsp:nvSpPr>
        <dsp:cNvPr id="0" name=""/>
        <dsp:cNvSpPr/>
      </dsp:nvSpPr>
      <dsp:spPr>
        <a:xfrm>
          <a:off x="851071" y="4630994"/>
          <a:ext cx="2203790" cy="13222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Secure</a:t>
          </a:r>
          <a:endParaRPr lang="en-US" sz="2000" kern="1200"/>
        </a:p>
      </dsp:txBody>
      <dsp:txXfrm>
        <a:off x="851071" y="4630994"/>
        <a:ext cx="2203790" cy="1322274"/>
      </dsp:txXfrm>
    </dsp:sp>
    <dsp:sp modelId="{9EA3F7D6-8946-4CA4-81A1-74D7FD2C8FA4}">
      <dsp:nvSpPr>
        <dsp:cNvPr id="0" name=""/>
        <dsp:cNvSpPr/>
      </dsp:nvSpPr>
      <dsp:spPr>
        <a:xfrm>
          <a:off x="3275240" y="4630994"/>
          <a:ext cx="2203790" cy="13222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Not transferred to countries without adequate protection</a:t>
          </a:r>
          <a:endParaRPr lang="en-US" sz="2000" kern="1200"/>
        </a:p>
      </dsp:txBody>
      <dsp:txXfrm>
        <a:off x="3275240" y="4630994"/>
        <a:ext cx="2203790" cy="13222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19B02-DD14-4F6F-9142-6AEC7D05E373}">
      <dsp:nvSpPr>
        <dsp:cNvPr id="0" name=""/>
        <dsp:cNvSpPr/>
      </dsp:nvSpPr>
      <dsp:spPr>
        <a:xfrm>
          <a:off x="0" y="1133783"/>
          <a:ext cx="6263640" cy="80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30A23F-1048-448E-AB5C-FEB3ED52A13B}">
      <dsp:nvSpPr>
        <dsp:cNvPr id="0" name=""/>
        <dsp:cNvSpPr/>
      </dsp:nvSpPr>
      <dsp:spPr>
        <a:xfrm>
          <a:off x="313182" y="661463"/>
          <a:ext cx="4384548" cy="9446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Different Product needs</a:t>
          </a:r>
          <a:endParaRPr lang="en-US" sz="3200" kern="1200"/>
        </a:p>
      </dsp:txBody>
      <dsp:txXfrm>
        <a:off x="359296" y="707577"/>
        <a:ext cx="4292320" cy="852412"/>
      </dsp:txXfrm>
    </dsp:sp>
    <dsp:sp modelId="{52314B7C-CF9A-4EF1-878E-896BFAE3A6DA}">
      <dsp:nvSpPr>
        <dsp:cNvPr id="0" name=""/>
        <dsp:cNvSpPr/>
      </dsp:nvSpPr>
      <dsp:spPr>
        <a:xfrm>
          <a:off x="0" y="2585303"/>
          <a:ext cx="6263640" cy="80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B8C4B1-EBE9-4E9D-8A49-6744C07D8A51}">
      <dsp:nvSpPr>
        <dsp:cNvPr id="0" name=""/>
        <dsp:cNvSpPr/>
      </dsp:nvSpPr>
      <dsp:spPr>
        <a:xfrm>
          <a:off x="313182" y="2112984"/>
          <a:ext cx="4384548" cy="9446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Language Differences</a:t>
          </a:r>
          <a:endParaRPr lang="en-US" sz="3200" kern="1200"/>
        </a:p>
      </dsp:txBody>
      <dsp:txXfrm>
        <a:off x="359296" y="2159098"/>
        <a:ext cx="4292320" cy="852412"/>
      </dsp:txXfrm>
    </dsp:sp>
    <dsp:sp modelId="{2D7F9CFE-16A4-40D9-88C5-C5FEBBAA4CE3}">
      <dsp:nvSpPr>
        <dsp:cNvPr id="0" name=""/>
        <dsp:cNvSpPr/>
      </dsp:nvSpPr>
      <dsp:spPr>
        <a:xfrm>
          <a:off x="0" y="4036823"/>
          <a:ext cx="6263640" cy="80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84882-4F48-4B85-BEDF-8465003C9306}">
      <dsp:nvSpPr>
        <dsp:cNvPr id="0" name=""/>
        <dsp:cNvSpPr/>
      </dsp:nvSpPr>
      <dsp:spPr>
        <a:xfrm>
          <a:off x="313182" y="3564504"/>
          <a:ext cx="4384548" cy="9446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/>
            <a:t>Cultural Differences</a:t>
          </a:r>
          <a:endParaRPr lang="en-US" sz="3200" kern="1200"/>
        </a:p>
      </dsp:txBody>
      <dsp:txXfrm>
        <a:off x="359296" y="3610618"/>
        <a:ext cx="4292320" cy="8524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C3A361-110D-4D92-BB64-8186A8AEEA85}">
      <dsp:nvSpPr>
        <dsp:cNvPr id="0" name=""/>
        <dsp:cNvSpPr/>
      </dsp:nvSpPr>
      <dsp:spPr>
        <a:xfrm>
          <a:off x="12110" y="219033"/>
          <a:ext cx="2662239" cy="798671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Promoting</a:t>
          </a:r>
        </a:p>
      </dsp:txBody>
      <dsp:txXfrm>
        <a:off x="251711" y="219033"/>
        <a:ext cx="2183037" cy="798671"/>
      </dsp:txXfrm>
    </dsp:sp>
    <dsp:sp modelId="{AD408EE5-712B-43FF-B111-057C255BECA4}">
      <dsp:nvSpPr>
        <dsp:cNvPr id="0" name=""/>
        <dsp:cNvSpPr/>
      </dsp:nvSpPr>
      <dsp:spPr>
        <a:xfrm>
          <a:off x="12110" y="1017704"/>
          <a:ext cx="2422638" cy="31146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promoting the benefits of adopting the Internet for consumers and business to improve a country’s economic prosperity; </a:t>
          </a:r>
        </a:p>
      </dsp:txBody>
      <dsp:txXfrm>
        <a:off x="12110" y="1017704"/>
        <a:ext cx="2422638" cy="3114600"/>
      </dsp:txXfrm>
    </dsp:sp>
    <dsp:sp modelId="{9CB39EC8-CA90-4139-8026-340F0EBA69B0}">
      <dsp:nvSpPr>
        <dsp:cNvPr id="0" name=""/>
        <dsp:cNvSpPr/>
      </dsp:nvSpPr>
      <dsp:spPr>
        <a:xfrm>
          <a:off x="2621823" y="219033"/>
          <a:ext cx="2662239" cy="798671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Enacting</a:t>
          </a:r>
        </a:p>
      </dsp:txBody>
      <dsp:txXfrm>
        <a:off x="2861424" y="219033"/>
        <a:ext cx="2183037" cy="798671"/>
      </dsp:txXfrm>
    </dsp:sp>
    <dsp:sp modelId="{95AA7A5D-598B-4C09-821A-FCAD5CF66E93}">
      <dsp:nvSpPr>
        <dsp:cNvPr id="0" name=""/>
        <dsp:cNvSpPr/>
      </dsp:nvSpPr>
      <dsp:spPr>
        <a:xfrm>
          <a:off x="2621823" y="1017704"/>
          <a:ext cx="2422638" cy="31146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enacting legislation to protect privacy or control taxation</a:t>
          </a:r>
        </a:p>
      </dsp:txBody>
      <dsp:txXfrm>
        <a:off x="2621823" y="1017704"/>
        <a:ext cx="2422638" cy="3114600"/>
      </dsp:txXfrm>
    </dsp:sp>
    <dsp:sp modelId="{3E476BFA-28AF-4790-BD86-5D58E1D0BE36}">
      <dsp:nvSpPr>
        <dsp:cNvPr id="0" name=""/>
        <dsp:cNvSpPr/>
      </dsp:nvSpPr>
      <dsp:spPr>
        <a:xfrm>
          <a:off x="5231536" y="219033"/>
          <a:ext cx="2662239" cy="798671"/>
        </a:xfrm>
        <a:prstGeom prst="chevron">
          <a:avLst>
            <a:gd name="adj" fmla="val 3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Providing</a:t>
          </a:r>
        </a:p>
      </dsp:txBody>
      <dsp:txXfrm>
        <a:off x="5471137" y="219033"/>
        <a:ext cx="2183037" cy="798671"/>
      </dsp:txXfrm>
    </dsp:sp>
    <dsp:sp modelId="{C8875271-ED0A-4E4B-BEE6-6B1A7DCEBD63}">
      <dsp:nvSpPr>
        <dsp:cNvPr id="0" name=""/>
        <dsp:cNvSpPr/>
      </dsp:nvSpPr>
      <dsp:spPr>
        <a:xfrm>
          <a:off x="5231536" y="1017704"/>
          <a:ext cx="2422638" cy="31146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providing organizations with guidelines and assistance for compliance with legislation</a:t>
          </a:r>
        </a:p>
      </dsp:txBody>
      <dsp:txXfrm>
        <a:off x="5231536" y="1017704"/>
        <a:ext cx="2422638" cy="3114600"/>
      </dsp:txXfrm>
    </dsp:sp>
    <dsp:sp modelId="{DD6A7A12-505E-4AE0-ABBA-5C75C8D09951}">
      <dsp:nvSpPr>
        <dsp:cNvPr id="0" name=""/>
        <dsp:cNvSpPr/>
      </dsp:nvSpPr>
      <dsp:spPr>
        <a:xfrm>
          <a:off x="7841249" y="219033"/>
          <a:ext cx="2662239" cy="798671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Setting</a:t>
          </a:r>
        </a:p>
      </dsp:txBody>
      <dsp:txXfrm>
        <a:off x="8080850" y="219033"/>
        <a:ext cx="2183037" cy="798671"/>
      </dsp:txXfrm>
    </dsp:sp>
    <dsp:sp modelId="{A4D2BFF2-7516-4CBA-96EB-B1F105FEA74E}">
      <dsp:nvSpPr>
        <dsp:cNvPr id="0" name=""/>
        <dsp:cNvSpPr/>
      </dsp:nvSpPr>
      <dsp:spPr>
        <a:xfrm>
          <a:off x="7841249" y="1017704"/>
          <a:ext cx="2422638" cy="31146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setting up international bodies to coordinate the Internet</a:t>
          </a:r>
        </a:p>
      </dsp:txBody>
      <dsp:txXfrm>
        <a:off x="7841249" y="1017704"/>
        <a:ext cx="2422638" cy="31146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83AD2-1BB2-4520-8005-12B93200C529}">
      <dsp:nvSpPr>
        <dsp:cNvPr id="0" name=""/>
        <dsp:cNvSpPr/>
      </dsp:nvSpPr>
      <dsp:spPr>
        <a:xfrm>
          <a:off x="555386" y="739774"/>
          <a:ext cx="1445223" cy="14452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D8C28-0BA0-41ED-95AA-159723069ABD}">
      <dsp:nvSpPr>
        <dsp:cNvPr id="0" name=""/>
        <dsp:cNvSpPr/>
      </dsp:nvSpPr>
      <dsp:spPr>
        <a:xfrm>
          <a:off x="863384" y="1047772"/>
          <a:ext cx="829226" cy="8292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3D650-3F0D-4465-8CD4-0C5130218B21}">
      <dsp:nvSpPr>
        <dsp:cNvPr id="0" name=""/>
        <dsp:cNvSpPr/>
      </dsp:nvSpPr>
      <dsp:spPr>
        <a:xfrm>
          <a:off x="93388" y="2635148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400" kern="1200"/>
            <a:t>Technology networks</a:t>
          </a:r>
          <a:endParaRPr lang="en-US" sz="2400" kern="1200"/>
        </a:p>
      </dsp:txBody>
      <dsp:txXfrm>
        <a:off x="93388" y="2635148"/>
        <a:ext cx="2369218" cy="720000"/>
      </dsp:txXfrm>
    </dsp:sp>
    <dsp:sp modelId="{F00F100C-BD46-413C-BA44-2C874EC55835}">
      <dsp:nvSpPr>
        <dsp:cNvPr id="0" name=""/>
        <dsp:cNvSpPr/>
      </dsp:nvSpPr>
      <dsp:spPr>
        <a:xfrm>
          <a:off x="3339217" y="739774"/>
          <a:ext cx="1445223" cy="144522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8B0C0-652F-40FE-9C6F-67DC1B56468D}">
      <dsp:nvSpPr>
        <dsp:cNvPr id="0" name=""/>
        <dsp:cNvSpPr/>
      </dsp:nvSpPr>
      <dsp:spPr>
        <a:xfrm>
          <a:off x="3647216" y="1047772"/>
          <a:ext cx="829226" cy="8292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EC906-5BE4-46AD-A256-09197C1BC1EA}">
      <dsp:nvSpPr>
        <dsp:cNvPr id="0" name=""/>
        <dsp:cNvSpPr/>
      </dsp:nvSpPr>
      <dsp:spPr>
        <a:xfrm>
          <a:off x="2877220" y="2635148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400" kern="1200"/>
            <a:t>Crowdsourcing</a:t>
          </a:r>
          <a:endParaRPr lang="en-US" sz="2400" kern="1200"/>
        </a:p>
      </dsp:txBody>
      <dsp:txXfrm>
        <a:off x="2877220" y="2635148"/>
        <a:ext cx="2369218" cy="720000"/>
      </dsp:txXfrm>
    </dsp:sp>
    <dsp:sp modelId="{8124E7BE-2BD2-49C4-B9A6-6066BDBD995E}">
      <dsp:nvSpPr>
        <dsp:cNvPr id="0" name=""/>
        <dsp:cNvSpPr/>
      </dsp:nvSpPr>
      <dsp:spPr>
        <a:xfrm>
          <a:off x="6123049" y="739774"/>
          <a:ext cx="1445223" cy="144522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9D9846-0ACB-4F76-9310-BBE9C75E6393}">
      <dsp:nvSpPr>
        <dsp:cNvPr id="0" name=""/>
        <dsp:cNvSpPr/>
      </dsp:nvSpPr>
      <dsp:spPr>
        <a:xfrm>
          <a:off x="6431047" y="1047772"/>
          <a:ext cx="829226" cy="8292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77E1B-50D0-4AB9-9F37-0036893873D6}">
      <dsp:nvSpPr>
        <dsp:cNvPr id="0" name=""/>
        <dsp:cNvSpPr/>
      </dsp:nvSpPr>
      <dsp:spPr>
        <a:xfrm>
          <a:off x="5661051" y="2635148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400" kern="1200"/>
            <a:t>Technology hunting</a:t>
          </a:r>
          <a:endParaRPr lang="en-US" sz="2400" kern="1200"/>
        </a:p>
      </dsp:txBody>
      <dsp:txXfrm>
        <a:off x="5661051" y="2635148"/>
        <a:ext cx="2369218" cy="720000"/>
      </dsp:txXfrm>
    </dsp:sp>
    <dsp:sp modelId="{A7AF5823-DFC3-493A-9124-70A81710A5EF}">
      <dsp:nvSpPr>
        <dsp:cNvPr id="0" name=""/>
        <dsp:cNvSpPr/>
      </dsp:nvSpPr>
      <dsp:spPr>
        <a:xfrm>
          <a:off x="8906880" y="739774"/>
          <a:ext cx="1445223" cy="144522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D81D7-9501-4A37-8A64-70E219979CA4}">
      <dsp:nvSpPr>
        <dsp:cNvPr id="0" name=""/>
        <dsp:cNvSpPr/>
      </dsp:nvSpPr>
      <dsp:spPr>
        <a:xfrm>
          <a:off x="9214878" y="1047772"/>
          <a:ext cx="829226" cy="8292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BE64F-A3E9-422A-AFB6-30EA7461C12C}">
      <dsp:nvSpPr>
        <dsp:cNvPr id="0" name=""/>
        <dsp:cNvSpPr/>
      </dsp:nvSpPr>
      <dsp:spPr>
        <a:xfrm>
          <a:off x="8444882" y="2635148"/>
          <a:ext cx="23692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400" kern="1200"/>
            <a:t>Technology mining</a:t>
          </a:r>
          <a:endParaRPr lang="en-US" sz="2400" kern="1200"/>
        </a:p>
      </dsp:txBody>
      <dsp:txXfrm>
        <a:off x="8444882" y="2635148"/>
        <a:ext cx="236921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7000B-7DC9-49F9-AC88-2169B6A36257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81601-C851-40DE-95AD-C36D47D7E0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68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2B97-BF01-4A6E-A887-3F68610F4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17F3B-3C8D-44EC-B168-4DF402D98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D354F6-1E43-4FE2-9416-04E184CE86D7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AEF5720-1197-40C8-BFBA-5BF0AC560111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1CE94B4-04F5-4161-95DF-2EB53BA97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292397"/>
            <a:ext cx="1364857" cy="7378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7D0B13A-8868-41FB-B363-79DA906FD9C3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L04-E-environment</a:t>
            </a:r>
          </a:p>
        </p:txBody>
      </p:sp>
    </p:spTree>
    <p:extLst>
      <p:ext uri="{BB962C8B-B14F-4D97-AF65-F5344CB8AC3E}">
        <p14:creationId xmlns:p14="http://schemas.microsoft.com/office/powerpoint/2010/main" val="4054162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2CAD7-C006-4353-A7EB-D4461834FFBC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B28D83-E4C8-4915-BA61-71ABB0F3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A9BB-BB69-451E-A09E-591809975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BA36-121F-4271-BF92-82AF8DFB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13FB-3A55-4A8D-AEBA-1AF76B7A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DA959D-3244-40DF-8C39-48899F94628E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0E49D956-4E7D-4FF0-9764-CA5EA52DF0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230188"/>
            <a:ext cx="1364857" cy="7378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BD7041B-5B8A-4891-9625-77D7D7A25153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L04-E-environment</a:t>
            </a:r>
          </a:p>
        </p:txBody>
      </p:sp>
    </p:spTree>
    <p:extLst>
      <p:ext uri="{BB962C8B-B14F-4D97-AF65-F5344CB8AC3E}">
        <p14:creationId xmlns:p14="http://schemas.microsoft.com/office/powerpoint/2010/main" val="186436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CBC9-E257-4172-AC12-4AC9239B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C25E9-6D4F-4823-AE7C-483A3110D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586F1-3FAF-4510-86BF-33A89370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3B4C-BEC0-49A2-A45C-7D334E88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40D68-B742-47B0-9398-98B0F76B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470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2605-5E95-4ACC-B9CD-4903C97C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D9895-7D0C-431B-9D5A-C31AC039C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779E9-397B-4F66-B41D-BB342E67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74F6-3A40-4E65-ABFB-7A2C68D8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C9A97-5042-465C-BBED-81AF8C2A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5479-C27D-45D9-AE08-EE452A49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80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4891-15D3-4754-84C2-E5543F06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4E125-0BF0-46DA-AE52-B6C10FC94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77E3B-ACAA-4F9F-8D86-14B8758E6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E3A2A-3233-44D6-AF71-16EEA602A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3C41A-D68A-46DA-855E-E1D8D4885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D9258-6F83-419D-9540-19D71D80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64971-15B4-4DC3-B2CB-00DCE6E6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A4FE-DF9D-40D9-82D2-6D0F00B2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26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FC2B-977A-40CD-9CC9-22479607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A7718-914F-4E13-AC0C-C7C5BE9F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0CF05-D59E-4AF3-842B-7C757C16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77DE9-3557-46EE-B523-7207E0EA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15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49786-F49C-4973-8751-25E29B2A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1183E-762E-4B73-9B17-A3DA24F1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B1A84-DF94-4F99-A49C-B03B19E0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66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D841-3D44-423C-91C3-F7A515D0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C97E8-4AF6-4659-BEA1-898853C4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4655B-56F3-4B61-A474-67D86A379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E7BC3-2791-4AB5-ADAE-0C7F4E70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31823-8CDE-4274-A19F-1E39E5E0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F46A9-8465-4B40-86FD-D275335D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294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4D9A-D792-4F7E-AA19-63A97B96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937E6-2053-48FC-B428-429E20BDE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DE880-7950-4911-AC27-4B0D372E7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A2BD9-F85B-45B4-91FB-9240F62D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3668D-7030-4594-8DC9-C9B44E45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3C865-F7B5-4870-8694-ED39F9CA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01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EC3D-9000-436C-BBFF-06FD2E29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3804C-57F6-4D6F-88D1-0FD3BE6F1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962E-FC03-49B4-8F16-72F0A6D1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96B7B-C59A-47E6-A797-20640207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27256-871B-433F-8D7F-15EAF8E9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409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E79DC-D4AB-4EF5-AD3D-FEF820823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851C7-3427-41D1-A1F2-6C3D09DD5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23B8-0D9A-406A-9FB6-2441F678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72E5-006A-4155-9842-087F938A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F49D6-B941-48B9-94A0-5AC0211F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721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5C447-9B03-43B9-828E-47208582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C0CED-A812-4110-9DA5-48D7C03E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60008-9FE4-4F40-8C1A-C5DDCF6A2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E5ED6-F25D-41F1-AAC9-E78DC995B25D}" type="datetimeFigureOut">
              <a:rPr lang="en-SG" smtClean="0"/>
              <a:t>12/4/2020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D3F37-DD31-4315-B770-3F9CFD21F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E67E0-94D2-47F8-BE7F-19DE87874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82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AD23-F2F8-4063-BECD-46D330AE9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Digital Business and               E-Commerce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BFC50-F776-4C51-876C-0FBE15360ED2}"/>
              </a:ext>
            </a:extLst>
          </p:cNvPr>
          <p:cNvSpPr txBox="1"/>
          <p:nvPr/>
        </p:nvSpPr>
        <p:spPr>
          <a:xfrm>
            <a:off x="895350" y="4457700"/>
            <a:ext cx="108489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>
                <a:latin typeface="Abadi" panose="020B0604020202020204" pitchFamily="34" charset="0"/>
              </a:rPr>
              <a:t>Lesson 4</a:t>
            </a:r>
          </a:p>
          <a:p>
            <a:pPr algn="ctr"/>
            <a:r>
              <a:rPr lang="en-SG" sz="3600" dirty="0">
                <a:latin typeface="Abadi" panose="020B0604020202020204" pitchFamily="34" charset="0"/>
              </a:rPr>
              <a:t>E-environment</a:t>
            </a:r>
          </a:p>
        </p:txBody>
      </p:sp>
    </p:spTree>
    <p:extLst>
      <p:ext uri="{BB962C8B-B14F-4D97-AF65-F5344CB8AC3E}">
        <p14:creationId xmlns:p14="http://schemas.microsoft.com/office/powerpoint/2010/main" val="2856143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F88A-68F7-4655-8A42-CD311E85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E-environment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8290-7477-4920-92F8-89337E77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At the end of this lesson, you will be able to</a:t>
            </a:r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Identify the different elements of an organization’s macro-environment that impact on an organization’s digital business and digital marketing strategy.</a:t>
            </a:r>
          </a:p>
          <a:p>
            <a:r>
              <a:rPr lang="en-SG" dirty="0"/>
              <a:t>Assess the impact of legal, privacy and ethical constraints or opportunities on a company.</a:t>
            </a:r>
          </a:p>
          <a:p>
            <a:r>
              <a:rPr lang="en-SG" dirty="0"/>
              <a:t>Assess the role of micro-economic factors such as economics, governmental digital business policies, taxation and legal constraints. </a:t>
            </a:r>
          </a:p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7429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4.1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4.1</a:t>
            </a:r>
          </a:p>
        </p:txBody>
      </p:sp>
    </p:spTree>
    <p:extLst>
      <p:ext uri="{BB962C8B-B14F-4D97-AF65-F5344CB8AC3E}">
        <p14:creationId xmlns:p14="http://schemas.microsoft.com/office/powerpoint/2010/main" val="309901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FE42-5AF5-4C3E-8206-C318A98D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Macro-environmental and Micro-environmental factors </a:t>
            </a:r>
            <a:r>
              <a:rPr lang="en-SG" dirty="0">
                <a:solidFill>
                  <a:schemeClr val="accent4">
                    <a:lumMod val="75000"/>
                  </a:schemeClr>
                </a:solidFill>
              </a:rPr>
              <a:t>(SLEPT factors)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71F94E-C367-4A68-A159-4188528C17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077738"/>
              </p:ext>
            </p:extLst>
          </p:nvPr>
        </p:nvGraphicFramePr>
        <p:xfrm>
          <a:off x="838200" y="1380840"/>
          <a:ext cx="10515600" cy="3184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44A1EC-5B9A-415D-9978-B857E181A5AC}"/>
              </a:ext>
            </a:extLst>
          </p:cNvPr>
          <p:cNvSpPr txBox="1"/>
          <p:nvPr/>
        </p:nvSpPr>
        <p:spPr>
          <a:xfrm>
            <a:off x="866562" y="4133850"/>
            <a:ext cx="2009775" cy="25853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These include the influence of consumer perception in determining the usage of the Internet for different activities</a:t>
            </a:r>
          </a:p>
          <a:p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54589-E39B-47CA-8DF2-A758697C4FA7}"/>
              </a:ext>
            </a:extLst>
          </p:cNvPr>
          <p:cNvSpPr txBox="1"/>
          <p:nvPr/>
        </p:nvSpPr>
        <p:spPr>
          <a:xfrm>
            <a:off x="3053247" y="4133849"/>
            <a:ext cx="2009775" cy="25853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Methods by which products can be promoted and sold online.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A9E4B5-D64E-46B0-8AF5-3F79EFC9D7D6}"/>
              </a:ext>
            </a:extLst>
          </p:cNvPr>
          <p:cNvSpPr txBox="1"/>
          <p:nvPr/>
        </p:nvSpPr>
        <p:spPr>
          <a:xfrm>
            <a:off x="5237472" y="4133848"/>
            <a:ext cx="2009775" cy="25853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Variations in the economic performance in different countries and regions affect spending patterns and international trade. </a:t>
            </a:r>
            <a:endParaRPr lang="en-SG" dirty="0"/>
          </a:p>
          <a:p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BA8E5A-658B-48A6-83FB-F2C5DB2395C6}"/>
              </a:ext>
            </a:extLst>
          </p:cNvPr>
          <p:cNvSpPr txBox="1"/>
          <p:nvPr/>
        </p:nvSpPr>
        <p:spPr>
          <a:xfrm>
            <a:off x="7421697" y="4133847"/>
            <a:ext cx="2009775" cy="25853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National governments and transnational organizations have an important role in determining the future adoption and control of the Internet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C6DDC2-6CB6-41F2-8B63-AE3C7C92856A}"/>
              </a:ext>
            </a:extLst>
          </p:cNvPr>
          <p:cNvSpPr txBox="1"/>
          <p:nvPr/>
        </p:nvSpPr>
        <p:spPr>
          <a:xfrm>
            <a:off x="9667566" y="4115223"/>
            <a:ext cx="2009775" cy="25853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Changes in technology offer new opportunities to the way products can be marketed.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07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E9FAC-D271-4862-A7AB-04ECB9FAA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Factors in the macro-environment and </a:t>
            </a:r>
            <a:br>
              <a:rPr lang="en-SG" dirty="0"/>
            </a:br>
            <a:r>
              <a:rPr lang="en-SG" dirty="0"/>
              <a:t>macro-environment of an organization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D5EA51-05C0-4833-8A16-CFF92907A5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37" t="35356" r="15309" b="20449"/>
          <a:stretch/>
        </p:blipFill>
        <p:spPr>
          <a:xfrm>
            <a:off x="993597" y="2005601"/>
            <a:ext cx="10083978" cy="461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E9FAC-D271-4862-A7AB-04ECB9FA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Factors in the macro-environment and 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macro-environment of an organization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EDE5B38-209E-44A0-AAA9-8A37D760A9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6846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81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414651-2311-422C-91C9-FFB33175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597" y="3424348"/>
            <a:ext cx="9426806" cy="142441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600" dirty="0">
                <a:solidFill>
                  <a:srgbClr val="1B1B1B"/>
                </a:solidFill>
              </a:rPr>
              <a:t>What will happen if the organization will not monitor the environmental factors?</a:t>
            </a:r>
          </a:p>
        </p:txBody>
      </p:sp>
      <p:pic>
        <p:nvPicPr>
          <p:cNvPr id="5" name="Picture 2" descr="Question Mark 3D Computer Graphics Three-dimensional Space, PNG ...">
            <a:extLst>
              <a:ext uri="{FF2B5EF4-FFF2-40B4-BE49-F238E27FC236}">
                <a16:creationId xmlns:a16="http://schemas.microsoft.com/office/drawing/2014/main" id="{E30B243F-59EB-4F73-81CF-A7098894B7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181600" y="133049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254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0D5EA-39D7-4C90-9CD1-0F5102BE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9859F-1432-469C-A394-F4EF346CB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sz="4000" dirty="0"/>
              <a:t>Organizations that either do not monitor these environmental factors or do not respond to them adequately will not remain competitive and may fail.</a:t>
            </a:r>
          </a:p>
        </p:txBody>
      </p:sp>
    </p:spTree>
    <p:extLst>
      <p:ext uri="{BB962C8B-B14F-4D97-AF65-F5344CB8AC3E}">
        <p14:creationId xmlns:p14="http://schemas.microsoft.com/office/powerpoint/2010/main" val="393689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950F-EE32-40A6-AB96-7B4226BE4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Significant Laws which control digital marketing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9FDDA093-C198-4F3D-9680-9BA9A0D48E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470728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5893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382E-2F9D-4487-B37A-C109AB97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5400" dirty="0"/>
              <a:t>Social and Legal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7F167-240B-4474-BAC2-FD4260DD4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9450"/>
            <a:ext cx="10515600" cy="256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3600" dirty="0"/>
              <a:t>The social and cultural impacts of the Internet are important from an e-commerce perspective since they govern demand for Internet services and propensity to purchase online and use different types of e-commerce service.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2393C-DE61-4A38-872C-3BA27B3CF6AE}"/>
              </a:ext>
            </a:extLst>
          </p:cNvPr>
          <p:cNvSpPr txBox="1"/>
          <p:nvPr/>
        </p:nvSpPr>
        <p:spPr>
          <a:xfrm>
            <a:off x="4438222" y="5039855"/>
            <a:ext cx="7153275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b="1" u="sng" dirty="0"/>
              <a:t>Behavioural Ad Targeting</a:t>
            </a:r>
          </a:p>
          <a:p>
            <a:r>
              <a:rPr lang="en-SG" sz="2400" dirty="0"/>
              <a:t>- Advertisers target ads at a visitor as they move within or between sites dependent on their viewing particular sites or types of content that indicate their preferences</a:t>
            </a:r>
          </a:p>
        </p:txBody>
      </p:sp>
    </p:spTree>
    <p:extLst>
      <p:ext uri="{BB962C8B-B14F-4D97-AF65-F5344CB8AC3E}">
        <p14:creationId xmlns:p14="http://schemas.microsoft.com/office/powerpoint/2010/main" val="1817141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4.2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4.2</a:t>
            </a:r>
          </a:p>
        </p:txBody>
      </p:sp>
    </p:spTree>
    <p:extLst>
      <p:ext uri="{BB962C8B-B14F-4D97-AF65-F5344CB8AC3E}">
        <p14:creationId xmlns:p14="http://schemas.microsoft.com/office/powerpoint/2010/main" val="115691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7BD3-9FFD-4726-8508-5AA83E2F5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sz="4100" dirty="0"/>
              <a:t>Social and legal factors </a:t>
            </a:r>
            <a:br>
              <a:rPr lang="en-SG" sz="4100" dirty="0"/>
            </a:br>
            <a:r>
              <a:rPr lang="en-SG" sz="4100" dirty="0">
                <a:solidFill>
                  <a:schemeClr val="accent4">
                    <a:lumMod val="75000"/>
                  </a:schemeClr>
                </a:solidFill>
              </a:rPr>
              <a:t>(Factors governing e-commerce service adoption)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4368DBF7-683F-4C31-B336-6C55067B30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59523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4283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6448-832F-46B6-9837-28F0AD57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5400" dirty="0"/>
              <a:t>Social and legal factors 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(Understanding users’ access requirements)</a:t>
            </a:r>
            <a:endParaRPr lang="en-SG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27304-2361-4092-9B79-AD05CB45C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9299"/>
            <a:ext cx="10515600" cy="4157663"/>
          </a:xfrm>
        </p:spPr>
        <p:txBody>
          <a:bodyPr/>
          <a:lstStyle/>
          <a:p>
            <a:r>
              <a:rPr lang="en-SG" dirty="0"/>
              <a:t>Usage location (from home or work)</a:t>
            </a:r>
          </a:p>
          <a:p>
            <a:r>
              <a:rPr lang="en-SG" dirty="0"/>
              <a:t>Access device (browser and computer platform including mobile devices)</a:t>
            </a:r>
          </a:p>
          <a:p>
            <a:r>
              <a:rPr lang="en-SG" dirty="0"/>
              <a:t>Connection speed</a:t>
            </a:r>
          </a:p>
          <a:p>
            <a:r>
              <a:rPr lang="en-SG" dirty="0"/>
              <a:t>ISP </a:t>
            </a:r>
          </a:p>
          <a:p>
            <a:r>
              <a:rPr lang="en-SG" dirty="0"/>
              <a:t>Experience Level</a:t>
            </a:r>
          </a:p>
          <a:p>
            <a:r>
              <a:rPr lang="en-SG" dirty="0"/>
              <a:t>Usage type</a:t>
            </a:r>
          </a:p>
          <a:p>
            <a:r>
              <a:rPr lang="en-SG" dirty="0"/>
              <a:t>Usage Level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40477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6448-832F-46B6-9837-28F0AD57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Social and legal factors </a:t>
            </a:r>
            <a:br>
              <a:rPr lang="en-SG" sz="3700" dirty="0"/>
            </a:br>
            <a:r>
              <a:rPr lang="en-SG" sz="3700" dirty="0">
                <a:solidFill>
                  <a:schemeClr val="accent4">
                    <a:lumMod val="75000"/>
                  </a:schemeClr>
                </a:solidFill>
              </a:rPr>
              <a:t>(Consumers influenced by using the online channel)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7683DA-32C9-4015-B38E-2DE539694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4921933"/>
              </p:ext>
            </p:extLst>
          </p:nvPr>
        </p:nvGraphicFramePr>
        <p:xfrm>
          <a:off x="733425" y="11017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E882C8-FE25-4B96-A670-4AD5082D38FD}"/>
              </a:ext>
            </a:extLst>
          </p:cNvPr>
          <p:cNvSpPr txBox="1"/>
          <p:nvPr/>
        </p:nvSpPr>
        <p:spPr>
          <a:xfrm>
            <a:off x="2742772" y="4553883"/>
            <a:ext cx="7153275" cy="19389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b="1" u="sng" dirty="0"/>
              <a:t>Online buyer behaviour</a:t>
            </a:r>
          </a:p>
          <a:p>
            <a:r>
              <a:rPr lang="en-SG" sz="2400" dirty="0"/>
              <a:t>- An assessment of how consumers and business people use the Internet in combination with other communication channels when selecting and buying products and services</a:t>
            </a:r>
          </a:p>
        </p:txBody>
      </p:sp>
    </p:spTree>
    <p:extLst>
      <p:ext uri="{BB962C8B-B14F-4D97-AF65-F5344CB8AC3E}">
        <p14:creationId xmlns:p14="http://schemas.microsoft.com/office/powerpoint/2010/main" val="3144482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6448-832F-46B6-9837-28F0AD57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sz="5400" dirty="0"/>
              <a:t>Social and legal factors 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(Motivation for use of online services)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33C2B2-9A60-437A-806E-A1AA1078B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4233397"/>
              </p:ext>
            </p:extLst>
          </p:nvPr>
        </p:nvGraphicFramePr>
        <p:xfrm>
          <a:off x="838200" y="214153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3063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EAA3-8421-4080-96E2-4968290C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6000" dirty="0"/>
              <a:t>Social and legal factors </a:t>
            </a:r>
            <a:br>
              <a:rPr lang="en-SG" dirty="0"/>
            </a:br>
            <a:r>
              <a:rPr lang="en-SG" dirty="0">
                <a:solidFill>
                  <a:schemeClr val="accent4">
                    <a:lumMod val="75000"/>
                  </a:schemeClr>
                </a:solidFill>
              </a:rPr>
              <a:t>(Business Demand for digital business services)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676B3-809E-4042-9531-16EB76FF7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5075"/>
            <a:ext cx="10515600" cy="3671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3600" dirty="0"/>
              <a:t>The B2B market is more complex than B2C in that variation in demand will occur according to different types of organization and people within the buying unit in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009226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EAA3-8421-4080-96E2-4968290C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428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sz="6000" dirty="0"/>
              <a:t>Social and legal factors </a:t>
            </a:r>
            <a:br>
              <a:rPr lang="en-SG" dirty="0"/>
            </a:br>
            <a:r>
              <a:rPr lang="en-SG" dirty="0">
                <a:solidFill>
                  <a:schemeClr val="accent4">
                    <a:lumMod val="75000"/>
                  </a:schemeClr>
                </a:solidFill>
              </a:rPr>
              <a:t>(Business Demand for digital business services)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9E5030-83E5-47FB-8674-0A31C52AC2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33" t="19851" r="15750" b="6518"/>
          <a:stretch/>
        </p:blipFill>
        <p:spPr>
          <a:xfrm>
            <a:off x="2673350" y="1339851"/>
            <a:ext cx="7061200" cy="54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82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EAA3-8421-4080-96E2-4968290C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428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sz="6000" dirty="0"/>
              <a:t>Social and legal factors </a:t>
            </a:r>
            <a:br>
              <a:rPr lang="en-SG" dirty="0"/>
            </a:br>
            <a:r>
              <a:rPr lang="en-SG" dirty="0">
                <a:solidFill>
                  <a:schemeClr val="accent4">
                    <a:lumMod val="75000"/>
                  </a:schemeClr>
                </a:solidFill>
              </a:rPr>
              <a:t>(Business Demand for digital business services)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38E83-D274-471A-8C73-0F1C0223F126}"/>
              </a:ext>
            </a:extLst>
          </p:cNvPr>
          <p:cNvSpPr txBox="1"/>
          <p:nvPr/>
        </p:nvSpPr>
        <p:spPr>
          <a:xfrm>
            <a:off x="742950" y="1819275"/>
            <a:ext cx="109442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SG" sz="2800" b="1" u="sng" dirty="0"/>
              <a:t>Variations in organization characteristics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SG" sz="2800" dirty="0"/>
              <a:t>Size of company (employees or turnover)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SG" sz="2800" dirty="0"/>
              <a:t>Industry sector and products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SG" sz="2800" dirty="0"/>
              <a:t>Division 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SG" sz="2800" dirty="0"/>
              <a:t>Country and region </a:t>
            </a:r>
          </a:p>
          <a:p>
            <a:pPr marL="514350" indent="-514350">
              <a:buAutoNum type="arabicPeriod"/>
            </a:pPr>
            <a:r>
              <a:rPr lang="en-SG" sz="2800" b="1" u="sng" dirty="0"/>
              <a:t>Individual role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SG" sz="2800" dirty="0"/>
              <a:t>Role and responsibility from job title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SG" sz="2800" dirty="0"/>
              <a:t>Role in buying decision (purchasing influence)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SG" sz="2800" dirty="0"/>
              <a:t>Department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SG" sz="2800" dirty="0"/>
              <a:t>Product Interest</a:t>
            </a:r>
          </a:p>
          <a:p>
            <a:pPr marL="971550" lvl="1" indent="-514350">
              <a:buFont typeface="Wingdings" panose="05000000000000000000" pitchFamily="2" charset="2"/>
              <a:buChar char="ü"/>
            </a:pPr>
            <a:r>
              <a:rPr lang="en-SG" sz="2800" dirty="0"/>
              <a:t>Demographics: age, sex and possibly social group</a:t>
            </a:r>
          </a:p>
        </p:txBody>
      </p:sp>
    </p:spTree>
    <p:extLst>
      <p:ext uri="{BB962C8B-B14F-4D97-AF65-F5344CB8AC3E}">
        <p14:creationId xmlns:p14="http://schemas.microsoft.com/office/powerpoint/2010/main" val="3820438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4.3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4.3</a:t>
            </a:r>
          </a:p>
        </p:txBody>
      </p:sp>
    </p:spTree>
    <p:extLst>
      <p:ext uri="{BB962C8B-B14F-4D97-AF65-F5344CB8AC3E}">
        <p14:creationId xmlns:p14="http://schemas.microsoft.com/office/powerpoint/2010/main" val="3720653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EAA3-8421-4080-96E2-4968290C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" y="10572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sz="6000" dirty="0"/>
              <a:t>Social and legal factors </a:t>
            </a:r>
            <a:br>
              <a:rPr lang="en-SG" dirty="0"/>
            </a:br>
            <a:r>
              <a:rPr lang="en-SG" dirty="0">
                <a:solidFill>
                  <a:schemeClr val="accent4">
                    <a:lumMod val="75000"/>
                  </a:schemeClr>
                </a:solidFill>
              </a:rPr>
              <a:t>(Privacy and trust in e-commerce)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38E83-D274-471A-8C73-0F1C0223F126}"/>
              </a:ext>
            </a:extLst>
          </p:cNvPr>
          <p:cNvSpPr txBox="1"/>
          <p:nvPr/>
        </p:nvSpPr>
        <p:spPr>
          <a:xfrm>
            <a:off x="742950" y="1819275"/>
            <a:ext cx="109442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2800" b="1" u="sng" dirty="0"/>
              <a:t>Ethical Standards </a:t>
            </a:r>
            <a:r>
              <a:rPr lang="en-SG" sz="2800" dirty="0"/>
              <a:t>are personal or business practices or behaviour generally considered acceptable by society.</a:t>
            </a:r>
          </a:p>
          <a:p>
            <a:endParaRPr lang="en-SG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2800" dirty="0"/>
              <a:t>Ethical issues and the associated laws constitute an important consideration of the Internet business environment for marketers.</a:t>
            </a:r>
          </a:p>
          <a:p>
            <a:endParaRPr lang="en-SG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2800" dirty="0"/>
              <a:t>Privacy of consumers is a key ethical issue that affect all types of organization regardless if they have a transactional e-commerce service.</a:t>
            </a:r>
          </a:p>
        </p:txBody>
      </p:sp>
    </p:spTree>
    <p:extLst>
      <p:ext uri="{BB962C8B-B14F-4D97-AF65-F5344CB8AC3E}">
        <p14:creationId xmlns:p14="http://schemas.microsoft.com/office/powerpoint/2010/main" val="2573104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EAA3-8421-4080-96E2-4968290C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" y="248603"/>
            <a:ext cx="9893300" cy="1325563"/>
          </a:xfrm>
        </p:spPr>
        <p:txBody>
          <a:bodyPr>
            <a:normAutofit fontScale="90000"/>
          </a:bodyPr>
          <a:lstStyle/>
          <a:p>
            <a:r>
              <a:rPr lang="en-SG" sz="6000"/>
              <a:t>Social and legal factors </a:t>
            </a:r>
            <a:br>
              <a:rPr lang="en-SG"/>
            </a:br>
            <a:r>
              <a:rPr lang="en-SG" sz="4000">
                <a:solidFill>
                  <a:schemeClr val="accent4">
                    <a:lumMod val="75000"/>
                  </a:schemeClr>
                </a:solidFill>
              </a:rPr>
              <a:t>(Why personal data are valuable for digital business)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38E83-D274-471A-8C73-0F1C0223F126}"/>
              </a:ext>
            </a:extLst>
          </p:cNvPr>
          <p:cNvSpPr txBox="1"/>
          <p:nvPr/>
        </p:nvSpPr>
        <p:spPr>
          <a:xfrm>
            <a:off x="742950" y="2428875"/>
            <a:ext cx="109442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/>
              <a:t>Because through understanding customer’s needs, characteristics and behaviours it is possible to create more personalized targeted communication, which help increase sales.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1805702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EAA3-8421-4080-96E2-4968290C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49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Social and legal factors </a:t>
            </a:r>
            <a:br>
              <a:rPr lang="en-US" sz="3700" kern="1200" dirty="0"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(Main information types used by Internet Marketers)</a:t>
            </a: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CC4BCB4C-293F-4AC9-9C38-D154426A5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6689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334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3D19-7EFD-41DB-921D-CF19BEECD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/>
          </a:bodyPr>
          <a:lstStyle/>
          <a:p>
            <a:r>
              <a:rPr lang="en-US" sz="5400" dirty="0"/>
              <a:t>Social and legal factors </a:t>
            </a:r>
            <a:br>
              <a:rPr lang="en-US" sz="4800" dirty="0"/>
            </a:br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(Ethical Issues concerned with personal information)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73032-8CFC-4C40-B840-DD3E0088C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sz="3200" b="1" u="sng" dirty="0"/>
              <a:t>Privacy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what information is held about the individual?</a:t>
            </a:r>
          </a:p>
          <a:p>
            <a:r>
              <a:rPr lang="en-SG" sz="3200" b="1" u="sng" dirty="0"/>
              <a:t>Accuracy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is it correct?</a:t>
            </a:r>
          </a:p>
          <a:p>
            <a:r>
              <a:rPr lang="en-SG" sz="3200" b="1" u="sng" dirty="0"/>
              <a:t>Property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who owns it and how can ownership be transferred?</a:t>
            </a:r>
          </a:p>
          <a:p>
            <a:r>
              <a:rPr lang="en-SG" sz="3200" b="1" u="sng" dirty="0"/>
              <a:t>Accessibility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who is allowed to access this information, and under which condition?</a:t>
            </a:r>
          </a:p>
        </p:txBody>
      </p:sp>
    </p:spTree>
    <p:extLst>
      <p:ext uri="{BB962C8B-B14F-4D97-AF65-F5344CB8AC3E}">
        <p14:creationId xmlns:p14="http://schemas.microsoft.com/office/powerpoint/2010/main" val="2306024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3D19-7EFD-41DB-921D-CF19BEECD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0"/>
            <a:ext cx="10515600" cy="1690688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Social and legal factors </a:t>
            </a:r>
            <a:br>
              <a:rPr lang="en-US" sz="4800" dirty="0"/>
            </a:br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(Alternative perspective, raising issues for both individual </a:t>
            </a:r>
            <a:br>
              <a:rPr lang="en-US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and marketer)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73032-8CFC-4C40-B840-DD3E0088C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1854200"/>
            <a:ext cx="10515600" cy="4351338"/>
          </a:xfrm>
        </p:spPr>
        <p:txBody>
          <a:bodyPr>
            <a:normAutofit/>
          </a:bodyPr>
          <a:lstStyle/>
          <a:p>
            <a:r>
              <a:rPr lang="en-SG" sz="3200" b="1" u="sng" dirty="0"/>
              <a:t>Transparency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who is collecting what information?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how do they disclose the collection of data?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how it will be used?</a:t>
            </a:r>
          </a:p>
          <a:p>
            <a:r>
              <a:rPr lang="en-SG" sz="3200" b="1" u="sng" dirty="0"/>
              <a:t>Security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how is information protected once it is collected by the company?</a:t>
            </a:r>
          </a:p>
          <a:p>
            <a:r>
              <a:rPr lang="en-SG" sz="3200" b="1" u="sng" dirty="0"/>
              <a:t>Liability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who is responsible if data is abused?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76F5D-FD20-422A-A731-5E9C674D288A}"/>
              </a:ext>
            </a:extLst>
          </p:cNvPr>
          <p:cNvSpPr txBox="1"/>
          <p:nvPr/>
        </p:nvSpPr>
        <p:spPr>
          <a:xfrm>
            <a:off x="752475" y="6045884"/>
            <a:ext cx="10896600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b="1" u="sng" dirty="0"/>
              <a:t>Data protection legislation </a:t>
            </a:r>
            <a:r>
              <a:rPr lang="en-SG" sz="2000" dirty="0"/>
              <a:t>is enacted to protect the individual, to protect their privacy and to prevent misuse of the personal data.</a:t>
            </a:r>
          </a:p>
        </p:txBody>
      </p:sp>
    </p:spTree>
    <p:extLst>
      <p:ext uri="{BB962C8B-B14F-4D97-AF65-F5344CB8AC3E}">
        <p14:creationId xmlns:p14="http://schemas.microsoft.com/office/powerpoint/2010/main" val="2553907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4.4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4.4</a:t>
            </a:r>
          </a:p>
        </p:txBody>
      </p:sp>
    </p:spTree>
    <p:extLst>
      <p:ext uri="{BB962C8B-B14F-4D97-AF65-F5344CB8AC3E}">
        <p14:creationId xmlns:p14="http://schemas.microsoft.com/office/powerpoint/2010/main" val="2717158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7689-197A-402E-B634-A03FB0B8D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/>
              <a:t>Social and legal factors </a:t>
            </a:r>
            <a:br>
              <a:rPr lang="en-US" sz="6000" dirty="0"/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(Personal Data, Data Controller, Data Subject)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A091B7-AA25-4351-AAA1-78113E7907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84" t="22518" r="25000" b="19852"/>
          <a:stretch/>
        </p:blipFill>
        <p:spPr>
          <a:xfrm>
            <a:off x="2721066" y="1690688"/>
            <a:ext cx="6611438" cy="511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01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C8C3900-B8A1-4965-88E6-CBCBFE067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482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C6231-7B0E-4D97-9F88-4D9290A3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4568"/>
            <a:ext cx="3766457" cy="541292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Social and legal factors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(Principles of Personal Data)</a:t>
            </a:r>
            <a:endParaRPr lang="en-SG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5FAF2CA-69C7-43DA-BF9B-F1D8855737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087915"/>
              </p:ext>
            </p:extLst>
          </p:nvPr>
        </p:nvGraphicFramePr>
        <p:xfrm>
          <a:off x="4854999" y="450848"/>
          <a:ext cx="6330102" cy="5956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86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7B5A-416A-4AD9-A344-789B970C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4800" dirty="0"/>
              <a:t>Other Legislation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(1 – Marketing your digital business)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44BA-18B3-4363-9BF9-37AE580CE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3919"/>
            <a:ext cx="10515600" cy="4023043"/>
          </a:xfrm>
        </p:spPr>
        <p:txBody>
          <a:bodyPr>
            <a:normAutofit/>
          </a:bodyPr>
          <a:lstStyle/>
          <a:p>
            <a:r>
              <a:rPr lang="en-SG" sz="3600" dirty="0"/>
              <a:t>Domain Registration</a:t>
            </a:r>
          </a:p>
          <a:p>
            <a:r>
              <a:rPr lang="en-SG" sz="3600" dirty="0"/>
              <a:t>Using competitor names and trademarks I meta tags (for search engine optimization)</a:t>
            </a:r>
          </a:p>
          <a:p>
            <a:r>
              <a:rPr lang="en-SG" sz="3600" dirty="0"/>
              <a:t>Using competitor names and trademarks in pay-per-click advertising</a:t>
            </a:r>
          </a:p>
          <a:p>
            <a:r>
              <a:rPr lang="en-SG" sz="3600" dirty="0"/>
              <a:t>Accessibility law</a:t>
            </a:r>
          </a:p>
        </p:txBody>
      </p:sp>
    </p:spTree>
    <p:extLst>
      <p:ext uri="{BB962C8B-B14F-4D97-AF65-F5344CB8AC3E}">
        <p14:creationId xmlns:p14="http://schemas.microsoft.com/office/powerpoint/2010/main" val="2051965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7B5A-416A-4AD9-A344-789B970C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4800" dirty="0"/>
              <a:t>Other Legislation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(2 – Forming an electronic contract)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44BA-18B3-4363-9BF9-37AE580CE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5100"/>
            <a:ext cx="10515600" cy="3471862"/>
          </a:xfrm>
        </p:spPr>
        <p:txBody>
          <a:bodyPr>
            <a:normAutofit/>
          </a:bodyPr>
          <a:lstStyle/>
          <a:p>
            <a:r>
              <a:rPr lang="en-SG" sz="4000" dirty="0"/>
              <a:t>Country of Origin Principle</a:t>
            </a:r>
          </a:p>
          <a:p>
            <a:r>
              <a:rPr lang="en-SG" sz="4000" dirty="0"/>
              <a:t>Distance-selling law</a:t>
            </a:r>
          </a:p>
        </p:txBody>
      </p:sp>
    </p:spTree>
    <p:extLst>
      <p:ext uri="{BB962C8B-B14F-4D97-AF65-F5344CB8AC3E}">
        <p14:creationId xmlns:p14="http://schemas.microsoft.com/office/powerpoint/2010/main" val="298143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7B5A-416A-4AD9-A344-789B970C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4800" dirty="0"/>
              <a:t>Other Legislation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(3 – Making and Accepting Payments)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44BA-18B3-4363-9BF9-37AE580CE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5100"/>
            <a:ext cx="10515600" cy="3471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The relevant laws are those referring to liability between a credit card issuer, the merchant and the buyer.</a:t>
            </a:r>
            <a:endParaRPr lang="en-SG" sz="4000" dirty="0"/>
          </a:p>
        </p:txBody>
      </p:sp>
    </p:spTree>
    <p:extLst>
      <p:ext uri="{BB962C8B-B14F-4D97-AF65-F5344CB8AC3E}">
        <p14:creationId xmlns:p14="http://schemas.microsoft.com/office/powerpoint/2010/main" val="3320183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7B5A-416A-4AD9-A344-789B970C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4800" dirty="0"/>
              <a:t>Other Legislation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(4 – Authenticating contracts concluded over the Internet)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44BA-18B3-4363-9BF9-37AE580CE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5100"/>
            <a:ext cx="10515600" cy="3471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Establishing the identity of the purchaser. For example, to help prove a credit card owner is the valid owner, many sites now ask for authentication code.</a:t>
            </a:r>
            <a:endParaRPr lang="en-SG" sz="4000" dirty="0"/>
          </a:p>
        </p:txBody>
      </p:sp>
    </p:spTree>
    <p:extLst>
      <p:ext uri="{BB962C8B-B14F-4D97-AF65-F5344CB8AC3E}">
        <p14:creationId xmlns:p14="http://schemas.microsoft.com/office/powerpoint/2010/main" val="1871052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7B5A-416A-4AD9-A344-789B970C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800" dirty="0"/>
              <a:t>Other Legislation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(5 – Email Risks)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44BA-18B3-4363-9BF9-37AE580CE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5100"/>
            <a:ext cx="10515600" cy="3471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One of the main risks with e-mail is infringing an individual’s privacy. Specific laws have been developed in many countries to reduce the volume of unsolicited commercial e-mail or spam.</a:t>
            </a:r>
            <a:endParaRPr lang="en-SG" sz="4000" dirty="0"/>
          </a:p>
        </p:txBody>
      </p:sp>
    </p:spTree>
    <p:extLst>
      <p:ext uri="{BB962C8B-B14F-4D97-AF65-F5344CB8AC3E}">
        <p14:creationId xmlns:p14="http://schemas.microsoft.com/office/powerpoint/2010/main" val="2690441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7B5A-416A-4AD9-A344-789B970C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800" dirty="0"/>
              <a:t>Other Legislation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(6 – Protecting Intellectual Property)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44BA-18B3-4363-9BF9-37AE580CE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5100"/>
            <a:ext cx="10515600" cy="3471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Protect designs, ideas and inventions and includes content and services developed for e-commerce sites. </a:t>
            </a:r>
            <a:endParaRPr lang="en-SG" sz="4000" dirty="0"/>
          </a:p>
        </p:txBody>
      </p:sp>
    </p:spTree>
    <p:extLst>
      <p:ext uri="{BB962C8B-B14F-4D97-AF65-F5344CB8AC3E}">
        <p14:creationId xmlns:p14="http://schemas.microsoft.com/office/powerpoint/2010/main" val="451219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7B5A-416A-4AD9-A344-789B970C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800" dirty="0"/>
              <a:t>Other Legislation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(7 – Advertising on the Internet)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44BA-18B3-4363-9BF9-37AE580CE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5100"/>
            <a:ext cx="10515600" cy="3471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Advertising standards that are enforced by independent agencies</a:t>
            </a:r>
            <a:endParaRPr lang="en-SG" sz="4000" dirty="0"/>
          </a:p>
        </p:txBody>
      </p:sp>
    </p:spTree>
    <p:extLst>
      <p:ext uri="{BB962C8B-B14F-4D97-AF65-F5344CB8AC3E}">
        <p14:creationId xmlns:p14="http://schemas.microsoft.com/office/powerpoint/2010/main" val="852318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4.5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4.5</a:t>
            </a:r>
          </a:p>
        </p:txBody>
      </p:sp>
    </p:spTree>
    <p:extLst>
      <p:ext uri="{BB962C8B-B14F-4D97-AF65-F5344CB8AC3E}">
        <p14:creationId xmlns:p14="http://schemas.microsoft.com/office/powerpoint/2010/main" val="587024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4BAF-DC4F-49F1-92D2-85DA8282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55575"/>
            <a:ext cx="10515600" cy="1325563"/>
          </a:xfrm>
        </p:spPr>
        <p:txBody>
          <a:bodyPr/>
          <a:lstStyle/>
          <a:p>
            <a:r>
              <a:rPr lang="en-SG" dirty="0"/>
              <a:t>Economic and Competitive Factors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(Framework describing the E-economy)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9FCA0-6379-4D0D-9257-0EDC1E088E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17" t="19556" r="25417" b="10074"/>
          <a:stretch/>
        </p:blipFill>
        <p:spPr>
          <a:xfrm>
            <a:off x="897890" y="1562688"/>
            <a:ext cx="6376670" cy="5295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21014D-52A7-41D5-8F48-C23C609880AF}"/>
              </a:ext>
            </a:extLst>
          </p:cNvPr>
          <p:cNvSpPr txBox="1"/>
          <p:nvPr/>
        </p:nvSpPr>
        <p:spPr>
          <a:xfrm>
            <a:off x="7629525" y="2562225"/>
            <a:ext cx="4000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The dynamic system of interaction between a nation’s citizens, businesses and government that capitalize upon online technology to achieve social and economic good.</a:t>
            </a:r>
          </a:p>
        </p:txBody>
      </p:sp>
    </p:spTree>
    <p:extLst>
      <p:ext uri="{BB962C8B-B14F-4D97-AF65-F5344CB8AC3E}">
        <p14:creationId xmlns:p14="http://schemas.microsoft.com/office/powerpoint/2010/main" val="4040236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4BAF-DC4F-49F1-92D2-85DA8282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55575"/>
            <a:ext cx="10515600" cy="1325563"/>
          </a:xfrm>
        </p:spPr>
        <p:txBody>
          <a:bodyPr/>
          <a:lstStyle/>
          <a:p>
            <a:r>
              <a:rPr lang="en-SG" dirty="0"/>
              <a:t>Economic and Competitive Factors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(Globalization and Localization)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1014D-52A7-41D5-8F48-C23C609880AF}"/>
              </a:ext>
            </a:extLst>
          </p:cNvPr>
          <p:cNvSpPr txBox="1"/>
          <p:nvPr/>
        </p:nvSpPr>
        <p:spPr>
          <a:xfrm>
            <a:off x="923924" y="1895475"/>
            <a:ext cx="99345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b="1" u="sng" dirty="0"/>
              <a:t>Globalization</a:t>
            </a:r>
          </a:p>
          <a:p>
            <a:r>
              <a:rPr lang="en-SG" sz="3200" dirty="0"/>
              <a:t> - </a:t>
            </a:r>
            <a:r>
              <a:rPr lang="en-US" sz="3200" dirty="0"/>
              <a:t>Move towards international trading in a single global marketplace and to blurring of social and cultural differences between countries. </a:t>
            </a:r>
            <a:endParaRPr lang="en-SG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1829B-1081-47B7-8C94-5C7A747C63E0}"/>
              </a:ext>
            </a:extLst>
          </p:cNvPr>
          <p:cNvSpPr txBox="1"/>
          <p:nvPr/>
        </p:nvSpPr>
        <p:spPr>
          <a:xfrm>
            <a:off x="923924" y="4371915"/>
            <a:ext cx="9934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b="1" u="sng" dirty="0"/>
              <a:t>Localization</a:t>
            </a:r>
          </a:p>
          <a:p>
            <a:r>
              <a:rPr lang="en-SG" sz="3200" dirty="0"/>
              <a:t> - </a:t>
            </a:r>
            <a:r>
              <a:rPr lang="en-US" sz="3200" dirty="0"/>
              <a:t>Tailoring of web site information for individual countries or regions.</a:t>
            </a:r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4148183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4BAF-DC4F-49F1-92D2-85DA8282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392"/>
            <a:ext cx="3374136" cy="550468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Economic and Competitive Factors</a:t>
            </a:r>
            <a:br>
              <a:rPr lang="en-US" sz="3700" kern="1200" dirty="0"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(A website may need to support a customers from a range of countries with:)</a:t>
            </a:r>
            <a:endParaRPr lang="en-US" sz="3700" kern="120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CF5AD221-BA65-4ECF-94DB-C0F2C6298F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176834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7925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B2ED5-66AC-4F0E-8A8C-DFE14EEA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Economic and Competitive Factors</a:t>
            </a:r>
            <a:br>
              <a:rPr lang="en-SG" dirty="0"/>
            </a:br>
            <a:r>
              <a:rPr lang="en-SG" sz="4000" dirty="0">
                <a:solidFill>
                  <a:schemeClr val="accent4">
                    <a:lumMod val="75000"/>
                  </a:schemeClr>
                </a:solidFill>
              </a:rPr>
              <a:t>(Importance of localization)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F2BE-32E4-422B-9481-74067AB4E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language that content is provided in</a:t>
            </a:r>
          </a:p>
          <a:p>
            <a:r>
              <a:rPr lang="en-SG" dirty="0"/>
              <a:t>Tone and style of copy </a:t>
            </a:r>
          </a:p>
          <a:p>
            <a:r>
              <a:rPr lang="en-SG" dirty="0"/>
              <a:t>Site design- certain colours or images may be unsuitable or less effective in some countries </a:t>
            </a:r>
          </a:p>
          <a:p>
            <a:r>
              <a:rPr lang="en-SG" dirty="0"/>
              <a:t>Range of product offerings</a:t>
            </a:r>
          </a:p>
          <a:p>
            <a:r>
              <a:rPr lang="en-SG" dirty="0"/>
              <a:t>Product Pricing</a:t>
            </a:r>
          </a:p>
          <a:p>
            <a:r>
              <a:rPr lang="en-SG" dirty="0"/>
              <a:t>Promotional offers used to encourage acquisition of customer email address</a:t>
            </a:r>
          </a:p>
          <a:p>
            <a:r>
              <a:rPr lang="en-SG" dirty="0"/>
              <a:t>Local contact points</a:t>
            </a:r>
          </a:p>
        </p:txBody>
      </p:sp>
    </p:spTree>
    <p:extLst>
      <p:ext uri="{BB962C8B-B14F-4D97-AF65-F5344CB8AC3E}">
        <p14:creationId xmlns:p14="http://schemas.microsoft.com/office/powerpoint/2010/main" val="3763636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4BAF-DC4F-49F1-92D2-85DA8282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Political Factors</a:t>
            </a:r>
            <a:br>
              <a:rPr lang="en-US" sz="2800" kern="1200" dirty="0"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(Political action enacted through government agencies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8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to control the </a:t>
            </a:r>
            <a:br>
              <a:rPr lang="en-US" sz="28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adoption of the Internet can include:)</a:t>
            </a:r>
          </a:p>
        </p:txBody>
      </p:sp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76DA4A87-EECF-4001-B33C-0D0B7C3A08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39841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934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23C3-FCF2-46E2-8710-19F1345E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5400" dirty="0"/>
              <a:t>Political Factors </a:t>
            </a:r>
            <a:br>
              <a:rPr lang="en-SG" dirty="0"/>
            </a:br>
            <a:r>
              <a:rPr lang="en-SG" sz="3600" dirty="0">
                <a:solidFill>
                  <a:schemeClr val="accent4">
                    <a:lumMod val="75000"/>
                  </a:schemeClr>
                </a:solidFill>
              </a:rPr>
              <a:t>(Internet Governance and E-governance)</a:t>
            </a:r>
            <a:endParaRPr lang="en-S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AAA25-0892-4146-9E93-E73478B1BC0E}"/>
              </a:ext>
            </a:extLst>
          </p:cNvPr>
          <p:cNvSpPr txBox="1"/>
          <p:nvPr/>
        </p:nvSpPr>
        <p:spPr>
          <a:xfrm>
            <a:off x="838200" y="2095500"/>
            <a:ext cx="9934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b="1" u="sng" dirty="0"/>
              <a:t>Internet Governance</a:t>
            </a:r>
          </a:p>
          <a:p>
            <a:r>
              <a:rPr lang="en-SG" sz="3200" dirty="0"/>
              <a:t> - </a:t>
            </a:r>
            <a:r>
              <a:rPr lang="en-US" sz="3200" dirty="0"/>
              <a:t>The control put in place to manage the growth of the Internet and its usage. </a:t>
            </a:r>
            <a:endParaRPr lang="en-SG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6D9B9-2505-4353-9502-DD5FFC6CE2A0}"/>
              </a:ext>
            </a:extLst>
          </p:cNvPr>
          <p:cNvSpPr txBox="1"/>
          <p:nvPr/>
        </p:nvSpPr>
        <p:spPr>
          <a:xfrm>
            <a:off x="838199" y="4267200"/>
            <a:ext cx="9934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b="1" u="sng" dirty="0"/>
              <a:t>E-Governance</a:t>
            </a:r>
          </a:p>
          <a:p>
            <a:r>
              <a:rPr lang="en-SG" sz="3200" dirty="0"/>
              <a:t> - </a:t>
            </a:r>
            <a:r>
              <a:rPr lang="en-US" sz="3200" dirty="0"/>
              <a:t>The application of e-commerce technologies to government and public services.</a:t>
            </a:r>
          </a:p>
        </p:txBody>
      </p:sp>
    </p:spTree>
    <p:extLst>
      <p:ext uri="{BB962C8B-B14F-4D97-AF65-F5344CB8AC3E}">
        <p14:creationId xmlns:p14="http://schemas.microsoft.com/office/powerpoint/2010/main" val="1578149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122F9423-F4B1-45D4-8445-E9991ECC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023C3-FCF2-46E2-8710-19F1345E1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897" y="518649"/>
            <a:ext cx="9882278" cy="106763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Approaches to identifying emerging </a:t>
            </a:r>
            <a:b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technologies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4" name="Group 12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628863"/>
            <a:ext cx="1128382" cy="847206"/>
            <a:chOff x="8183879" y="1000124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25" name="TextBox 3">
            <a:extLst>
              <a:ext uri="{FF2B5EF4-FFF2-40B4-BE49-F238E27FC236}">
                <a16:creationId xmlns:a16="http://schemas.microsoft.com/office/drawing/2014/main" id="{6860B020-2AAC-4BBE-9465-2EA216298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548650"/>
              </p:ext>
            </p:extLst>
          </p:nvPr>
        </p:nvGraphicFramePr>
        <p:xfrm>
          <a:off x="256175" y="2939247"/>
          <a:ext cx="10907490" cy="4094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B915F65-9570-44AD-9281-1408B61DBDBA}"/>
              </a:ext>
            </a:extLst>
          </p:cNvPr>
          <p:cNvSpPr txBox="1"/>
          <p:nvPr/>
        </p:nvSpPr>
        <p:spPr>
          <a:xfrm>
            <a:off x="809696" y="2038738"/>
            <a:ext cx="9441744" cy="10772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dirty="0"/>
              <a:t>Contrasting approaches to identifying new technologies which give a company a competitive edge:</a:t>
            </a:r>
          </a:p>
        </p:txBody>
      </p:sp>
    </p:spTree>
    <p:extLst>
      <p:ext uri="{BB962C8B-B14F-4D97-AF65-F5344CB8AC3E}">
        <p14:creationId xmlns:p14="http://schemas.microsoft.com/office/powerpoint/2010/main" val="16512168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122F9423-F4B1-45D4-8445-E9991ECC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023C3-FCF2-46E2-8710-19F1345E1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897" y="518649"/>
            <a:ext cx="9882278" cy="106763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Approaches to identifying emerging </a:t>
            </a:r>
            <a:b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technologies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4" name="Group 12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628863"/>
            <a:ext cx="1128382" cy="847206"/>
            <a:chOff x="8183879" y="1000124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915F65-9570-44AD-9281-1408B61DBDBA}"/>
              </a:ext>
            </a:extLst>
          </p:cNvPr>
          <p:cNvSpPr txBox="1"/>
          <p:nvPr/>
        </p:nvSpPr>
        <p:spPr>
          <a:xfrm>
            <a:off x="205720" y="2617731"/>
            <a:ext cx="39780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This indicates that benchmarking of “best of breed” sites within sectors is essential part of environmental scanning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2F238-6841-4A8D-AF3A-71E5B49D66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37" t="26112" r="11640" b="9784"/>
          <a:stretch/>
        </p:blipFill>
        <p:spPr>
          <a:xfrm>
            <a:off x="4389500" y="1943100"/>
            <a:ext cx="7305675" cy="439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122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Self-Assessment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Activity booklet for questions which will help you review the topics covered in this lesson.</a:t>
            </a:r>
          </a:p>
        </p:txBody>
      </p:sp>
    </p:spTree>
    <p:extLst>
      <p:ext uri="{BB962C8B-B14F-4D97-AF65-F5344CB8AC3E}">
        <p14:creationId xmlns:p14="http://schemas.microsoft.com/office/powerpoint/2010/main" val="224367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1640</Words>
  <Application>Microsoft Office PowerPoint</Application>
  <PresentationFormat>Widescreen</PresentationFormat>
  <Paragraphs>205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Abadi</vt:lpstr>
      <vt:lpstr>Arial</vt:lpstr>
      <vt:lpstr>Calibri</vt:lpstr>
      <vt:lpstr>Calibri Light</vt:lpstr>
      <vt:lpstr>Wingdings</vt:lpstr>
      <vt:lpstr>Office Theme</vt:lpstr>
      <vt:lpstr>Digital Business and               E-Commerce Management</vt:lpstr>
      <vt:lpstr>E-environment</vt:lpstr>
      <vt:lpstr>Activity 4.1</vt:lpstr>
      <vt:lpstr>Macro-environmental and Micro-environmental factors (SLEPT factors)</vt:lpstr>
      <vt:lpstr>Factors in the macro-environment and  macro-environment of an organization</vt:lpstr>
      <vt:lpstr>Factors in the macro-environment and  macro-environment of an organization</vt:lpstr>
      <vt:lpstr>What will happen if the organization will not monitor the environmental factors?</vt:lpstr>
      <vt:lpstr>Answer</vt:lpstr>
      <vt:lpstr>Significant Laws which control digital marketing</vt:lpstr>
      <vt:lpstr>Social and Legal Factors</vt:lpstr>
      <vt:lpstr>Activity 4.2</vt:lpstr>
      <vt:lpstr>Social and legal factors  (Factors governing e-commerce service adoption)</vt:lpstr>
      <vt:lpstr>Social and legal factors  (Understanding users’ access requirements)</vt:lpstr>
      <vt:lpstr>Social and legal factors  (Consumers influenced by using the online channel)</vt:lpstr>
      <vt:lpstr>Social and legal factors  (Motivation for use of online services)</vt:lpstr>
      <vt:lpstr>Social and legal factors  (Business Demand for digital business services)</vt:lpstr>
      <vt:lpstr>Social and legal factors  (Business Demand for digital business services)</vt:lpstr>
      <vt:lpstr>Social and legal factors  (Business Demand for digital business services)</vt:lpstr>
      <vt:lpstr>Activity 4.3</vt:lpstr>
      <vt:lpstr>Social and legal factors  (Privacy and trust in e-commerce)</vt:lpstr>
      <vt:lpstr>Social and legal factors  (Why personal data are valuable for digital business)</vt:lpstr>
      <vt:lpstr>Social and legal factors  (Main information types used by Internet Marketers)</vt:lpstr>
      <vt:lpstr>Social and legal factors  (Ethical Issues concerned with personal information)</vt:lpstr>
      <vt:lpstr>Social and legal factors  (Alternative perspective, raising issues for both individual  and marketer)</vt:lpstr>
      <vt:lpstr>Activity 4.4</vt:lpstr>
      <vt:lpstr>Social and legal factors  (Personal Data, Data Controller, Data Subject)</vt:lpstr>
      <vt:lpstr>Social and legal factors  (Principles of Personal Data)</vt:lpstr>
      <vt:lpstr>Other Legislation (1 – Marketing your digital business)</vt:lpstr>
      <vt:lpstr>Other Legislation (2 – Forming an electronic contract)</vt:lpstr>
      <vt:lpstr>Other Legislation (3 – Making and Accepting Payments)</vt:lpstr>
      <vt:lpstr>Other Legislation (4 – Authenticating contracts concluded over the Internet)</vt:lpstr>
      <vt:lpstr>Other Legislation (5 – Email Risks)</vt:lpstr>
      <vt:lpstr>Other Legislation (6 – Protecting Intellectual Property)</vt:lpstr>
      <vt:lpstr>Other Legislation (7 – Advertising on the Internet)</vt:lpstr>
      <vt:lpstr>Activity 4.5</vt:lpstr>
      <vt:lpstr>Economic and Competitive Factors (Framework describing the E-economy)</vt:lpstr>
      <vt:lpstr>Economic and Competitive Factors (Globalization and Localization)</vt:lpstr>
      <vt:lpstr>Economic and Competitive Factors (A website may need to support a customers from a range of countries with:)</vt:lpstr>
      <vt:lpstr>Economic and Competitive Factors (Importance of localization)</vt:lpstr>
      <vt:lpstr>Political Factors (Political action enacted through government agencies to control the  adoption of the Internet can include:)</vt:lpstr>
      <vt:lpstr>Political Factors  (Internet Governance and E-governance)</vt:lpstr>
      <vt:lpstr>Approaches to identifying emerging  technologies </vt:lpstr>
      <vt:lpstr>Approaches to identifying emerging  technologies </vt:lpstr>
      <vt:lpstr>Self-Assessment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Business and               E-Commerce Management</dc:title>
  <dc:creator>Marie Chris Soque</dc:creator>
  <cp:lastModifiedBy>Marie Chris Soque</cp:lastModifiedBy>
  <cp:revision>31</cp:revision>
  <dcterms:created xsi:type="dcterms:W3CDTF">2020-04-10T23:11:58Z</dcterms:created>
  <dcterms:modified xsi:type="dcterms:W3CDTF">2020-04-12T15:28:03Z</dcterms:modified>
</cp:coreProperties>
</file>