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  <p:sldId id="281" r:id="rId25"/>
    <p:sldId id="282" r:id="rId26"/>
    <p:sldId id="284" r:id="rId27"/>
    <p:sldId id="283" r:id="rId28"/>
    <p:sldId id="285" r:id="rId29"/>
    <p:sldId id="286" r:id="rId30"/>
    <p:sldId id="288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846E2-A7F3-4EFD-BC2E-18C899147A2C}" v="867" dt="2020-04-08T04:21:46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oe" userId="8901cf30983edc6b" providerId="LiveId" clId="{C1442F02-3345-4BB8-8B0E-23C8E3F94CAE}"/>
    <pc:docChg chg="undo custSel mod addSld modSld modMainMaster">
      <pc:chgData name="Tony Toe" userId="8901cf30983edc6b" providerId="LiveId" clId="{C1442F02-3345-4BB8-8B0E-23C8E3F94CAE}" dt="2018-11-09T08:53:22.890" v="1735" actId="20577"/>
      <pc:docMkLst>
        <pc:docMk/>
      </pc:docMkLst>
      <pc:sldChg chg="addSp delSp modSp add mod setBg">
        <pc:chgData name="Tony Toe" userId="8901cf30983edc6b" providerId="LiveId" clId="{C1442F02-3345-4BB8-8B0E-23C8E3F94CAE}" dt="2018-11-07T03:53:50.766" v="1417" actId="14100"/>
        <pc:sldMkLst>
          <pc:docMk/>
          <pc:sldMk cId="2878228141" sldId="259"/>
        </pc:sldMkLst>
        <pc:spChg chg="mod">
          <ac:chgData name="Tony Toe" userId="8901cf30983edc6b" providerId="LiveId" clId="{C1442F02-3345-4BB8-8B0E-23C8E3F94CAE}" dt="2018-11-07T02:39:52.629" v="8" actId="20577"/>
          <ac:spMkLst>
            <pc:docMk/>
            <pc:sldMk cId="2878228141" sldId="259"/>
            <ac:spMk id="2" creationId="{3695336E-06B7-426C-8AC1-BDC6371EE292}"/>
          </ac:spMkLst>
        </pc:spChg>
        <pc:spChg chg="mod">
          <ac:chgData name="Tony Toe" userId="8901cf30983edc6b" providerId="LiveId" clId="{C1442F02-3345-4BB8-8B0E-23C8E3F94CAE}" dt="2018-11-07T03:53:50.766" v="1417" actId="14100"/>
          <ac:spMkLst>
            <pc:docMk/>
            <pc:sldMk cId="2878228141" sldId="259"/>
            <ac:spMk id="3" creationId="{0493722E-AC09-4849-9057-7BBCE811B926}"/>
          </ac:spMkLst>
        </pc:spChg>
        <pc:spChg chg="add del">
          <ac:chgData name="Tony Toe" userId="8901cf30983edc6b" providerId="LiveId" clId="{C1442F02-3345-4BB8-8B0E-23C8E3F94CAE}" dt="2018-11-07T02:38:35.854" v="2" actId="478"/>
          <ac:spMkLst>
            <pc:docMk/>
            <pc:sldMk cId="2878228141" sldId="259"/>
            <ac:spMk id="4" creationId="{816C93EB-31D2-4026-9714-1D432D7FCA03}"/>
          </ac:spMkLst>
        </pc:spChg>
        <pc:picChg chg="add del mod">
          <ac:chgData name="Tony Toe" userId="8901cf30983edc6b" providerId="LiveId" clId="{C1442F02-3345-4BB8-8B0E-23C8E3F94CAE}" dt="2018-11-07T03:53:44.648" v="1415" actId="478"/>
          <ac:picMkLst>
            <pc:docMk/>
            <pc:sldMk cId="2878228141" sldId="259"/>
            <ac:picMk id="1028" creationId="{1CAD0328-5E1A-49B6-8DBA-C3EC54AFDBF5}"/>
          </ac:picMkLst>
        </pc:picChg>
      </pc:sldChg>
      <pc:sldChg chg="modSp add">
        <pc:chgData name="Tony Toe" userId="8901cf30983edc6b" providerId="LiveId" clId="{C1442F02-3345-4BB8-8B0E-23C8E3F94CAE}" dt="2018-11-07T02:47:13.229" v="65" actId="20577"/>
        <pc:sldMkLst>
          <pc:docMk/>
          <pc:sldMk cId="1900627532" sldId="260"/>
        </pc:sldMkLst>
        <pc:spChg chg="mod">
          <ac:chgData name="Tony Toe" userId="8901cf30983edc6b" providerId="LiveId" clId="{C1442F02-3345-4BB8-8B0E-23C8E3F94CAE}" dt="2018-11-07T02:40:56.142" v="33" actId="20577"/>
          <ac:spMkLst>
            <pc:docMk/>
            <pc:sldMk cId="1900627532" sldId="260"/>
            <ac:spMk id="2" creationId="{45F803A7-FACA-4F16-B76C-A9AB4CDF6334}"/>
          </ac:spMkLst>
        </pc:spChg>
        <pc:spChg chg="mod">
          <ac:chgData name="Tony Toe" userId="8901cf30983edc6b" providerId="LiveId" clId="{C1442F02-3345-4BB8-8B0E-23C8E3F94CAE}" dt="2018-11-07T02:47:13.229" v="65" actId="20577"/>
          <ac:spMkLst>
            <pc:docMk/>
            <pc:sldMk cId="1900627532" sldId="260"/>
            <ac:spMk id="3" creationId="{A3A52AE1-D289-4E7A-88F2-F05F7F4EDB0D}"/>
          </ac:spMkLst>
        </pc:spChg>
      </pc:sldChg>
      <pc:sldChg chg="addSp delSp modSp add mod setBg">
        <pc:chgData name="Tony Toe" userId="8901cf30983edc6b" providerId="LiveId" clId="{C1442F02-3345-4BB8-8B0E-23C8E3F94CAE}" dt="2018-11-07T02:48:15.523" v="134" actId="26606"/>
        <pc:sldMkLst>
          <pc:docMk/>
          <pc:sldMk cId="113529752" sldId="261"/>
        </pc:sldMkLst>
        <pc:spChg chg="mod">
          <ac:chgData name="Tony Toe" userId="8901cf30983edc6b" providerId="LiveId" clId="{C1442F02-3345-4BB8-8B0E-23C8E3F94CAE}" dt="2018-11-07T02:48:15.523" v="134" actId="26606"/>
          <ac:spMkLst>
            <pc:docMk/>
            <pc:sldMk cId="113529752" sldId="261"/>
            <ac:spMk id="2" creationId="{EEB12D6D-EBBC-42A7-A5F6-857F56F83A98}"/>
          </ac:spMkLst>
        </pc:spChg>
        <pc:spChg chg="del">
          <ac:chgData name="Tony Toe" userId="8901cf30983edc6b" providerId="LiveId" clId="{C1442F02-3345-4BB8-8B0E-23C8E3F94CAE}" dt="2018-11-07T02:47:48.649" v="131" actId="26606"/>
          <ac:spMkLst>
            <pc:docMk/>
            <pc:sldMk cId="113529752" sldId="261"/>
            <ac:spMk id="3" creationId="{509542F9-F69C-4EB1-8492-84FD69DF1DCA}"/>
          </ac:spMkLst>
        </pc:spChg>
        <pc:graphicFrameChg chg="add mod modGraphic">
          <ac:chgData name="Tony Toe" userId="8901cf30983edc6b" providerId="LiveId" clId="{C1442F02-3345-4BB8-8B0E-23C8E3F94CAE}" dt="2018-11-07T02:48:15.523" v="134" actId="26606"/>
          <ac:graphicFrameMkLst>
            <pc:docMk/>
            <pc:sldMk cId="113529752" sldId="261"/>
            <ac:graphicFrameMk id="4" creationId="{1C9A4696-1632-48E4-8722-567C739AB91B}"/>
          </ac:graphicFrameMkLst>
        </pc:graphicFrameChg>
      </pc:sldChg>
      <pc:sldChg chg="addSp modSp add">
        <pc:chgData name="Tony Toe" userId="8901cf30983edc6b" providerId="LiveId" clId="{C1442F02-3345-4BB8-8B0E-23C8E3F94CAE}" dt="2018-11-07T02:51:21.716" v="234" actId="20577"/>
        <pc:sldMkLst>
          <pc:docMk/>
          <pc:sldMk cId="3969558563" sldId="262"/>
        </pc:sldMkLst>
        <pc:spChg chg="mod">
          <ac:chgData name="Tony Toe" userId="8901cf30983edc6b" providerId="LiveId" clId="{C1442F02-3345-4BB8-8B0E-23C8E3F94CAE}" dt="2018-11-07T02:48:27.173" v="154" actId="20577"/>
          <ac:spMkLst>
            <pc:docMk/>
            <pc:sldMk cId="3969558563" sldId="262"/>
            <ac:spMk id="2" creationId="{5F131AFE-C8A2-4D1F-BD60-9842204D5183}"/>
          </ac:spMkLst>
        </pc:spChg>
        <pc:spChg chg="mod">
          <ac:chgData name="Tony Toe" userId="8901cf30983edc6b" providerId="LiveId" clId="{C1442F02-3345-4BB8-8B0E-23C8E3F94CAE}" dt="2018-11-07T02:49:18.077" v="205" actId="20577"/>
          <ac:spMkLst>
            <pc:docMk/>
            <pc:sldMk cId="3969558563" sldId="262"/>
            <ac:spMk id="3" creationId="{A7D5A1EC-D487-4379-B861-BFD03ABBEDF2}"/>
          </ac:spMkLst>
        </pc:spChg>
        <pc:spChg chg="add mod">
          <ac:chgData name="Tony Toe" userId="8901cf30983edc6b" providerId="LiveId" clId="{C1442F02-3345-4BB8-8B0E-23C8E3F94CAE}" dt="2018-11-07T02:49:43.518" v="213" actId="1076"/>
          <ac:spMkLst>
            <pc:docMk/>
            <pc:sldMk cId="3969558563" sldId="262"/>
            <ac:spMk id="4" creationId="{65F0777D-C1B3-4AC9-8236-74EAE95320B6}"/>
          </ac:spMkLst>
        </pc:spChg>
        <pc:spChg chg="add mod">
          <ac:chgData name="Tony Toe" userId="8901cf30983edc6b" providerId="LiveId" clId="{C1442F02-3345-4BB8-8B0E-23C8E3F94CAE}" dt="2018-11-07T02:50:50.878" v="219" actId="1076"/>
          <ac:spMkLst>
            <pc:docMk/>
            <pc:sldMk cId="3969558563" sldId="262"/>
            <ac:spMk id="5" creationId="{4D661E92-FEE9-4003-A583-1C73125C079E}"/>
          </ac:spMkLst>
        </pc:spChg>
        <pc:spChg chg="add mod">
          <ac:chgData name="Tony Toe" userId="8901cf30983edc6b" providerId="LiveId" clId="{C1442F02-3345-4BB8-8B0E-23C8E3F94CAE}" dt="2018-11-07T02:51:21.716" v="234" actId="20577"/>
          <ac:spMkLst>
            <pc:docMk/>
            <pc:sldMk cId="3969558563" sldId="262"/>
            <ac:spMk id="6" creationId="{935E57C7-408F-45E9-A6DD-6FD9D2A09C31}"/>
          </ac:spMkLst>
        </pc:spChg>
      </pc:sldChg>
      <pc:sldChg chg="modSp add">
        <pc:chgData name="Tony Toe" userId="8901cf30983edc6b" providerId="LiveId" clId="{C1442F02-3345-4BB8-8B0E-23C8E3F94CAE}" dt="2018-11-07T02:52:17.709" v="290" actId="20577"/>
        <pc:sldMkLst>
          <pc:docMk/>
          <pc:sldMk cId="559869889" sldId="263"/>
        </pc:sldMkLst>
        <pc:spChg chg="mod">
          <ac:chgData name="Tony Toe" userId="8901cf30983edc6b" providerId="LiveId" clId="{C1442F02-3345-4BB8-8B0E-23C8E3F94CAE}" dt="2018-11-07T02:52:03.525" v="247" actId="20577"/>
          <ac:spMkLst>
            <pc:docMk/>
            <pc:sldMk cId="559869889" sldId="263"/>
            <ac:spMk id="2" creationId="{381301AC-9853-4354-A499-D62DDE9405F5}"/>
          </ac:spMkLst>
        </pc:spChg>
        <pc:spChg chg="mod">
          <ac:chgData name="Tony Toe" userId="8901cf30983edc6b" providerId="LiveId" clId="{C1442F02-3345-4BB8-8B0E-23C8E3F94CAE}" dt="2018-11-07T02:52:17.709" v="290" actId="20577"/>
          <ac:spMkLst>
            <pc:docMk/>
            <pc:sldMk cId="559869889" sldId="263"/>
            <ac:spMk id="3" creationId="{A848DCD5-3BE6-4EC6-A161-81F30994B542}"/>
          </ac:spMkLst>
        </pc:spChg>
      </pc:sldChg>
      <pc:sldChg chg="modSp add">
        <pc:chgData name="Tony Toe" userId="8901cf30983edc6b" providerId="LiveId" clId="{C1442F02-3345-4BB8-8B0E-23C8E3F94CAE}" dt="2018-11-07T02:53:39.390" v="311" actId="20577"/>
        <pc:sldMkLst>
          <pc:docMk/>
          <pc:sldMk cId="2663059022" sldId="264"/>
        </pc:sldMkLst>
        <pc:spChg chg="mod">
          <ac:chgData name="Tony Toe" userId="8901cf30983edc6b" providerId="LiveId" clId="{C1442F02-3345-4BB8-8B0E-23C8E3F94CAE}" dt="2018-11-07T02:53:02.812" v="304" actId="20577"/>
          <ac:spMkLst>
            <pc:docMk/>
            <pc:sldMk cId="2663059022" sldId="264"/>
            <ac:spMk id="2" creationId="{56C38C1D-E5D3-491E-AB5C-FD264E405F84}"/>
          </ac:spMkLst>
        </pc:spChg>
        <pc:spChg chg="mod">
          <ac:chgData name="Tony Toe" userId="8901cf30983edc6b" providerId="LiveId" clId="{C1442F02-3345-4BB8-8B0E-23C8E3F94CAE}" dt="2018-11-07T02:53:39.390" v="311" actId="20577"/>
          <ac:spMkLst>
            <pc:docMk/>
            <pc:sldMk cId="2663059022" sldId="264"/>
            <ac:spMk id="3" creationId="{D170DBF4-03B0-46C7-8921-AC850D27F341}"/>
          </ac:spMkLst>
        </pc:spChg>
      </pc:sldChg>
      <pc:sldChg chg="modSp add">
        <pc:chgData name="Tony Toe" userId="8901cf30983edc6b" providerId="LiveId" clId="{C1442F02-3345-4BB8-8B0E-23C8E3F94CAE}" dt="2018-11-07T02:54:18.012" v="332" actId="20577"/>
        <pc:sldMkLst>
          <pc:docMk/>
          <pc:sldMk cId="767239538" sldId="265"/>
        </pc:sldMkLst>
        <pc:spChg chg="mod">
          <ac:chgData name="Tony Toe" userId="8901cf30983edc6b" providerId="LiveId" clId="{C1442F02-3345-4BB8-8B0E-23C8E3F94CAE}" dt="2018-11-07T02:54:02.781" v="326" actId="20577"/>
          <ac:spMkLst>
            <pc:docMk/>
            <pc:sldMk cId="767239538" sldId="265"/>
            <ac:spMk id="2" creationId="{D5DA16FE-8B01-4D89-9A03-706D9BB3FA13}"/>
          </ac:spMkLst>
        </pc:spChg>
        <pc:spChg chg="mod">
          <ac:chgData name="Tony Toe" userId="8901cf30983edc6b" providerId="LiveId" clId="{C1442F02-3345-4BB8-8B0E-23C8E3F94CAE}" dt="2018-11-07T02:54:18.012" v="332" actId="20577"/>
          <ac:spMkLst>
            <pc:docMk/>
            <pc:sldMk cId="767239538" sldId="265"/>
            <ac:spMk id="3" creationId="{AD2B53B1-8061-44BD-95CC-40420DB8CBE5}"/>
          </ac:spMkLst>
        </pc:spChg>
      </pc:sldChg>
      <pc:sldChg chg="addSp modSp add">
        <pc:chgData name="Tony Toe" userId="8901cf30983edc6b" providerId="LiveId" clId="{C1442F02-3345-4BB8-8B0E-23C8E3F94CAE}" dt="2018-11-07T02:56:07.607" v="468" actId="1076"/>
        <pc:sldMkLst>
          <pc:docMk/>
          <pc:sldMk cId="2036393543" sldId="266"/>
        </pc:sldMkLst>
        <pc:spChg chg="mod">
          <ac:chgData name="Tony Toe" userId="8901cf30983edc6b" providerId="LiveId" clId="{C1442F02-3345-4BB8-8B0E-23C8E3F94CAE}" dt="2018-11-07T02:55:19.723" v="413" actId="20577"/>
          <ac:spMkLst>
            <pc:docMk/>
            <pc:sldMk cId="2036393543" sldId="266"/>
            <ac:spMk id="2" creationId="{CAAE499C-48D2-4FF9-9C18-FE32A3DA42D3}"/>
          </ac:spMkLst>
        </pc:spChg>
        <pc:spChg chg="mod">
          <ac:chgData name="Tony Toe" userId="8901cf30983edc6b" providerId="LiveId" clId="{C1442F02-3345-4BB8-8B0E-23C8E3F94CAE}" dt="2018-11-07T02:55:43.388" v="460" actId="20577"/>
          <ac:spMkLst>
            <pc:docMk/>
            <pc:sldMk cId="2036393543" sldId="266"/>
            <ac:spMk id="3" creationId="{5A577533-217A-4D1C-8533-D565EC3A1507}"/>
          </ac:spMkLst>
        </pc:spChg>
        <pc:spChg chg="add mod">
          <ac:chgData name="Tony Toe" userId="8901cf30983edc6b" providerId="LiveId" clId="{C1442F02-3345-4BB8-8B0E-23C8E3F94CAE}" dt="2018-11-07T02:56:07.607" v="468" actId="1076"/>
          <ac:spMkLst>
            <pc:docMk/>
            <pc:sldMk cId="2036393543" sldId="266"/>
            <ac:spMk id="4" creationId="{3B37C893-FE76-45E0-9010-2C273797A4CD}"/>
          </ac:spMkLst>
        </pc:spChg>
      </pc:sldChg>
      <pc:sldChg chg="addSp modSp add">
        <pc:chgData name="Tony Toe" userId="8901cf30983edc6b" providerId="LiveId" clId="{C1442F02-3345-4BB8-8B0E-23C8E3F94CAE}" dt="2018-11-07T03:02:05.063" v="475" actId="1076"/>
        <pc:sldMkLst>
          <pc:docMk/>
          <pc:sldMk cId="2616453588" sldId="267"/>
        </pc:sldMkLst>
        <pc:spChg chg="add mod">
          <ac:chgData name="Tony Toe" userId="8901cf30983edc6b" providerId="LiveId" clId="{C1442F02-3345-4BB8-8B0E-23C8E3F94CAE}" dt="2018-11-07T03:02:05.063" v="475" actId="1076"/>
          <ac:spMkLst>
            <pc:docMk/>
            <pc:sldMk cId="2616453588" sldId="267"/>
            <ac:spMk id="4" creationId="{972503FA-87D8-4690-9B27-39B72E6FEEF2}"/>
          </ac:spMkLst>
        </pc:spChg>
      </pc:sldChg>
      <pc:sldChg chg="addSp modSp add">
        <pc:chgData name="Tony Toe" userId="8901cf30983edc6b" providerId="LiveId" clId="{C1442F02-3345-4BB8-8B0E-23C8E3F94CAE}" dt="2018-11-07T03:23:44.043" v="697" actId="13926"/>
        <pc:sldMkLst>
          <pc:docMk/>
          <pc:sldMk cId="1867288806" sldId="268"/>
        </pc:sldMkLst>
        <pc:spChg chg="mod">
          <ac:chgData name="Tony Toe" userId="8901cf30983edc6b" providerId="LiveId" clId="{C1442F02-3345-4BB8-8B0E-23C8E3F94CAE}" dt="2018-11-07T03:21:49.203" v="560" actId="20577"/>
          <ac:spMkLst>
            <pc:docMk/>
            <pc:sldMk cId="1867288806" sldId="268"/>
            <ac:spMk id="2" creationId="{FFB80AD2-0F53-4F63-9C39-445785BC8CC8}"/>
          </ac:spMkLst>
        </pc:spChg>
        <pc:spChg chg="mod">
          <ac:chgData name="Tony Toe" userId="8901cf30983edc6b" providerId="LiveId" clId="{C1442F02-3345-4BB8-8B0E-23C8E3F94CAE}" dt="2018-11-07T03:23:44.043" v="697" actId="13926"/>
          <ac:spMkLst>
            <pc:docMk/>
            <pc:sldMk cId="1867288806" sldId="268"/>
            <ac:spMk id="3" creationId="{EDAEE099-9176-44BC-908E-F9E0EB7AC08A}"/>
          </ac:spMkLst>
        </pc:spChg>
        <pc:spChg chg="add mod">
          <ac:chgData name="Tony Toe" userId="8901cf30983edc6b" providerId="LiveId" clId="{C1442F02-3345-4BB8-8B0E-23C8E3F94CAE}" dt="2018-11-07T03:13:17.815" v="485" actId="1076"/>
          <ac:spMkLst>
            <pc:docMk/>
            <pc:sldMk cId="1867288806" sldId="268"/>
            <ac:spMk id="4" creationId="{61BFF04E-3C15-46A9-BD09-A562632B2385}"/>
          </ac:spMkLst>
        </pc:spChg>
      </pc:sldChg>
      <pc:sldChg chg="modSp add">
        <pc:chgData name="Tony Toe" userId="8901cf30983edc6b" providerId="LiveId" clId="{C1442F02-3345-4BB8-8B0E-23C8E3F94CAE}" dt="2018-11-07T03:24:16.345" v="747" actId="20577"/>
        <pc:sldMkLst>
          <pc:docMk/>
          <pc:sldMk cId="1395854422" sldId="269"/>
        </pc:sldMkLst>
        <pc:spChg chg="mod">
          <ac:chgData name="Tony Toe" userId="8901cf30983edc6b" providerId="LiveId" clId="{C1442F02-3345-4BB8-8B0E-23C8E3F94CAE}" dt="2018-11-07T03:24:06.186" v="712" actId="20577"/>
          <ac:spMkLst>
            <pc:docMk/>
            <pc:sldMk cId="1395854422" sldId="269"/>
            <ac:spMk id="2" creationId="{307E50DE-A596-4547-AC5F-B36ADA737D9C}"/>
          </ac:spMkLst>
        </pc:spChg>
        <pc:spChg chg="mod">
          <ac:chgData name="Tony Toe" userId="8901cf30983edc6b" providerId="LiveId" clId="{C1442F02-3345-4BB8-8B0E-23C8E3F94CAE}" dt="2018-11-07T03:24:16.345" v="747" actId="20577"/>
          <ac:spMkLst>
            <pc:docMk/>
            <pc:sldMk cId="1395854422" sldId="269"/>
            <ac:spMk id="3" creationId="{4CCFF443-4F39-41CB-9279-D4203F0AA836}"/>
          </ac:spMkLst>
        </pc:spChg>
      </pc:sldChg>
      <pc:sldChg chg="addSp modSp add">
        <pc:chgData name="Tony Toe" userId="8901cf30983edc6b" providerId="LiveId" clId="{C1442F02-3345-4BB8-8B0E-23C8E3F94CAE}" dt="2018-11-07T03:25:47.010" v="804" actId="1076"/>
        <pc:sldMkLst>
          <pc:docMk/>
          <pc:sldMk cId="3231123048" sldId="270"/>
        </pc:sldMkLst>
        <pc:spChg chg="mod">
          <ac:chgData name="Tony Toe" userId="8901cf30983edc6b" providerId="LiveId" clId="{C1442F02-3345-4BB8-8B0E-23C8E3F94CAE}" dt="2018-11-07T03:25:10.275" v="782" actId="20577"/>
          <ac:spMkLst>
            <pc:docMk/>
            <pc:sldMk cId="3231123048" sldId="270"/>
            <ac:spMk id="2" creationId="{17D525A4-FA0D-4B6A-89EB-086373F965A4}"/>
          </ac:spMkLst>
        </pc:spChg>
        <pc:spChg chg="mod">
          <ac:chgData name="Tony Toe" userId="8901cf30983edc6b" providerId="LiveId" clId="{C1442F02-3345-4BB8-8B0E-23C8E3F94CAE}" dt="2018-11-07T03:25:17.129" v="802" actId="20577"/>
          <ac:spMkLst>
            <pc:docMk/>
            <pc:sldMk cId="3231123048" sldId="270"/>
            <ac:spMk id="3" creationId="{855CD4D5-F530-40B6-B0E4-2C0F3E49ADA0}"/>
          </ac:spMkLst>
        </pc:spChg>
        <pc:spChg chg="add mod">
          <ac:chgData name="Tony Toe" userId="8901cf30983edc6b" providerId="LiveId" clId="{C1442F02-3345-4BB8-8B0E-23C8E3F94CAE}" dt="2018-11-07T03:25:47.010" v="804" actId="1076"/>
          <ac:spMkLst>
            <pc:docMk/>
            <pc:sldMk cId="3231123048" sldId="270"/>
            <ac:spMk id="4" creationId="{B2929AF2-E606-4604-B7BE-09C0B9FC731D}"/>
          </ac:spMkLst>
        </pc:spChg>
      </pc:sldChg>
      <pc:sldChg chg="addSp modSp add">
        <pc:chgData name="Tony Toe" userId="8901cf30983edc6b" providerId="LiveId" clId="{C1442F02-3345-4BB8-8B0E-23C8E3F94CAE}" dt="2018-11-07T03:27:28.563" v="842" actId="313"/>
        <pc:sldMkLst>
          <pc:docMk/>
          <pc:sldMk cId="2226938883" sldId="271"/>
        </pc:sldMkLst>
        <pc:spChg chg="mod">
          <ac:chgData name="Tony Toe" userId="8901cf30983edc6b" providerId="LiveId" clId="{C1442F02-3345-4BB8-8B0E-23C8E3F94CAE}" dt="2018-11-07T03:27:28.563" v="842" actId="313"/>
          <ac:spMkLst>
            <pc:docMk/>
            <pc:sldMk cId="2226938883" sldId="271"/>
            <ac:spMk id="2" creationId="{A33D42EA-4F61-4A75-8A34-428F5477EE5B}"/>
          </ac:spMkLst>
        </pc:spChg>
        <pc:spChg chg="mod">
          <ac:chgData name="Tony Toe" userId="8901cf30983edc6b" providerId="LiveId" clId="{C1442F02-3345-4BB8-8B0E-23C8E3F94CAE}" dt="2018-11-07T03:26:56.939" v="833" actId="313"/>
          <ac:spMkLst>
            <pc:docMk/>
            <pc:sldMk cId="2226938883" sldId="271"/>
            <ac:spMk id="3" creationId="{D2898233-4A8B-4FC8-9357-7D461A4B2BA7}"/>
          </ac:spMkLst>
        </pc:spChg>
        <pc:spChg chg="add mod">
          <ac:chgData name="Tony Toe" userId="8901cf30983edc6b" providerId="LiveId" clId="{C1442F02-3345-4BB8-8B0E-23C8E3F94CAE}" dt="2018-11-07T03:27:26.223" v="841" actId="13926"/>
          <ac:spMkLst>
            <pc:docMk/>
            <pc:sldMk cId="2226938883" sldId="271"/>
            <ac:spMk id="4" creationId="{CB4F1EEB-0FB4-472A-9480-C01B4FDBD131}"/>
          </ac:spMkLst>
        </pc:spChg>
      </pc:sldChg>
      <pc:sldChg chg="modSp add">
        <pc:chgData name="Tony Toe" userId="8901cf30983edc6b" providerId="LiveId" clId="{C1442F02-3345-4BB8-8B0E-23C8E3F94CAE}" dt="2018-11-07T03:27:52.250" v="892" actId="20577"/>
        <pc:sldMkLst>
          <pc:docMk/>
          <pc:sldMk cId="1347873503" sldId="272"/>
        </pc:sldMkLst>
        <pc:spChg chg="mod">
          <ac:chgData name="Tony Toe" userId="8901cf30983edc6b" providerId="LiveId" clId="{C1442F02-3345-4BB8-8B0E-23C8E3F94CAE}" dt="2018-11-07T03:27:41.722" v="855" actId="20577"/>
          <ac:spMkLst>
            <pc:docMk/>
            <pc:sldMk cId="1347873503" sldId="272"/>
            <ac:spMk id="2" creationId="{BC1E6C45-5A91-4137-800A-D9BB4E569DD3}"/>
          </ac:spMkLst>
        </pc:spChg>
        <pc:spChg chg="mod">
          <ac:chgData name="Tony Toe" userId="8901cf30983edc6b" providerId="LiveId" clId="{C1442F02-3345-4BB8-8B0E-23C8E3F94CAE}" dt="2018-11-07T03:27:52.250" v="892" actId="20577"/>
          <ac:spMkLst>
            <pc:docMk/>
            <pc:sldMk cId="1347873503" sldId="272"/>
            <ac:spMk id="3" creationId="{63F16016-25AA-440C-9266-145D9817099E}"/>
          </ac:spMkLst>
        </pc:spChg>
      </pc:sldChg>
      <pc:sldChg chg="addSp modSp add">
        <pc:chgData name="Tony Toe" userId="8901cf30983edc6b" providerId="LiveId" clId="{C1442F02-3345-4BB8-8B0E-23C8E3F94CAE}" dt="2018-11-07T03:29:41.595" v="898" actId="1076"/>
        <pc:sldMkLst>
          <pc:docMk/>
          <pc:sldMk cId="3830724426" sldId="273"/>
        </pc:sldMkLst>
        <pc:spChg chg="mod">
          <ac:chgData name="Tony Toe" userId="8901cf30983edc6b" providerId="LiveId" clId="{C1442F02-3345-4BB8-8B0E-23C8E3F94CAE}" dt="2018-11-07T03:29:08.148" v="895" actId="20577"/>
          <ac:spMkLst>
            <pc:docMk/>
            <pc:sldMk cId="3830724426" sldId="273"/>
            <ac:spMk id="2" creationId="{0E765B06-95B3-4634-B01B-77D8EF067F87}"/>
          </ac:spMkLst>
        </pc:spChg>
        <pc:spChg chg="mod">
          <ac:chgData name="Tony Toe" userId="8901cf30983edc6b" providerId="LiveId" clId="{C1442F02-3345-4BB8-8B0E-23C8E3F94CAE}" dt="2018-11-07T03:29:25.043" v="896" actId="1076"/>
          <ac:spMkLst>
            <pc:docMk/>
            <pc:sldMk cId="3830724426" sldId="273"/>
            <ac:spMk id="3" creationId="{AD0BE510-A2FB-462A-A645-CD725DC831F5}"/>
          </ac:spMkLst>
        </pc:spChg>
        <pc:spChg chg="add mod">
          <ac:chgData name="Tony Toe" userId="8901cf30983edc6b" providerId="LiveId" clId="{C1442F02-3345-4BB8-8B0E-23C8E3F94CAE}" dt="2018-11-07T03:29:41.595" v="898" actId="1076"/>
          <ac:spMkLst>
            <pc:docMk/>
            <pc:sldMk cId="3830724426" sldId="273"/>
            <ac:spMk id="4" creationId="{ABF220DE-02F4-4CEE-BD55-E3AD5B70CBFA}"/>
          </ac:spMkLst>
        </pc:spChg>
      </pc:sldChg>
      <pc:sldChg chg="addSp delSp modSp add">
        <pc:chgData name="Tony Toe" userId="8901cf30983edc6b" providerId="LiveId" clId="{C1442F02-3345-4BB8-8B0E-23C8E3F94CAE}" dt="2018-11-07T03:30:14.895" v="926" actId="1076"/>
        <pc:sldMkLst>
          <pc:docMk/>
          <pc:sldMk cId="1251736921" sldId="274"/>
        </pc:sldMkLst>
        <pc:spChg chg="mod">
          <ac:chgData name="Tony Toe" userId="8901cf30983edc6b" providerId="LiveId" clId="{C1442F02-3345-4BB8-8B0E-23C8E3F94CAE}" dt="2018-11-07T03:29:59.266" v="922" actId="20577"/>
          <ac:spMkLst>
            <pc:docMk/>
            <pc:sldMk cId="1251736921" sldId="274"/>
            <ac:spMk id="2" creationId="{1C511B08-FC97-4809-BDBE-64B0651BFE8D}"/>
          </ac:spMkLst>
        </pc:spChg>
        <pc:spChg chg="del">
          <ac:chgData name="Tony Toe" userId="8901cf30983edc6b" providerId="LiveId" clId="{C1442F02-3345-4BB8-8B0E-23C8E3F94CAE}" dt="2018-11-07T03:30:11.345" v="925" actId="478"/>
          <ac:spMkLst>
            <pc:docMk/>
            <pc:sldMk cId="1251736921" sldId="274"/>
            <ac:spMk id="3" creationId="{5AB02C63-1A5A-4096-B978-1708337BA9AB}"/>
          </ac:spMkLst>
        </pc:spChg>
        <pc:spChg chg="add mod">
          <ac:chgData name="Tony Toe" userId="8901cf30983edc6b" providerId="LiveId" clId="{C1442F02-3345-4BB8-8B0E-23C8E3F94CAE}" dt="2018-11-07T03:30:14.895" v="926" actId="1076"/>
          <ac:spMkLst>
            <pc:docMk/>
            <pc:sldMk cId="1251736921" sldId="274"/>
            <ac:spMk id="4" creationId="{9D120C2A-7C72-47C6-85AD-36B172660C4A}"/>
          </ac:spMkLst>
        </pc:spChg>
      </pc:sldChg>
      <pc:sldChg chg="modSp add">
        <pc:chgData name="Tony Toe" userId="8901cf30983edc6b" providerId="LiveId" clId="{C1442F02-3345-4BB8-8B0E-23C8E3F94CAE}" dt="2018-11-07T03:30:50.653" v="954" actId="20577"/>
        <pc:sldMkLst>
          <pc:docMk/>
          <pc:sldMk cId="3084603823" sldId="275"/>
        </pc:sldMkLst>
        <pc:spChg chg="mod">
          <ac:chgData name="Tony Toe" userId="8901cf30983edc6b" providerId="LiveId" clId="{C1442F02-3345-4BB8-8B0E-23C8E3F94CAE}" dt="2018-11-07T03:30:35.721" v="951" actId="20577"/>
          <ac:spMkLst>
            <pc:docMk/>
            <pc:sldMk cId="3084603823" sldId="275"/>
            <ac:spMk id="2" creationId="{831DEFDB-D9B9-44D9-B481-729A02A77A05}"/>
          </ac:spMkLst>
        </pc:spChg>
        <pc:spChg chg="mod">
          <ac:chgData name="Tony Toe" userId="8901cf30983edc6b" providerId="LiveId" clId="{C1442F02-3345-4BB8-8B0E-23C8E3F94CAE}" dt="2018-11-07T03:30:50.653" v="954" actId="20577"/>
          <ac:spMkLst>
            <pc:docMk/>
            <pc:sldMk cId="3084603823" sldId="275"/>
            <ac:spMk id="3" creationId="{38805D42-842E-480E-BAB0-725A05CFE8E1}"/>
          </ac:spMkLst>
        </pc:spChg>
      </pc:sldChg>
      <pc:sldChg chg="addSp modSp add">
        <pc:chgData name="Tony Toe" userId="8901cf30983edc6b" providerId="LiveId" clId="{C1442F02-3345-4BB8-8B0E-23C8E3F94CAE}" dt="2018-11-07T03:31:40.113" v="978" actId="13926"/>
        <pc:sldMkLst>
          <pc:docMk/>
          <pc:sldMk cId="1438324259" sldId="276"/>
        </pc:sldMkLst>
        <pc:spChg chg="mod">
          <ac:chgData name="Tony Toe" userId="8901cf30983edc6b" providerId="LiveId" clId="{C1442F02-3345-4BB8-8B0E-23C8E3F94CAE}" dt="2018-11-07T03:31:12.585" v="971" actId="20577"/>
          <ac:spMkLst>
            <pc:docMk/>
            <pc:sldMk cId="1438324259" sldId="276"/>
            <ac:spMk id="2" creationId="{01A772CF-92EF-464C-85AE-5D6816092E33}"/>
          </ac:spMkLst>
        </pc:spChg>
        <pc:spChg chg="mod">
          <ac:chgData name="Tony Toe" userId="8901cf30983edc6b" providerId="LiveId" clId="{C1442F02-3345-4BB8-8B0E-23C8E3F94CAE}" dt="2018-11-07T03:31:21.164" v="972" actId="13926"/>
          <ac:spMkLst>
            <pc:docMk/>
            <pc:sldMk cId="1438324259" sldId="276"/>
            <ac:spMk id="3" creationId="{1080FF5B-12C0-4E71-A4AB-44C2777599A9}"/>
          </ac:spMkLst>
        </pc:spChg>
        <pc:spChg chg="add mod">
          <ac:chgData name="Tony Toe" userId="8901cf30983edc6b" providerId="LiveId" clId="{C1442F02-3345-4BB8-8B0E-23C8E3F94CAE}" dt="2018-11-07T03:31:40.113" v="978" actId="13926"/>
          <ac:spMkLst>
            <pc:docMk/>
            <pc:sldMk cId="1438324259" sldId="276"/>
            <ac:spMk id="4" creationId="{F65E28A2-8C94-4B19-B7B1-E84A7FA22D03}"/>
          </ac:spMkLst>
        </pc:spChg>
      </pc:sldChg>
      <pc:sldChg chg="addSp modSp add">
        <pc:chgData name="Tony Toe" userId="8901cf30983edc6b" providerId="LiveId" clId="{C1442F02-3345-4BB8-8B0E-23C8E3F94CAE}" dt="2018-11-07T03:39:27.803" v="1124" actId="1076"/>
        <pc:sldMkLst>
          <pc:docMk/>
          <pc:sldMk cId="3797467521" sldId="277"/>
        </pc:sldMkLst>
        <pc:spChg chg="mod">
          <ac:chgData name="Tony Toe" userId="8901cf30983edc6b" providerId="LiveId" clId="{C1442F02-3345-4BB8-8B0E-23C8E3F94CAE}" dt="2018-11-07T03:33:36.785" v="1035" actId="20577"/>
          <ac:spMkLst>
            <pc:docMk/>
            <pc:sldMk cId="3797467521" sldId="277"/>
            <ac:spMk id="2" creationId="{43D3CC60-1B8D-4160-B2C4-16837B745B18}"/>
          </ac:spMkLst>
        </pc:spChg>
        <pc:spChg chg="mod">
          <ac:chgData name="Tony Toe" userId="8901cf30983edc6b" providerId="LiveId" clId="{C1442F02-3345-4BB8-8B0E-23C8E3F94CAE}" dt="2018-11-07T03:39:13.191" v="1122" actId="20577"/>
          <ac:spMkLst>
            <pc:docMk/>
            <pc:sldMk cId="3797467521" sldId="277"/>
            <ac:spMk id="3" creationId="{D4BA7592-B468-4766-8160-AD8DF5A25C0D}"/>
          </ac:spMkLst>
        </pc:spChg>
        <pc:spChg chg="add mod">
          <ac:chgData name="Tony Toe" userId="8901cf30983edc6b" providerId="LiveId" clId="{C1442F02-3345-4BB8-8B0E-23C8E3F94CAE}" dt="2018-11-07T03:39:27.803" v="1124" actId="1076"/>
          <ac:spMkLst>
            <pc:docMk/>
            <pc:sldMk cId="3797467521" sldId="277"/>
            <ac:spMk id="4" creationId="{98AEF56F-4B54-491B-A4B7-14DCE9048D7B}"/>
          </ac:spMkLst>
        </pc:spChg>
      </pc:sldChg>
      <pc:sldChg chg="modSp add">
        <pc:chgData name="Tony Toe" userId="8901cf30983edc6b" providerId="LiveId" clId="{C1442F02-3345-4BB8-8B0E-23C8E3F94CAE}" dt="2018-11-07T03:39:58.521" v="1197" actId="20577"/>
        <pc:sldMkLst>
          <pc:docMk/>
          <pc:sldMk cId="870818330" sldId="278"/>
        </pc:sldMkLst>
        <pc:spChg chg="mod">
          <ac:chgData name="Tony Toe" userId="8901cf30983edc6b" providerId="LiveId" clId="{C1442F02-3345-4BB8-8B0E-23C8E3F94CAE}" dt="2018-11-07T03:39:41.025" v="1139" actId="20577"/>
          <ac:spMkLst>
            <pc:docMk/>
            <pc:sldMk cId="870818330" sldId="278"/>
            <ac:spMk id="2" creationId="{788B429D-28D7-429B-A1BA-00B451086C32}"/>
          </ac:spMkLst>
        </pc:spChg>
        <pc:spChg chg="mod">
          <ac:chgData name="Tony Toe" userId="8901cf30983edc6b" providerId="LiveId" clId="{C1442F02-3345-4BB8-8B0E-23C8E3F94CAE}" dt="2018-11-07T03:39:58.521" v="1197" actId="20577"/>
          <ac:spMkLst>
            <pc:docMk/>
            <pc:sldMk cId="870818330" sldId="278"/>
            <ac:spMk id="3" creationId="{1F301E4E-04E6-41DB-98AB-ABE1BD812B06}"/>
          </ac:spMkLst>
        </pc:spChg>
      </pc:sldChg>
      <pc:sldChg chg="addSp delSp modSp add">
        <pc:chgData name="Tony Toe" userId="8901cf30983edc6b" providerId="LiveId" clId="{C1442F02-3345-4BB8-8B0E-23C8E3F94CAE}" dt="2018-11-07T03:40:39.511" v="1216" actId="1076"/>
        <pc:sldMkLst>
          <pc:docMk/>
          <pc:sldMk cId="1756175335" sldId="279"/>
        </pc:sldMkLst>
        <pc:spChg chg="mod">
          <ac:chgData name="Tony Toe" userId="8901cf30983edc6b" providerId="LiveId" clId="{C1442F02-3345-4BB8-8B0E-23C8E3F94CAE}" dt="2018-11-07T03:40:30.265" v="1213" actId="20577"/>
          <ac:spMkLst>
            <pc:docMk/>
            <pc:sldMk cId="1756175335" sldId="279"/>
            <ac:spMk id="2" creationId="{F4726761-D2AC-4EE2-B8F8-CDA23138D106}"/>
          </ac:spMkLst>
        </pc:spChg>
        <pc:spChg chg="del">
          <ac:chgData name="Tony Toe" userId="8901cf30983edc6b" providerId="LiveId" clId="{C1442F02-3345-4BB8-8B0E-23C8E3F94CAE}" dt="2018-11-07T03:40:33.521" v="1214" actId="478"/>
          <ac:spMkLst>
            <pc:docMk/>
            <pc:sldMk cId="1756175335" sldId="279"/>
            <ac:spMk id="3" creationId="{3D4A8FE1-6858-4AF5-A3DC-EEDEA06D87B3}"/>
          </ac:spMkLst>
        </pc:spChg>
        <pc:spChg chg="add mod">
          <ac:chgData name="Tony Toe" userId="8901cf30983edc6b" providerId="LiveId" clId="{C1442F02-3345-4BB8-8B0E-23C8E3F94CAE}" dt="2018-11-07T03:40:39.511" v="1216" actId="1076"/>
          <ac:spMkLst>
            <pc:docMk/>
            <pc:sldMk cId="1756175335" sldId="279"/>
            <ac:spMk id="4" creationId="{0EA7A70B-D9C3-4E32-B520-4DF8FE4015B5}"/>
          </ac:spMkLst>
        </pc:spChg>
      </pc:sldChg>
      <pc:sldChg chg="addSp delSp modSp add">
        <pc:chgData name="Tony Toe" userId="8901cf30983edc6b" providerId="LiveId" clId="{C1442F02-3345-4BB8-8B0E-23C8E3F94CAE}" dt="2018-11-07T03:40:57.817" v="1238" actId="1076"/>
        <pc:sldMkLst>
          <pc:docMk/>
          <pc:sldMk cId="1845229966" sldId="280"/>
        </pc:sldMkLst>
        <pc:spChg chg="mod">
          <ac:chgData name="Tony Toe" userId="8901cf30983edc6b" providerId="LiveId" clId="{C1442F02-3345-4BB8-8B0E-23C8E3F94CAE}" dt="2018-11-07T03:40:46.561" v="1235" actId="20577"/>
          <ac:spMkLst>
            <pc:docMk/>
            <pc:sldMk cId="1845229966" sldId="280"/>
            <ac:spMk id="2" creationId="{57480F1F-F645-4AFD-98AD-1F1D58C1E7BD}"/>
          </ac:spMkLst>
        </pc:spChg>
        <pc:spChg chg="del">
          <ac:chgData name="Tony Toe" userId="8901cf30983edc6b" providerId="LiveId" clId="{C1442F02-3345-4BB8-8B0E-23C8E3F94CAE}" dt="2018-11-07T03:40:54.393" v="1237" actId="478"/>
          <ac:spMkLst>
            <pc:docMk/>
            <pc:sldMk cId="1845229966" sldId="280"/>
            <ac:spMk id="3" creationId="{3FE6BD24-8395-4D1B-9FBC-16B3640B1948}"/>
          </ac:spMkLst>
        </pc:spChg>
        <pc:spChg chg="add mod">
          <ac:chgData name="Tony Toe" userId="8901cf30983edc6b" providerId="LiveId" clId="{C1442F02-3345-4BB8-8B0E-23C8E3F94CAE}" dt="2018-11-07T03:40:57.817" v="1238" actId="1076"/>
          <ac:spMkLst>
            <pc:docMk/>
            <pc:sldMk cId="1845229966" sldId="280"/>
            <ac:spMk id="4" creationId="{C2884227-5DE1-4705-9E64-143E38DFD107}"/>
          </ac:spMkLst>
        </pc:spChg>
      </pc:sldChg>
      <pc:sldChg chg="addSp delSp modSp add mod setBg">
        <pc:chgData name="Tony Toe" userId="8901cf30983edc6b" providerId="LiveId" clId="{C1442F02-3345-4BB8-8B0E-23C8E3F94CAE}" dt="2018-11-07T03:43:49.182" v="1292" actId="13926"/>
        <pc:sldMkLst>
          <pc:docMk/>
          <pc:sldMk cId="2012060342" sldId="281"/>
        </pc:sldMkLst>
        <pc:spChg chg="mod">
          <ac:chgData name="Tony Toe" userId="8901cf30983edc6b" providerId="LiveId" clId="{C1442F02-3345-4BB8-8B0E-23C8E3F94CAE}" dt="2018-11-07T03:41:37.430" v="1281" actId="26606"/>
          <ac:spMkLst>
            <pc:docMk/>
            <pc:sldMk cId="2012060342" sldId="281"/>
            <ac:spMk id="2" creationId="{66A0CB76-ACF6-417C-8714-F84BE47CAF67}"/>
          </ac:spMkLst>
        </pc:spChg>
        <pc:spChg chg="add del">
          <ac:chgData name="Tony Toe" userId="8901cf30983edc6b" providerId="LiveId" clId="{C1442F02-3345-4BB8-8B0E-23C8E3F94CAE}" dt="2018-11-07T03:41:32.103" v="1279" actId="13926"/>
          <ac:spMkLst>
            <pc:docMk/>
            <pc:sldMk cId="2012060342" sldId="281"/>
            <ac:spMk id="3" creationId="{CA104CC2-8AD4-40BB-AD29-A01981FF1F31}"/>
          </ac:spMkLst>
        </pc:spChg>
        <pc:spChg chg="add del">
          <ac:chgData name="Tony Toe" userId="8901cf30983edc6b" providerId="LiveId" clId="{C1442F02-3345-4BB8-8B0E-23C8E3F94CAE}" dt="2018-11-07T03:41:14.793" v="1241" actId="13926"/>
          <ac:spMkLst>
            <pc:docMk/>
            <pc:sldMk cId="2012060342" sldId="281"/>
            <ac:spMk id="5" creationId="{5F1C5B7B-EE78-423E-8F19-7E8A66F339C1}"/>
          </ac:spMkLst>
        </pc:spChg>
        <pc:spChg chg="add mod">
          <ac:chgData name="Tony Toe" userId="8901cf30983edc6b" providerId="LiveId" clId="{C1442F02-3345-4BB8-8B0E-23C8E3F94CAE}" dt="2018-11-07T03:43:49.182" v="1292" actId="13926"/>
          <ac:spMkLst>
            <pc:docMk/>
            <pc:sldMk cId="2012060342" sldId="281"/>
            <ac:spMk id="7" creationId="{5500E125-A739-445A-A976-BF0C3E1B2C8A}"/>
          </ac:spMkLst>
        </pc:spChg>
        <pc:spChg chg="add mod">
          <ac:chgData name="Tony Toe" userId="8901cf30983edc6b" providerId="LiveId" clId="{C1442F02-3345-4BB8-8B0E-23C8E3F94CAE}" dt="2018-11-07T03:42:42.598" v="1290" actId="11529"/>
          <ac:spMkLst>
            <pc:docMk/>
            <pc:sldMk cId="2012060342" sldId="281"/>
            <ac:spMk id="8" creationId="{1C434B31-0DF0-450D-BB3D-A815E87F3BE5}"/>
          </ac:spMkLst>
        </pc:spChg>
        <pc:graphicFrameChg chg="add del mod">
          <ac:chgData name="Tony Toe" userId="8901cf30983edc6b" providerId="LiveId" clId="{C1442F02-3345-4BB8-8B0E-23C8E3F94CAE}" dt="2018-11-07T03:41:14.793" v="1241" actId="13926"/>
          <ac:graphicFrameMkLst>
            <pc:docMk/>
            <pc:sldMk cId="2012060342" sldId="281"/>
            <ac:graphicFrameMk id="4" creationId="{80857680-7C3B-42E6-ABAC-C090F0FA6C72}"/>
          </ac:graphicFrameMkLst>
        </pc:graphicFrameChg>
        <pc:graphicFrameChg chg="add mod modGraphic">
          <ac:chgData name="Tony Toe" userId="8901cf30983edc6b" providerId="LiveId" clId="{C1442F02-3345-4BB8-8B0E-23C8E3F94CAE}" dt="2018-11-07T03:43:43.368" v="1291" actId="13926"/>
          <ac:graphicFrameMkLst>
            <pc:docMk/>
            <pc:sldMk cId="2012060342" sldId="281"/>
            <ac:graphicFrameMk id="6" creationId="{EA7F043D-9C5E-4AB9-990E-B6787FFAB1F6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6:21.533" v="1312" actId="1076"/>
        <pc:sldMkLst>
          <pc:docMk/>
          <pc:sldMk cId="2731599334" sldId="282"/>
        </pc:sldMkLst>
        <pc:spChg chg="mod">
          <ac:chgData name="Tony Toe" userId="8901cf30983edc6b" providerId="LiveId" clId="{C1442F02-3345-4BB8-8B0E-23C8E3F94CAE}" dt="2018-11-07T03:44:01.900" v="1294" actId="1076"/>
          <ac:spMkLst>
            <pc:docMk/>
            <pc:sldMk cId="2731599334" sldId="282"/>
            <ac:spMk id="2" creationId="{82E46549-2BF2-49DC-94E1-AB1C80B67F5B}"/>
          </ac:spMkLst>
        </pc:spChg>
        <pc:spChg chg="del">
          <ac:chgData name="Tony Toe" userId="8901cf30983edc6b" providerId="LiveId" clId="{C1442F02-3345-4BB8-8B0E-23C8E3F94CAE}" dt="2018-11-07T03:44:10.784" v="1295" actId="478"/>
          <ac:spMkLst>
            <pc:docMk/>
            <pc:sldMk cId="2731599334" sldId="282"/>
            <ac:spMk id="3" creationId="{E80BD6E0-4760-46E4-A115-836CD89F0C03}"/>
          </ac:spMkLst>
        </pc:spChg>
        <pc:spChg chg="add mod">
          <ac:chgData name="Tony Toe" userId="8901cf30983edc6b" providerId="LiveId" clId="{C1442F02-3345-4BB8-8B0E-23C8E3F94CAE}" dt="2018-11-07T03:45:39.098" v="1308" actId="13926"/>
          <ac:spMkLst>
            <pc:docMk/>
            <pc:sldMk cId="2731599334" sldId="282"/>
            <ac:spMk id="5" creationId="{C7A88ABA-E7FF-48FA-90FA-236DFE77513F}"/>
          </ac:spMkLst>
        </pc:spChg>
        <pc:spChg chg="add mod">
          <ac:chgData name="Tony Toe" userId="8901cf30983edc6b" providerId="LiveId" clId="{C1442F02-3345-4BB8-8B0E-23C8E3F94CAE}" dt="2018-11-07T03:45:18.955" v="1306" actId="11529"/>
          <ac:spMkLst>
            <pc:docMk/>
            <pc:sldMk cId="2731599334" sldId="282"/>
            <ac:spMk id="6" creationId="{80CC9286-5D88-4997-B5DE-EC62946F42BA}"/>
          </ac:spMkLst>
        </pc:spChg>
        <pc:spChg chg="add mod">
          <ac:chgData name="Tony Toe" userId="8901cf30983edc6b" providerId="LiveId" clId="{C1442F02-3345-4BB8-8B0E-23C8E3F94CAE}" dt="2018-11-07T03:46:21.533" v="1312" actId="1076"/>
          <ac:spMkLst>
            <pc:docMk/>
            <pc:sldMk cId="2731599334" sldId="282"/>
            <ac:spMk id="7" creationId="{48C477FB-E3CD-484A-A319-69D7A1BCC76C}"/>
          </ac:spMkLst>
        </pc:spChg>
        <pc:graphicFrameChg chg="add mod modGraphic">
          <ac:chgData name="Tony Toe" userId="8901cf30983edc6b" providerId="LiveId" clId="{C1442F02-3345-4BB8-8B0E-23C8E3F94CAE}" dt="2018-11-07T03:44:42.164" v="1300" actId="13926"/>
          <ac:graphicFrameMkLst>
            <pc:docMk/>
            <pc:sldMk cId="2731599334" sldId="282"/>
            <ac:graphicFrameMk id="4" creationId="{C8705313-9BAF-46D7-BDD3-BF42C029BF80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7:43.289" v="1336" actId="11529"/>
        <pc:sldMkLst>
          <pc:docMk/>
          <pc:sldMk cId="224454288" sldId="283"/>
        </pc:sldMkLst>
        <pc:spChg chg="mod">
          <ac:chgData name="Tony Toe" userId="8901cf30983edc6b" providerId="LiveId" clId="{C1442F02-3345-4BB8-8B0E-23C8E3F94CAE}" dt="2018-11-07T03:46:36.728" v="1328" actId="20577"/>
          <ac:spMkLst>
            <pc:docMk/>
            <pc:sldMk cId="224454288" sldId="283"/>
            <ac:spMk id="2" creationId="{8C6843A6-A07F-4D10-A33D-9F9125BB865E}"/>
          </ac:spMkLst>
        </pc:spChg>
        <pc:spChg chg="del">
          <ac:chgData name="Tony Toe" userId="8901cf30983edc6b" providerId="LiveId" clId="{C1442F02-3345-4BB8-8B0E-23C8E3F94CAE}" dt="2018-11-07T03:46:43.888" v="1329" actId="478"/>
          <ac:spMkLst>
            <pc:docMk/>
            <pc:sldMk cId="224454288" sldId="283"/>
            <ac:spMk id="3" creationId="{38B80C75-8FB6-45DE-A341-B20E0A3EE076}"/>
          </ac:spMkLst>
        </pc:spChg>
        <pc:graphicFrameChg chg="add mod modGraphic">
          <ac:chgData name="Tony Toe" userId="8901cf30983edc6b" providerId="LiveId" clId="{C1442F02-3345-4BB8-8B0E-23C8E3F94CAE}" dt="2018-11-07T03:47:31.465" v="1335" actId="1076"/>
          <ac:graphicFrameMkLst>
            <pc:docMk/>
            <pc:sldMk cId="224454288" sldId="283"/>
            <ac:graphicFrameMk id="4" creationId="{195B6503-894C-4CD4-A82B-AC29E1B75DD7}"/>
          </ac:graphicFrameMkLst>
        </pc:graphicFrameChg>
        <pc:cxnChg chg="add mod">
          <ac:chgData name="Tony Toe" userId="8901cf30983edc6b" providerId="LiveId" clId="{C1442F02-3345-4BB8-8B0E-23C8E3F94CAE}" dt="2018-11-07T03:47:43.289" v="1336" actId="11529"/>
          <ac:cxnSpMkLst>
            <pc:docMk/>
            <pc:sldMk cId="224454288" sldId="283"/>
            <ac:cxnSpMk id="6" creationId="{C8ABCF21-64EE-448A-B4E5-CB7B047819F1}"/>
          </ac:cxnSpMkLst>
        </pc:cxnChg>
      </pc:sldChg>
      <pc:sldChg chg="addSp delSp modSp add">
        <pc:chgData name="Tony Toe" userId="8901cf30983edc6b" providerId="LiveId" clId="{C1442F02-3345-4BB8-8B0E-23C8E3F94CAE}" dt="2018-11-07T03:48:44.486" v="1366" actId="11529"/>
        <pc:sldMkLst>
          <pc:docMk/>
          <pc:sldMk cId="1353420490" sldId="284"/>
        </pc:sldMkLst>
        <pc:spChg chg="mod">
          <ac:chgData name="Tony Toe" userId="8901cf30983edc6b" providerId="LiveId" clId="{C1442F02-3345-4BB8-8B0E-23C8E3F94CAE}" dt="2018-11-07T03:48:07.102" v="1359" actId="313"/>
          <ac:spMkLst>
            <pc:docMk/>
            <pc:sldMk cId="1353420490" sldId="284"/>
            <ac:spMk id="2" creationId="{59CC1552-B16F-43C9-96C2-1F34D60FB217}"/>
          </ac:spMkLst>
        </pc:spChg>
        <pc:spChg chg="del">
          <ac:chgData name="Tony Toe" userId="8901cf30983edc6b" providerId="LiveId" clId="{C1442F02-3345-4BB8-8B0E-23C8E3F94CAE}" dt="2018-11-07T03:47:58.512" v="1357" actId="478"/>
          <ac:spMkLst>
            <pc:docMk/>
            <pc:sldMk cId="1353420490" sldId="284"/>
            <ac:spMk id="3" creationId="{FEBD7888-0B1E-4F9A-8969-CCA2CD033303}"/>
          </ac:spMkLst>
        </pc:spChg>
        <pc:graphicFrameChg chg="add mod modGraphic">
          <ac:chgData name="Tony Toe" userId="8901cf30983edc6b" providerId="LiveId" clId="{C1442F02-3345-4BB8-8B0E-23C8E3F94CAE}" dt="2018-11-07T03:48:36.819" v="1365" actId="1076"/>
          <ac:graphicFrameMkLst>
            <pc:docMk/>
            <pc:sldMk cId="1353420490" sldId="284"/>
            <ac:graphicFrameMk id="4" creationId="{2AACF460-ECA9-4BC9-881A-AA8A6D676B32}"/>
          </ac:graphicFrameMkLst>
        </pc:graphicFrameChg>
        <pc:cxnChg chg="add mod">
          <ac:chgData name="Tony Toe" userId="8901cf30983edc6b" providerId="LiveId" clId="{C1442F02-3345-4BB8-8B0E-23C8E3F94CAE}" dt="2018-11-07T03:48:44.486" v="1366" actId="11529"/>
          <ac:cxnSpMkLst>
            <pc:docMk/>
            <pc:sldMk cId="1353420490" sldId="284"/>
            <ac:cxnSpMk id="6" creationId="{5D2B5455-F3D5-4063-8979-A2D587E37E58}"/>
          </ac:cxnSpMkLst>
        </pc:cxnChg>
      </pc:sldChg>
      <pc:sldChg chg="modSp add">
        <pc:chgData name="Tony Toe" userId="8901cf30983edc6b" providerId="LiveId" clId="{C1442F02-3345-4BB8-8B0E-23C8E3F94CAE}" dt="2018-11-07T03:49:15.072" v="1414" actId="20577"/>
        <pc:sldMkLst>
          <pc:docMk/>
          <pc:sldMk cId="842387938" sldId="285"/>
        </pc:sldMkLst>
        <pc:spChg chg="mod">
          <ac:chgData name="Tony Toe" userId="8901cf30983edc6b" providerId="LiveId" clId="{C1442F02-3345-4BB8-8B0E-23C8E3F94CAE}" dt="2018-11-07T03:49:05.617" v="1379" actId="20577"/>
          <ac:spMkLst>
            <pc:docMk/>
            <pc:sldMk cId="842387938" sldId="285"/>
            <ac:spMk id="2" creationId="{87CC4303-961B-4F9E-8A46-0F809C33ED94}"/>
          </ac:spMkLst>
        </pc:spChg>
        <pc:spChg chg="mod">
          <ac:chgData name="Tony Toe" userId="8901cf30983edc6b" providerId="LiveId" clId="{C1442F02-3345-4BB8-8B0E-23C8E3F94CAE}" dt="2018-11-07T03:49:15.072" v="1414" actId="20577"/>
          <ac:spMkLst>
            <pc:docMk/>
            <pc:sldMk cId="842387938" sldId="285"/>
            <ac:spMk id="3" creationId="{D3635190-C5CA-45F1-B3DE-3ED97404023E}"/>
          </ac:spMkLst>
        </pc:spChg>
      </pc:sldChg>
      <pc:sldChg chg="modSp add">
        <pc:chgData name="Tony Toe" userId="8901cf30983edc6b" providerId="LiveId" clId="{C1442F02-3345-4BB8-8B0E-23C8E3F94CAE}" dt="2018-11-09T08:53:22.890" v="1735" actId="20577"/>
        <pc:sldMkLst>
          <pc:docMk/>
          <pc:sldMk cId="1800740791" sldId="286"/>
        </pc:sldMkLst>
        <pc:spChg chg="mod">
          <ac:chgData name="Tony Toe" userId="8901cf30983edc6b" providerId="LiveId" clId="{C1442F02-3345-4BB8-8B0E-23C8E3F94CAE}" dt="2018-11-09T08:51:20.450" v="1552" actId="20577"/>
          <ac:spMkLst>
            <pc:docMk/>
            <pc:sldMk cId="1800740791" sldId="286"/>
            <ac:spMk id="2" creationId="{B5015436-C8EC-4095-8DF1-C55DFC3843E5}"/>
          </ac:spMkLst>
        </pc:spChg>
        <pc:spChg chg="mod">
          <ac:chgData name="Tony Toe" userId="8901cf30983edc6b" providerId="LiveId" clId="{C1442F02-3345-4BB8-8B0E-23C8E3F94CAE}" dt="2018-11-09T08:53:22.890" v="1735" actId="20577"/>
          <ac:spMkLst>
            <pc:docMk/>
            <pc:sldMk cId="1800740791" sldId="286"/>
            <ac:spMk id="3" creationId="{63C27EF6-3248-4E49-A5C5-7826FDFEAB5D}"/>
          </ac:spMkLst>
        </pc:spChg>
      </pc:sldChg>
      <pc:sldMasterChg chg="modSldLayout">
        <pc:chgData name="Tony Toe" userId="8901cf30983edc6b" providerId="LiveId" clId="{C1442F02-3345-4BB8-8B0E-23C8E3F94CAE}" dt="2018-11-07T03:59:46.980" v="1540" actId="20577"/>
        <pc:sldMasterMkLst>
          <pc:docMk/>
          <pc:sldMasterMk cId="236828940" sldId="2147483648"/>
        </pc:sldMasterMkLst>
        <pc:sldLayoutChg chg="addSp">
          <pc:chgData name="Tony Toe" userId="8901cf30983edc6b" providerId="LiveId" clId="{C1442F02-3345-4BB8-8B0E-23C8E3F94CAE}" dt="2018-11-07T03:59:46.980" v="1540" actId="20577"/>
          <pc:sldLayoutMkLst>
            <pc:docMk/>
            <pc:sldMasterMk cId="236828940" sldId="2147483648"/>
            <pc:sldLayoutMk cId="4054162043" sldId="2147483649"/>
          </pc:sldLayoutMkLst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8" creationId="{B9059644-BD68-48DA-B90B-E97D932F04F4}"/>
            </ac:spMkLst>
          </pc:spChg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9" creationId="{3AEF5720-1197-40C8-BFBA-5BF0AC560111}"/>
            </ac:spMkLst>
          </pc:spChg>
          <pc:picChg chg="add">
            <ac:chgData name="Tony Toe" userId="8901cf30983edc6b" providerId="LiveId" clId="{C1442F02-3345-4BB8-8B0E-23C8E3F94CAE}" dt="2018-11-07T03:59:46.980" v="1540" actId="20577"/>
            <ac:picMkLst>
              <pc:docMk/>
              <pc:sldMasterMk cId="236828940" sldId="2147483648"/>
              <pc:sldLayoutMk cId="4054162043" sldId="2147483649"/>
              <ac:picMk id="10" creationId="{81CE94B4-04F5-4161-95DF-2EB53BA97E45}"/>
            </ac:picMkLst>
          </pc:picChg>
          <pc:cxnChg chg="add">
            <ac:chgData name="Tony Toe" userId="8901cf30983edc6b" providerId="LiveId" clId="{C1442F02-3345-4BB8-8B0E-23C8E3F94CAE}" dt="2018-11-07T03:59:46.980" v="1540" actId="20577"/>
            <ac:cxnSpMkLst>
              <pc:docMk/>
              <pc:sldMasterMk cId="236828940" sldId="2147483648"/>
              <pc:sldLayoutMk cId="4054162043" sldId="2147483649"/>
              <ac:cxnSpMk id="7" creationId="{35D354F6-1E43-4FE2-9416-04E184CE86D7}"/>
            </ac:cxnSpMkLst>
          </pc:cxnChg>
        </pc:sldLayoutChg>
        <pc:sldLayoutChg chg="addSp delSp modSp">
          <pc:chgData name="Tony Toe" userId="8901cf30983edc6b" providerId="LiveId" clId="{C1442F02-3345-4BB8-8B0E-23C8E3F94CAE}" dt="2018-11-07T03:59:12.708" v="1539" actId="167"/>
          <pc:sldLayoutMkLst>
            <pc:docMk/>
            <pc:sldMasterMk cId="236828940" sldId="2147483648"/>
            <pc:sldLayoutMk cId="1864361372" sldId="2147483650"/>
          </pc:sldLayoutMkLst>
          <pc:spChg chg="add mod">
            <ac:chgData name="Tony Toe" userId="8901cf30983edc6b" providerId="LiveId" clId="{C1442F02-3345-4BB8-8B0E-23C8E3F94CAE}" dt="2018-11-07T03:56:20.415" v="1462" actId="14100"/>
            <ac:spMkLst>
              <pc:docMk/>
              <pc:sldMasterMk cId="236828940" sldId="2147483648"/>
              <pc:sldLayoutMk cId="1864361372" sldId="2147483650"/>
              <ac:spMk id="9" creationId="{7F2E3DB5-B764-4A40-95A7-3FCFC0735F10}"/>
            </ac:spMkLst>
          </pc:spChg>
          <pc:spChg chg="add mod">
            <ac:chgData name="Tony Toe" userId="8901cf30983edc6b" providerId="LiveId" clId="{C1442F02-3345-4BB8-8B0E-23C8E3F94CAE}" dt="2018-11-07T03:57:48.350" v="1474" actId="14100"/>
            <ac:spMkLst>
              <pc:docMk/>
              <pc:sldMasterMk cId="236828940" sldId="2147483648"/>
              <pc:sldLayoutMk cId="1864361372" sldId="2147483650"/>
              <ac:spMk id="12" creationId="{8DDA959D-3244-40DF-8C39-48899F94628E}"/>
            </ac:spMkLst>
          </pc:spChg>
          <pc:picChg chg="add mod ord">
            <ac:chgData name="Tony Toe" userId="8901cf30983edc6b" providerId="LiveId" clId="{C1442F02-3345-4BB8-8B0E-23C8E3F94CAE}" dt="2018-11-07T03:57:53.712" v="1479" actId="1038"/>
            <ac:picMkLst>
              <pc:docMk/>
              <pc:sldMasterMk cId="236828940" sldId="2147483648"/>
              <pc:sldLayoutMk cId="1864361372" sldId="2147483650"/>
              <ac:picMk id="11" creationId="{0E49D956-4E7D-4FF0-9764-CA5EA52DF041}"/>
            </ac:picMkLst>
          </pc:picChg>
          <pc:cxnChg chg="add del mod">
            <ac:chgData name="Tony Toe" userId="8901cf30983edc6b" providerId="LiveId" clId="{C1442F02-3345-4BB8-8B0E-23C8E3F94CAE}" dt="2018-11-07T03:58:16.759" v="1526" actId="478"/>
            <ac:cxnSpMkLst>
              <pc:docMk/>
              <pc:sldMasterMk cId="236828940" sldId="2147483648"/>
              <pc:sldLayoutMk cId="1864361372" sldId="2147483650"/>
              <ac:cxnSpMk id="14" creationId="{5E4C11DD-567C-46CF-8316-3D294DCDDC45}"/>
            </ac:cxnSpMkLst>
          </pc:cxnChg>
          <pc:cxnChg chg="add mod ord">
            <ac:chgData name="Tony Toe" userId="8901cf30983edc6b" providerId="LiveId" clId="{C1442F02-3345-4BB8-8B0E-23C8E3F94CAE}" dt="2018-11-07T03:59:12.708" v="1539" actId="167"/>
            <ac:cxnSpMkLst>
              <pc:docMk/>
              <pc:sldMasterMk cId="236828940" sldId="2147483648"/>
              <pc:sldLayoutMk cId="1864361372" sldId="2147483650"/>
              <ac:cxnSpMk id="16" creationId="{3572CAD7-C006-4353-A7EB-D4461834FFBC}"/>
            </ac:cxnSpMkLst>
          </pc:cxnChg>
        </pc:sldLayoutChg>
      </pc:sldMasterChg>
    </pc:docChg>
  </pc:docChgLst>
  <pc:docChgLst>
    <pc:chgData name="Marie Chris Soque" userId="9ebdbcbf79932a9a" providerId="LiveId" clId="{E36846E2-A7F3-4EFD-BC2E-18C899147A2C}"/>
    <pc:docChg chg="undo custSel mod addSld delSld modSld sldOrd modMainMaster">
      <pc:chgData name="Marie Chris Soque" userId="9ebdbcbf79932a9a" providerId="LiveId" clId="{E36846E2-A7F3-4EFD-BC2E-18C899147A2C}" dt="2020-04-08T04:21:46.131" v="11093"/>
      <pc:docMkLst>
        <pc:docMk/>
      </pc:docMkLst>
      <pc:sldChg chg="modSp">
        <pc:chgData name="Marie Chris Soque" userId="9ebdbcbf79932a9a" providerId="LiveId" clId="{E36846E2-A7F3-4EFD-BC2E-18C899147A2C}" dt="2020-04-07T08:19:33.291" v="54" actId="20577"/>
        <pc:sldMkLst>
          <pc:docMk/>
          <pc:sldMk cId="2856143625" sldId="256"/>
        </pc:sldMkLst>
        <pc:spChg chg="mod">
          <ac:chgData name="Marie Chris Soque" userId="9ebdbcbf79932a9a" providerId="LiveId" clId="{E36846E2-A7F3-4EFD-BC2E-18C899147A2C}" dt="2020-04-07T08:19:33.291" v="54" actId="20577"/>
          <ac:spMkLst>
            <pc:docMk/>
            <pc:sldMk cId="2856143625" sldId="256"/>
            <ac:spMk id="3" creationId="{F41BFC50-F776-4C51-876C-0FBE15360ED2}"/>
          </ac:spMkLst>
        </pc:spChg>
      </pc:sldChg>
      <pc:sldChg chg="addSp delSp modSp mod setBg">
        <pc:chgData name="Marie Chris Soque" userId="9ebdbcbf79932a9a" providerId="LiveId" clId="{E36846E2-A7F3-4EFD-BC2E-18C899147A2C}" dt="2020-04-07T08:39:55.711" v="234" actId="1076"/>
        <pc:sldMkLst>
          <pc:docMk/>
          <pc:sldMk cId="3774295882" sldId="257"/>
        </pc:sldMkLst>
        <pc:spChg chg="mod">
          <ac:chgData name="Marie Chris Soque" userId="9ebdbcbf79932a9a" providerId="LiveId" clId="{E36846E2-A7F3-4EFD-BC2E-18C899147A2C}" dt="2020-04-07T08:39:49.927" v="232" actId="1076"/>
          <ac:spMkLst>
            <pc:docMk/>
            <pc:sldMk cId="3774295882" sldId="257"/>
            <ac:spMk id="2" creationId="{E872F88A-68F7-4655-8A42-CD311E858579}"/>
          </ac:spMkLst>
        </pc:spChg>
        <pc:spChg chg="add del mod">
          <ac:chgData name="Marie Chris Soque" userId="9ebdbcbf79932a9a" providerId="LiveId" clId="{E36846E2-A7F3-4EFD-BC2E-18C899147A2C}" dt="2020-04-07T08:38:21.147" v="166" actId="26606"/>
          <ac:spMkLst>
            <pc:docMk/>
            <pc:sldMk cId="3774295882" sldId="257"/>
            <ac:spMk id="3" creationId="{E06C8290-7477-4920-92F8-89337E771A02}"/>
          </ac:spMkLst>
        </pc:spChg>
        <pc:spChg chg="add mod">
          <ac:chgData name="Marie Chris Soque" userId="9ebdbcbf79932a9a" providerId="LiveId" clId="{E36846E2-A7F3-4EFD-BC2E-18C899147A2C}" dt="2020-04-07T08:39:52.460" v="233" actId="1076"/>
          <ac:spMkLst>
            <pc:docMk/>
            <pc:sldMk cId="3774295882" sldId="257"/>
            <ac:spMk id="4" creationId="{60A8C6B8-0CBA-4616-93CF-8A66B62CAE1C}"/>
          </ac:spMkLst>
        </pc:spChg>
        <pc:spChg chg="add del">
          <ac:chgData name="Marie Chris Soque" userId="9ebdbcbf79932a9a" providerId="LiveId" clId="{E36846E2-A7F3-4EFD-BC2E-18C899147A2C}" dt="2020-04-07T08:37:25.800" v="165" actId="26606"/>
          <ac:spMkLst>
            <pc:docMk/>
            <pc:sldMk cId="3774295882" sldId="257"/>
            <ac:spMk id="6" creationId="{46C2E80F-49A6-4372-B103-219D417A55ED}"/>
          </ac:spMkLst>
        </pc:spChg>
        <pc:spChg chg="add del">
          <ac:chgData name="Marie Chris Soque" userId="9ebdbcbf79932a9a" providerId="LiveId" clId="{E36846E2-A7F3-4EFD-BC2E-18C899147A2C}" dt="2020-04-07T08:37:12.740" v="163" actId="26606"/>
          <ac:spMkLst>
            <pc:docMk/>
            <pc:sldMk cId="3774295882" sldId="257"/>
            <ac:spMk id="10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7T08:37:12.740" v="163" actId="26606"/>
          <ac:spMkLst>
            <pc:docMk/>
            <pc:sldMk cId="3774295882" sldId="257"/>
            <ac:spMk id="12" creationId="{967D8EB6-EAE1-4F9C-B398-83321E287204}"/>
          </ac:spMkLst>
        </pc:spChg>
        <pc:spChg chg="add del">
          <ac:chgData name="Marie Chris Soque" userId="9ebdbcbf79932a9a" providerId="LiveId" clId="{E36846E2-A7F3-4EFD-BC2E-18C899147A2C}" dt="2020-04-07T08:37:09.838" v="159" actId="26606"/>
          <ac:spMkLst>
            <pc:docMk/>
            <pc:sldMk cId="3774295882" sldId="257"/>
            <ac:spMk id="17" creationId="{6FBDFA86-51D3-4729-B154-796918372804}"/>
          </ac:spMkLst>
        </pc:spChg>
        <pc:spChg chg="add del">
          <ac:chgData name="Marie Chris Soque" userId="9ebdbcbf79932a9a" providerId="LiveId" clId="{E36846E2-A7F3-4EFD-BC2E-18C899147A2C}" dt="2020-04-07T08:37:11.917" v="161" actId="26606"/>
          <ac:spMkLst>
            <pc:docMk/>
            <pc:sldMk cId="3774295882" sldId="257"/>
            <ac:spMk id="21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7T08:37:11.917" v="161" actId="26606"/>
          <ac:spMkLst>
            <pc:docMk/>
            <pc:sldMk cId="3774295882" sldId="257"/>
            <ac:spMk id="22" creationId="{967D8EB6-EAE1-4F9C-B398-83321E287204}"/>
          </ac:spMkLst>
        </pc:spChg>
        <pc:graphicFrameChg chg="add del">
          <ac:chgData name="Marie Chris Soque" userId="9ebdbcbf79932a9a" providerId="LiveId" clId="{E36846E2-A7F3-4EFD-BC2E-18C899147A2C}" dt="2020-04-07T08:37:25.800" v="165" actId="26606"/>
          <ac:graphicFrameMkLst>
            <pc:docMk/>
            <pc:sldMk cId="3774295882" sldId="257"/>
            <ac:graphicFrameMk id="5" creationId="{9BA1FBBA-DAA2-45CD-BB05-82BBE4053F5A}"/>
          </ac:graphicFrameMkLst>
        </pc:graphicFrameChg>
        <pc:graphicFrameChg chg="add mod">
          <ac:chgData name="Marie Chris Soque" userId="9ebdbcbf79932a9a" providerId="LiveId" clId="{E36846E2-A7F3-4EFD-BC2E-18C899147A2C}" dt="2020-04-07T08:39:55.711" v="234" actId="1076"/>
          <ac:graphicFrameMkLst>
            <pc:docMk/>
            <pc:sldMk cId="3774295882" sldId="257"/>
            <ac:graphicFrameMk id="8" creationId="{A551255E-03B5-4509-AF9F-FDBB9C920E4B}"/>
          </ac:graphicFrameMkLst>
        </pc:graphicFrameChg>
        <pc:picChg chg="add del mod">
          <ac:chgData name="Marie Chris Soque" userId="9ebdbcbf79932a9a" providerId="LiveId" clId="{E36846E2-A7F3-4EFD-BC2E-18C899147A2C}" dt="2020-04-07T08:37:12.740" v="163" actId="26606"/>
          <ac:picMkLst>
            <pc:docMk/>
            <pc:sldMk cId="3774295882" sldId="257"/>
            <ac:picMk id="7" creationId="{6FED9141-232E-4CF2-829A-82C7F1E37196}"/>
          </ac:picMkLst>
        </pc:picChg>
        <pc:cxnChg chg="add del">
          <ac:chgData name="Marie Chris Soque" userId="9ebdbcbf79932a9a" providerId="LiveId" clId="{E36846E2-A7F3-4EFD-BC2E-18C899147A2C}" dt="2020-04-07T08:37:09.838" v="159" actId="26606"/>
          <ac:cxnSpMkLst>
            <pc:docMk/>
            <pc:sldMk cId="3774295882" sldId="257"/>
            <ac:cxnSpMk id="19" creationId="{0F1CE7C6-BE91-42A7-9214-F33FD918C386}"/>
          </ac:cxnSpMkLst>
        </pc:cxnChg>
      </pc:sldChg>
      <pc:sldChg chg="modSp">
        <pc:chgData name="Marie Chris Soque" userId="9ebdbcbf79932a9a" providerId="LiveId" clId="{E36846E2-A7F3-4EFD-BC2E-18C899147A2C}" dt="2020-04-07T08:25:02.509" v="150" actId="20577"/>
        <pc:sldMkLst>
          <pc:docMk/>
          <pc:sldMk cId="3099011843" sldId="258"/>
        </pc:sldMkLst>
        <pc:spChg chg="mod">
          <ac:chgData name="Marie Chris Soque" userId="9ebdbcbf79932a9a" providerId="LiveId" clId="{E36846E2-A7F3-4EFD-BC2E-18C899147A2C}" dt="2020-04-07T08:25:00.173" v="148" actId="20577"/>
          <ac:spMkLst>
            <pc:docMk/>
            <pc:sldMk cId="3099011843" sldId="258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7T08:25:02.509" v="150" actId="20577"/>
          <ac:spMkLst>
            <pc:docMk/>
            <pc:sldMk cId="3099011843" sldId="258"/>
            <ac:spMk id="3" creationId="{1040C2EB-69A2-43FE-875B-BD02C0C4F430}"/>
          </ac:spMkLst>
        </pc:spChg>
      </pc:sldChg>
      <pc:sldChg chg="addSp delSp modSp add mod setBg">
        <pc:chgData name="Marie Chris Soque" userId="9ebdbcbf79932a9a" providerId="LiveId" clId="{E36846E2-A7F3-4EFD-BC2E-18C899147A2C}" dt="2020-04-07T09:03:29.554" v="638" actId="5793"/>
        <pc:sldMkLst>
          <pc:docMk/>
          <pc:sldMk cId="3529372911" sldId="259"/>
        </pc:sldMkLst>
        <pc:spChg chg="mod">
          <ac:chgData name="Marie Chris Soque" userId="9ebdbcbf79932a9a" providerId="LiveId" clId="{E36846E2-A7F3-4EFD-BC2E-18C899147A2C}" dt="2020-04-07T08:59:12.424" v="610" actId="26606"/>
          <ac:spMkLst>
            <pc:docMk/>
            <pc:sldMk cId="3529372911" sldId="259"/>
            <ac:spMk id="2" creationId="{BA8FAB93-B415-40A7-AE1F-BE5258C057CA}"/>
          </ac:spMkLst>
        </pc:spChg>
        <pc:spChg chg="add del mod">
          <ac:chgData name="Marie Chris Soque" userId="9ebdbcbf79932a9a" providerId="LiveId" clId="{E36846E2-A7F3-4EFD-BC2E-18C899147A2C}" dt="2020-04-07T08:58:37.977" v="594" actId="26606"/>
          <ac:spMkLst>
            <pc:docMk/>
            <pc:sldMk cId="3529372911" sldId="259"/>
            <ac:spMk id="3" creationId="{5E7C3978-DD4F-4700-83EB-55D4320896D4}"/>
          </ac:spMkLst>
        </pc:spChg>
        <pc:spChg chg="add mod ord">
          <ac:chgData name="Marie Chris Soque" userId="9ebdbcbf79932a9a" providerId="LiveId" clId="{E36846E2-A7F3-4EFD-BC2E-18C899147A2C}" dt="2020-04-07T09:03:29.554" v="638" actId="5793"/>
          <ac:spMkLst>
            <pc:docMk/>
            <pc:sldMk cId="3529372911" sldId="259"/>
            <ac:spMk id="8" creationId="{5E7C3978-DD4F-4700-83EB-55D4320896D4}"/>
          </ac:spMkLst>
        </pc:spChg>
        <pc:spChg chg="add del">
          <ac:chgData name="Marie Chris Soque" userId="9ebdbcbf79932a9a" providerId="LiveId" clId="{E36846E2-A7F3-4EFD-BC2E-18C899147A2C}" dt="2020-04-07T08:59:12.424" v="610" actId="26606"/>
          <ac:spMkLst>
            <pc:docMk/>
            <pc:sldMk cId="3529372911" sldId="259"/>
            <ac:spMk id="10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7T08:59:12.424" v="610" actId="26606"/>
          <ac:spMkLst>
            <pc:docMk/>
            <pc:sldMk cId="3529372911" sldId="259"/>
            <ac:spMk id="12" creationId="{967D8EB6-EAE1-4F9C-B398-83321E287204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17" creationId="{1CD81A2A-6ED4-4EF4-A14C-912D31E14800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19" creationId="{1661932C-CA15-4E17-B115-FAE7CBEE4789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21" creationId="{8590ADD5-9383-4D3D-9047-3DA2593CCB5D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23" creationId="{DABE3E45-88CF-45D8-8D40-C773324D93F6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27" creationId="{B91ECDA9-56DC-4270-8F33-01C5637B8CEB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29" creationId="{75F47824-961D-465D-84F9-EAE11BC6173B}"/>
          </ac:spMkLst>
        </pc:spChg>
        <pc:spChg chg="add del">
          <ac:chgData name="Marie Chris Soque" userId="9ebdbcbf79932a9a" providerId="LiveId" clId="{E36846E2-A7F3-4EFD-BC2E-18C899147A2C}" dt="2020-04-07T08:59:08.254" v="607" actId="26606"/>
          <ac:spMkLst>
            <pc:docMk/>
            <pc:sldMk cId="3529372911" sldId="259"/>
            <ac:spMk id="31" creationId="{FEC9DA3E-C1D7-472D-B7C0-F71AE41FBA23}"/>
          </ac:spMkLst>
        </pc:spChg>
        <pc:spChg chg="add del">
          <ac:chgData name="Marie Chris Soque" userId="9ebdbcbf79932a9a" providerId="LiveId" clId="{E36846E2-A7F3-4EFD-BC2E-18C899147A2C}" dt="2020-04-07T08:59:12.413" v="609" actId="26606"/>
          <ac:spMkLst>
            <pc:docMk/>
            <pc:sldMk cId="3529372911" sldId="259"/>
            <ac:spMk id="33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7T08:59:12.413" v="609" actId="26606"/>
          <ac:spMkLst>
            <pc:docMk/>
            <pc:sldMk cId="3529372911" sldId="259"/>
            <ac:spMk id="34" creationId="{967D8EB6-EAE1-4F9C-B398-83321E287204}"/>
          </ac:spMkLst>
        </pc:spChg>
        <pc:graphicFrameChg chg="add del">
          <ac:chgData name="Marie Chris Soque" userId="9ebdbcbf79932a9a" providerId="LiveId" clId="{E36846E2-A7F3-4EFD-BC2E-18C899147A2C}" dt="2020-04-07T08:58:37.942" v="593" actId="26606"/>
          <ac:graphicFrameMkLst>
            <pc:docMk/>
            <pc:sldMk cId="3529372911" sldId="259"/>
            <ac:graphicFrameMk id="5" creationId="{D66FFF6F-DE7B-46C1-9063-3FDE7EC73B22}"/>
          </ac:graphicFrameMkLst>
        </pc:graphicFrameChg>
        <pc:picChg chg="add mod">
          <ac:chgData name="Marie Chris Soque" userId="9ebdbcbf79932a9a" providerId="LiveId" clId="{E36846E2-A7F3-4EFD-BC2E-18C899147A2C}" dt="2020-04-07T08:59:12.424" v="610" actId="26606"/>
          <ac:picMkLst>
            <pc:docMk/>
            <pc:sldMk cId="3529372911" sldId="259"/>
            <ac:picMk id="7" creationId="{EF4D9857-08B3-4C36-89C2-E2C831D160A8}"/>
          </ac:picMkLst>
        </pc:picChg>
        <pc:cxnChg chg="add del">
          <ac:chgData name="Marie Chris Soque" userId="9ebdbcbf79932a9a" providerId="LiveId" clId="{E36846E2-A7F3-4EFD-BC2E-18C899147A2C}" dt="2020-04-07T08:59:08.254" v="607" actId="26606"/>
          <ac:cxnSpMkLst>
            <pc:docMk/>
            <pc:sldMk cId="3529372911" sldId="259"/>
            <ac:cxnSpMk id="25" creationId="{49CD1692-827B-4C8D-B4A1-134FD04CF45C}"/>
          </ac:cxnSpMkLst>
        </pc:cxnChg>
      </pc:sldChg>
      <pc:sldChg chg="addSp delSp modSp add">
        <pc:chgData name="Marie Chris Soque" userId="9ebdbcbf79932a9a" providerId="LiveId" clId="{E36846E2-A7F3-4EFD-BC2E-18C899147A2C}" dt="2020-04-07T09:06:55.809" v="1055" actId="20577"/>
        <pc:sldMkLst>
          <pc:docMk/>
          <pc:sldMk cId="682531383" sldId="260"/>
        </pc:sldMkLst>
        <pc:spChg chg="add mod">
          <ac:chgData name="Marie Chris Soque" userId="9ebdbcbf79932a9a" providerId="LiveId" clId="{E36846E2-A7F3-4EFD-BC2E-18C899147A2C}" dt="2020-04-07T09:04:16.116" v="682" actId="207"/>
          <ac:spMkLst>
            <pc:docMk/>
            <pc:sldMk cId="682531383" sldId="260"/>
            <ac:spMk id="3" creationId="{70B3F6EE-8868-4AC0-950A-3765F52CE36B}"/>
          </ac:spMkLst>
        </pc:spChg>
        <pc:spChg chg="add mod">
          <ac:chgData name="Marie Chris Soque" userId="9ebdbcbf79932a9a" providerId="LiveId" clId="{E36846E2-A7F3-4EFD-BC2E-18C899147A2C}" dt="2020-04-07T09:06:10.384" v="929" actId="1076"/>
          <ac:spMkLst>
            <pc:docMk/>
            <pc:sldMk cId="682531383" sldId="260"/>
            <ac:spMk id="4" creationId="{A481D73A-139F-4773-8D99-B71F5306CE73}"/>
          </ac:spMkLst>
        </pc:spChg>
        <pc:spChg chg="add mod">
          <ac:chgData name="Marie Chris Soque" userId="9ebdbcbf79932a9a" providerId="LiveId" clId="{E36846E2-A7F3-4EFD-BC2E-18C899147A2C}" dt="2020-04-07T09:06:14.958" v="930" actId="1076"/>
          <ac:spMkLst>
            <pc:docMk/>
            <pc:sldMk cId="682531383" sldId="260"/>
            <ac:spMk id="6" creationId="{1F330D20-69EA-45DA-9267-44AEC117BD09}"/>
          </ac:spMkLst>
        </pc:spChg>
        <pc:spChg chg="del mod">
          <ac:chgData name="Marie Chris Soque" userId="9ebdbcbf79932a9a" providerId="LiveId" clId="{E36846E2-A7F3-4EFD-BC2E-18C899147A2C}" dt="2020-04-07T09:03:34.891" v="639" actId="478"/>
          <ac:spMkLst>
            <pc:docMk/>
            <pc:sldMk cId="682531383" sldId="260"/>
            <ac:spMk id="8" creationId="{5E7C3978-DD4F-4700-83EB-55D4320896D4}"/>
          </ac:spMkLst>
        </pc:spChg>
        <pc:spChg chg="add mod">
          <ac:chgData name="Marie Chris Soque" userId="9ebdbcbf79932a9a" providerId="LiveId" clId="{E36846E2-A7F3-4EFD-BC2E-18C899147A2C}" dt="2020-04-07T09:06:55.809" v="1055" actId="20577"/>
          <ac:spMkLst>
            <pc:docMk/>
            <pc:sldMk cId="682531383" sldId="260"/>
            <ac:spMk id="9" creationId="{BC1E9168-9FE2-409B-9B13-5CEF61576B3C}"/>
          </ac:spMkLst>
        </pc:spChg>
      </pc:sldChg>
      <pc:sldChg chg="add del">
        <pc:chgData name="Marie Chris Soque" userId="9ebdbcbf79932a9a" providerId="LiveId" clId="{E36846E2-A7F3-4EFD-BC2E-18C899147A2C}" dt="2020-04-07T08:59:55.465" v="614" actId="2696"/>
        <pc:sldMkLst>
          <pc:docMk/>
          <pc:sldMk cId="2136017248" sldId="260"/>
        </pc:sldMkLst>
      </pc:sldChg>
      <pc:sldChg chg="add del">
        <pc:chgData name="Marie Chris Soque" userId="9ebdbcbf79932a9a" providerId="LiveId" clId="{E36846E2-A7F3-4EFD-BC2E-18C899147A2C}" dt="2020-04-07T08:56:13.586" v="267" actId="47"/>
        <pc:sldMkLst>
          <pc:docMk/>
          <pc:sldMk cId="3728221476" sldId="260"/>
        </pc:sldMkLst>
      </pc:sldChg>
      <pc:sldChg chg="add del">
        <pc:chgData name="Marie Chris Soque" userId="9ebdbcbf79932a9a" providerId="LiveId" clId="{E36846E2-A7F3-4EFD-BC2E-18C899147A2C}" dt="2020-04-07T09:07:16.804" v="1058" actId="47"/>
        <pc:sldMkLst>
          <pc:docMk/>
          <pc:sldMk cId="2989094765" sldId="261"/>
        </pc:sldMkLst>
      </pc:sldChg>
      <pc:sldChg chg="addSp delSp modSp add">
        <pc:chgData name="Marie Chris Soque" userId="9ebdbcbf79932a9a" providerId="LiveId" clId="{E36846E2-A7F3-4EFD-BC2E-18C899147A2C}" dt="2020-04-07T09:10:03.806" v="1074" actId="1076"/>
        <pc:sldMkLst>
          <pc:docMk/>
          <pc:sldMk cId="2155654818" sldId="262"/>
        </pc:sldMkLst>
        <pc:spChg chg="mod">
          <ac:chgData name="Marie Chris Soque" userId="9ebdbcbf79932a9a" providerId="LiveId" clId="{E36846E2-A7F3-4EFD-BC2E-18C899147A2C}" dt="2020-04-07T09:09:53.961" v="1071" actId="1076"/>
          <ac:spMkLst>
            <pc:docMk/>
            <pc:sldMk cId="2155654818" sldId="262"/>
            <ac:spMk id="2" creationId="{BA8FAB93-B415-40A7-AE1F-BE5258C057CA}"/>
          </ac:spMkLst>
        </pc:spChg>
        <pc:spChg chg="del mod">
          <ac:chgData name="Marie Chris Soque" userId="9ebdbcbf79932a9a" providerId="LiveId" clId="{E36846E2-A7F3-4EFD-BC2E-18C899147A2C}" dt="2020-04-07T09:07:28.045" v="1060" actId="478"/>
          <ac:spMkLst>
            <pc:docMk/>
            <pc:sldMk cId="2155654818" sldId="262"/>
            <ac:spMk id="3" creationId="{70B3F6EE-8868-4AC0-950A-3765F52CE36B}"/>
          </ac:spMkLst>
        </pc:spChg>
        <pc:spChg chg="del">
          <ac:chgData name="Marie Chris Soque" userId="9ebdbcbf79932a9a" providerId="LiveId" clId="{E36846E2-A7F3-4EFD-BC2E-18C899147A2C}" dt="2020-04-07T09:07:36.310" v="1061" actId="478"/>
          <ac:spMkLst>
            <pc:docMk/>
            <pc:sldMk cId="2155654818" sldId="262"/>
            <ac:spMk id="4" creationId="{A481D73A-139F-4773-8D99-B71F5306CE73}"/>
          </ac:spMkLst>
        </pc:spChg>
        <pc:spChg chg="del">
          <ac:chgData name="Marie Chris Soque" userId="9ebdbcbf79932a9a" providerId="LiveId" clId="{E36846E2-A7F3-4EFD-BC2E-18C899147A2C}" dt="2020-04-07T09:07:28.045" v="1060" actId="478"/>
          <ac:spMkLst>
            <pc:docMk/>
            <pc:sldMk cId="2155654818" sldId="262"/>
            <ac:spMk id="6" creationId="{1F330D20-69EA-45DA-9267-44AEC117BD09}"/>
          </ac:spMkLst>
        </pc:spChg>
        <pc:spChg chg="del">
          <ac:chgData name="Marie Chris Soque" userId="9ebdbcbf79932a9a" providerId="LiveId" clId="{E36846E2-A7F3-4EFD-BC2E-18C899147A2C}" dt="2020-04-07T09:07:36.310" v="1061" actId="478"/>
          <ac:spMkLst>
            <pc:docMk/>
            <pc:sldMk cId="2155654818" sldId="262"/>
            <ac:spMk id="9" creationId="{BC1E9168-9FE2-409B-9B13-5CEF61576B3C}"/>
          </ac:spMkLst>
        </pc:spChg>
        <pc:picChg chg="add mod modCrop">
          <ac:chgData name="Marie Chris Soque" userId="9ebdbcbf79932a9a" providerId="LiveId" clId="{E36846E2-A7F3-4EFD-BC2E-18C899147A2C}" dt="2020-04-07T09:10:03.806" v="1074" actId="1076"/>
          <ac:picMkLst>
            <pc:docMk/>
            <pc:sldMk cId="2155654818" sldId="262"/>
            <ac:picMk id="5" creationId="{E9A94DAB-987D-4012-B23A-CB951CFBC6B6}"/>
          </ac:picMkLst>
        </pc:picChg>
        <pc:picChg chg="del">
          <ac:chgData name="Marie Chris Soque" userId="9ebdbcbf79932a9a" providerId="LiveId" clId="{E36846E2-A7F3-4EFD-BC2E-18C899147A2C}" dt="2020-04-07T09:09:48.676" v="1070" actId="478"/>
          <ac:picMkLst>
            <pc:docMk/>
            <pc:sldMk cId="2155654818" sldId="262"/>
            <ac:picMk id="7" creationId="{EF4D9857-08B3-4C36-89C2-E2C831D160A8}"/>
          </ac:picMkLst>
        </pc:picChg>
      </pc:sldChg>
      <pc:sldChg chg="modSp add">
        <pc:chgData name="Marie Chris Soque" userId="9ebdbcbf79932a9a" providerId="LiveId" clId="{E36846E2-A7F3-4EFD-BC2E-18C899147A2C}" dt="2020-04-07T09:32:28.081" v="1631" actId="27636"/>
        <pc:sldMkLst>
          <pc:docMk/>
          <pc:sldMk cId="267426986" sldId="263"/>
        </pc:sldMkLst>
        <pc:spChg chg="mod">
          <ac:chgData name="Marie Chris Soque" userId="9ebdbcbf79932a9a" providerId="LiveId" clId="{E36846E2-A7F3-4EFD-BC2E-18C899147A2C}" dt="2020-04-07T09:22:37.282" v="1108" actId="20577"/>
          <ac:spMkLst>
            <pc:docMk/>
            <pc:sldMk cId="267426986" sldId="263"/>
            <ac:spMk id="2" creationId="{A92F835C-DB7B-443F-B092-A34A5CFEE843}"/>
          </ac:spMkLst>
        </pc:spChg>
        <pc:spChg chg="mod">
          <ac:chgData name="Marie Chris Soque" userId="9ebdbcbf79932a9a" providerId="LiveId" clId="{E36846E2-A7F3-4EFD-BC2E-18C899147A2C}" dt="2020-04-07T09:32:28.081" v="1631" actId="27636"/>
          <ac:spMkLst>
            <pc:docMk/>
            <pc:sldMk cId="267426986" sldId="263"/>
            <ac:spMk id="3" creationId="{E4C9157F-E235-4A7E-9001-FA26F93267AD}"/>
          </ac:spMkLst>
        </pc:spChg>
      </pc:sldChg>
      <pc:sldChg chg="addSp delSp modSp add mod setBg">
        <pc:chgData name="Marie Chris Soque" userId="9ebdbcbf79932a9a" providerId="LiveId" clId="{E36846E2-A7F3-4EFD-BC2E-18C899147A2C}" dt="2020-04-08T01:26:31.205" v="5501" actId="6549"/>
        <pc:sldMkLst>
          <pc:docMk/>
          <pc:sldMk cId="186507053" sldId="264"/>
        </pc:sldMkLst>
        <pc:spChg chg="mod">
          <ac:chgData name="Marie Chris Soque" userId="9ebdbcbf79932a9a" providerId="LiveId" clId="{E36846E2-A7F3-4EFD-BC2E-18C899147A2C}" dt="2020-04-08T01:26:31.205" v="5501" actId="6549"/>
          <ac:spMkLst>
            <pc:docMk/>
            <pc:sldMk cId="186507053" sldId="264"/>
            <ac:spMk id="2" creationId="{32482792-683B-4F03-9F1D-ED9E79BB7E1A}"/>
          </ac:spMkLst>
        </pc:spChg>
        <pc:spChg chg="add del mod">
          <ac:chgData name="Marie Chris Soque" userId="9ebdbcbf79932a9a" providerId="LiveId" clId="{E36846E2-A7F3-4EFD-BC2E-18C899147A2C}" dt="2020-04-07T10:32:17.620" v="1708" actId="115"/>
          <ac:spMkLst>
            <pc:docMk/>
            <pc:sldMk cId="186507053" sldId="264"/>
            <ac:spMk id="3" creationId="{1DF71CF9-5FD1-463F-A136-16EFC8032291}"/>
          </ac:spMkLst>
        </pc:spChg>
        <pc:spChg chg="add del">
          <ac:chgData name="Marie Chris Soque" userId="9ebdbcbf79932a9a" providerId="LiveId" clId="{E36846E2-A7F3-4EFD-BC2E-18C899147A2C}" dt="2020-04-07T10:27:51.278" v="1704" actId="26606"/>
          <ac:spMkLst>
            <pc:docMk/>
            <pc:sldMk cId="186507053" sldId="264"/>
            <ac:spMk id="8" creationId="{1BB867FF-FC45-48F7-8104-F89BE54909F1}"/>
          </ac:spMkLst>
        </pc:spChg>
        <pc:spChg chg="add del">
          <ac:chgData name="Marie Chris Soque" userId="9ebdbcbf79932a9a" providerId="LiveId" clId="{E36846E2-A7F3-4EFD-BC2E-18C899147A2C}" dt="2020-04-07T10:27:51.278" v="1704" actId="26606"/>
          <ac:spMkLst>
            <pc:docMk/>
            <pc:sldMk cId="186507053" sldId="264"/>
            <ac:spMk id="10" creationId="{8BB56887-D0D5-4F0C-9E19-7247EB83C8B7}"/>
          </ac:spMkLst>
        </pc:spChg>
        <pc:spChg chg="add del">
          <ac:chgData name="Marie Chris Soque" userId="9ebdbcbf79932a9a" providerId="LiveId" clId="{E36846E2-A7F3-4EFD-BC2E-18C899147A2C}" dt="2020-04-07T10:27:51.278" v="1704" actId="26606"/>
          <ac:spMkLst>
            <pc:docMk/>
            <pc:sldMk cId="186507053" sldId="264"/>
            <ac:spMk id="12" creationId="{081E4A58-353D-44AE-B2FC-2A74E2E400F7}"/>
          </ac:spMkLst>
        </pc:spChg>
        <pc:spChg chg="add del">
          <ac:chgData name="Marie Chris Soque" userId="9ebdbcbf79932a9a" providerId="LiveId" clId="{E36846E2-A7F3-4EFD-BC2E-18C899147A2C}" dt="2020-04-07T10:27:55.897" v="1706" actId="26606"/>
          <ac:spMkLst>
            <pc:docMk/>
            <pc:sldMk cId="186507053" sldId="264"/>
            <ac:spMk id="14" creationId="{85016AEC-0320-4ED0-8ECB-FE11DDDFE17A}"/>
          </ac:spMkLst>
        </pc:spChg>
        <pc:spChg chg="add del">
          <ac:chgData name="Marie Chris Soque" userId="9ebdbcbf79932a9a" providerId="LiveId" clId="{E36846E2-A7F3-4EFD-BC2E-18C899147A2C}" dt="2020-04-07T10:27:55.897" v="1706" actId="26606"/>
          <ac:spMkLst>
            <pc:docMk/>
            <pc:sldMk cId="186507053" sldId="264"/>
            <ac:spMk id="15" creationId="{7939516E-298E-4053-959C-C609EE3BE5A2}"/>
          </ac:spMkLst>
        </pc:spChg>
        <pc:graphicFrameChg chg="add del">
          <ac:chgData name="Marie Chris Soque" userId="9ebdbcbf79932a9a" providerId="LiveId" clId="{E36846E2-A7F3-4EFD-BC2E-18C899147A2C}" dt="2020-04-07T10:27:55.897" v="1706" actId="26606"/>
          <ac:graphicFrameMkLst>
            <pc:docMk/>
            <pc:sldMk cId="186507053" sldId="264"/>
            <ac:graphicFrameMk id="5" creationId="{1017C479-2BDC-40E9-A31B-8A0245CBD18B}"/>
          </ac:graphicFrameMkLst>
        </pc:graphicFrameChg>
      </pc:sldChg>
      <pc:sldChg chg="modSp add">
        <pc:chgData name="Marie Chris Soque" userId="9ebdbcbf79932a9a" providerId="LiveId" clId="{E36846E2-A7F3-4EFD-BC2E-18C899147A2C}" dt="2020-04-07T09:37:41.842" v="1637" actId="20577"/>
        <pc:sldMkLst>
          <pc:docMk/>
          <pc:sldMk cId="4026146" sldId="265"/>
        </pc:sldMkLst>
        <pc:spChg chg="mod">
          <ac:chgData name="Marie Chris Soque" userId="9ebdbcbf79932a9a" providerId="LiveId" clId="{E36846E2-A7F3-4EFD-BC2E-18C899147A2C}" dt="2020-04-07T09:37:39.754" v="1635" actId="20577"/>
          <ac:spMkLst>
            <pc:docMk/>
            <pc:sldMk cId="4026146" sldId="265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7T09:37:41.842" v="1637" actId="20577"/>
          <ac:spMkLst>
            <pc:docMk/>
            <pc:sldMk cId="4026146" sldId="265"/>
            <ac:spMk id="3" creationId="{1040C2EB-69A2-43FE-875B-BD02C0C4F430}"/>
          </ac:spMkLst>
        </pc:spChg>
      </pc:sldChg>
      <pc:sldChg chg="addSp delSp modSp add ord">
        <pc:chgData name="Marie Chris Soque" userId="9ebdbcbf79932a9a" providerId="LiveId" clId="{E36846E2-A7F3-4EFD-BC2E-18C899147A2C}" dt="2020-04-08T01:26:24.978" v="5500" actId="6549"/>
        <pc:sldMkLst>
          <pc:docMk/>
          <pc:sldMk cId="215805746" sldId="266"/>
        </pc:sldMkLst>
        <pc:spChg chg="mod">
          <ac:chgData name="Marie Chris Soque" userId="9ebdbcbf79932a9a" providerId="LiveId" clId="{E36846E2-A7F3-4EFD-BC2E-18C899147A2C}" dt="2020-04-08T01:26:24.978" v="5500" actId="6549"/>
          <ac:spMkLst>
            <pc:docMk/>
            <pc:sldMk cId="215805746" sldId="266"/>
            <ac:spMk id="2" creationId="{BA8FAB93-B415-40A7-AE1F-BE5258C057CA}"/>
          </ac:spMkLst>
        </pc:spChg>
        <pc:spChg chg="add del mod">
          <ac:chgData name="Marie Chris Soque" userId="9ebdbcbf79932a9a" providerId="LiveId" clId="{E36846E2-A7F3-4EFD-BC2E-18C899147A2C}" dt="2020-04-07T10:38:12.785" v="2106" actId="478"/>
          <ac:spMkLst>
            <pc:docMk/>
            <pc:sldMk cId="215805746" sldId="266"/>
            <ac:spMk id="3" creationId="{70B3F6EE-8868-4AC0-950A-3765F52CE36B}"/>
          </ac:spMkLst>
        </pc:spChg>
        <pc:spChg chg="mod">
          <ac:chgData name="Marie Chris Soque" userId="9ebdbcbf79932a9a" providerId="LiveId" clId="{E36846E2-A7F3-4EFD-BC2E-18C899147A2C}" dt="2020-04-07T10:38:10.680" v="2103" actId="1076"/>
          <ac:spMkLst>
            <pc:docMk/>
            <pc:sldMk cId="215805746" sldId="266"/>
            <ac:spMk id="4" creationId="{A481D73A-139F-4773-8D99-B71F5306CE73}"/>
          </ac:spMkLst>
        </pc:spChg>
        <pc:spChg chg="mod">
          <ac:chgData name="Marie Chris Soque" userId="9ebdbcbf79932a9a" providerId="LiveId" clId="{E36846E2-A7F3-4EFD-BC2E-18C899147A2C}" dt="2020-04-07T10:40:52.736" v="2283" actId="14100"/>
          <ac:spMkLst>
            <pc:docMk/>
            <pc:sldMk cId="215805746" sldId="266"/>
            <ac:spMk id="6" creationId="{1F330D20-69EA-45DA-9267-44AEC117BD09}"/>
          </ac:spMkLst>
        </pc:spChg>
        <pc:spChg chg="add del mod">
          <ac:chgData name="Marie Chris Soque" userId="9ebdbcbf79932a9a" providerId="LiveId" clId="{E36846E2-A7F3-4EFD-BC2E-18C899147A2C}" dt="2020-04-07T10:39:29.219" v="2258" actId="20577"/>
          <ac:spMkLst>
            <pc:docMk/>
            <pc:sldMk cId="215805746" sldId="266"/>
            <ac:spMk id="9" creationId="{BC1E9168-9FE2-409B-9B13-5CEF61576B3C}"/>
          </ac:spMkLst>
        </pc:spChg>
        <pc:picChg chg="del">
          <ac:chgData name="Marie Chris Soque" userId="9ebdbcbf79932a9a" providerId="LiveId" clId="{E36846E2-A7F3-4EFD-BC2E-18C899147A2C}" dt="2020-04-07T10:35:52.165" v="1931" actId="478"/>
          <ac:picMkLst>
            <pc:docMk/>
            <pc:sldMk cId="215805746" sldId="266"/>
            <ac:picMk id="7" creationId="{EF4D9857-08B3-4C36-89C2-E2C831D160A8}"/>
          </ac:picMkLst>
        </pc:picChg>
      </pc:sldChg>
      <pc:sldChg chg="addSp delSp modSp add">
        <pc:chgData name="Marie Chris Soque" userId="9ebdbcbf79932a9a" providerId="LiveId" clId="{E36846E2-A7F3-4EFD-BC2E-18C899147A2C}" dt="2020-04-08T01:26:20.566" v="5499" actId="6549"/>
        <pc:sldMkLst>
          <pc:docMk/>
          <pc:sldMk cId="1050865623" sldId="267"/>
        </pc:sldMkLst>
        <pc:spChg chg="mod">
          <ac:chgData name="Marie Chris Soque" userId="9ebdbcbf79932a9a" providerId="LiveId" clId="{E36846E2-A7F3-4EFD-BC2E-18C899147A2C}" dt="2020-04-08T01:26:20.566" v="5499" actId="6549"/>
          <ac:spMkLst>
            <pc:docMk/>
            <pc:sldMk cId="1050865623" sldId="267"/>
            <ac:spMk id="2" creationId="{BA8FAB93-B415-40A7-AE1F-BE5258C057CA}"/>
          </ac:spMkLst>
        </pc:spChg>
        <pc:spChg chg="del">
          <ac:chgData name="Marie Chris Soque" userId="9ebdbcbf79932a9a" providerId="LiveId" clId="{E36846E2-A7F3-4EFD-BC2E-18C899147A2C}" dt="2020-04-07T10:40:15.520" v="2262" actId="478"/>
          <ac:spMkLst>
            <pc:docMk/>
            <pc:sldMk cId="1050865623" sldId="267"/>
            <ac:spMk id="3" creationId="{70B3F6EE-8868-4AC0-950A-3765F52CE36B}"/>
          </ac:spMkLst>
        </pc:spChg>
        <pc:spChg chg="del mod">
          <ac:chgData name="Marie Chris Soque" userId="9ebdbcbf79932a9a" providerId="LiveId" clId="{E36846E2-A7F3-4EFD-BC2E-18C899147A2C}" dt="2020-04-07T10:40:38.264" v="2280" actId="478"/>
          <ac:spMkLst>
            <pc:docMk/>
            <pc:sldMk cId="1050865623" sldId="267"/>
            <ac:spMk id="4" creationId="{A481D73A-139F-4773-8D99-B71F5306CE73}"/>
          </ac:spMkLst>
        </pc:spChg>
        <pc:spChg chg="add del mod">
          <ac:chgData name="Marie Chris Soque" userId="9ebdbcbf79932a9a" providerId="LiveId" clId="{E36846E2-A7F3-4EFD-BC2E-18C899147A2C}" dt="2020-04-07T10:45:00.961" v="2922" actId="1076"/>
          <ac:spMkLst>
            <pc:docMk/>
            <pc:sldMk cId="1050865623" sldId="267"/>
            <ac:spMk id="6" creationId="{1F330D20-69EA-45DA-9267-44AEC117BD09}"/>
          </ac:spMkLst>
        </pc:spChg>
        <pc:spChg chg="add del mod">
          <ac:chgData name="Marie Chris Soque" userId="9ebdbcbf79932a9a" providerId="LiveId" clId="{E36846E2-A7F3-4EFD-BC2E-18C899147A2C}" dt="2020-04-07T10:45:04.139" v="2923" actId="1076"/>
          <ac:spMkLst>
            <pc:docMk/>
            <pc:sldMk cId="1050865623" sldId="267"/>
            <ac:spMk id="9" creationId="{BC1E9168-9FE2-409B-9B13-5CEF61576B3C}"/>
          </ac:spMkLst>
        </pc:spChg>
      </pc:sldChg>
      <pc:sldChg chg="add del">
        <pc:chgData name="Marie Chris Soque" userId="9ebdbcbf79932a9a" providerId="LiveId" clId="{E36846E2-A7F3-4EFD-BC2E-18C899147A2C}" dt="2020-04-07T10:40:00.544" v="2260"/>
        <pc:sldMkLst>
          <pc:docMk/>
          <pc:sldMk cId="3135921975" sldId="267"/>
        </pc:sldMkLst>
      </pc:sldChg>
      <pc:sldChg chg="modSp add ord">
        <pc:chgData name="Marie Chris Soque" userId="9ebdbcbf79932a9a" providerId="LiveId" clId="{E36846E2-A7F3-4EFD-BC2E-18C899147A2C}" dt="2020-04-07T10:52:42.550" v="2932" actId="20577"/>
        <pc:sldMkLst>
          <pc:docMk/>
          <pc:sldMk cId="899583617" sldId="268"/>
        </pc:sldMkLst>
        <pc:spChg chg="mod">
          <ac:chgData name="Marie Chris Soque" userId="9ebdbcbf79932a9a" providerId="LiveId" clId="{E36846E2-A7F3-4EFD-BC2E-18C899147A2C}" dt="2020-04-07T10:52:39.720" v="2930" actId="20577"/>
          <ac:spMkLst>
            <pc:docMk/>
            <pc:sldMk cId="899583617" sldId="268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7T10:52:42.550" v="2932" actId="20577"/>
          <ac:spMkLst>
            <pc:docMk/>
            <pc:sldMk cId="899583617" sldId="268"/>
            <ac:spMk id="3" creationId="{1040C2EB-69A2-43FE-875B-BD02C0C4F430}"/>
          </ac:spMkLst>
        </pc:spChg>
      </pc:sldChg>
      <pc:sldChg chg="addSp delSp modSp add">
        <pc:chgData name="Marie Chris Soque" userId="9ebdbcbf79932a9a" providerId="LiveId" clId="{E36846E2-A7F3-4EFD-BC2E-18C899147A2C}" dt="2020-04-07T11:01:35.828" v="2947" actId="14100"/>
        <pc:sldMkLst>
          <pc:docMk/>
          <pc:sldMk cId="1535485765" sldId="269"/>
        </pc:sldMkLst>
        <pc:spChg chg="del">
          <ac:chgData name="Marie Chris Soque" userId="9ebdbcbf79932a9a" providerId="LiveId" clId="{E36846E2-A7F3-4EFD-BC2E-18C899147A2C}" dt="2020-04-07T10:58:12.960" v="2934" actId="478"/>
          <ac:spMkLst>
            <pc:docMk/>
            <pc:sldMk cId="1535485765" sldId="269"/>
            <ac:spMk id="2" creationId="{AB508BE5-CB78-4CEF-A59A-506059F9F36A}"/>
          </ac:spMkLst>
        </pc:spChg>
        <pc:spChg chg="del">
          <ac:chgData name="Marie Chris Soque" userId="9ebdbcbf79932a9a" providerId="LiveId" clId="{E36846E2-A7F3-4EFD-BC2E-18C899147A2C}" dt="2020-04-07T10:58:16.015" v="2935" actId="478"/>
          <ac:spMkLst>
            <pc:docMk/>
            <pc:sldMk cId="1535485765" sldId="269"/>
            <ac:spMk id="3" creationId="{63EB42B1-A525-4AEE-8BAF-CAD3DDFBC4C6}"/>
          </ac:spMkLst>
        </pc:spChg>
        <pc:picChg chg="add mod modCrop">
          <ac:chgData name="Marie Chris Soque" userId="9ebdbcbf79932a9a" providerId="LiveId" clId="{E36846E2-A7F3-4EFD-BC2E-18C899147A2C}" dt="2020-04-07T11:01:35.828" v="2947" actId="14100"/>
          <ac:picMkLst>
            <pc:docMk/>
            <pc:sldMk cId="1535485765" sldId="269"/>
            <ac:picMk id="4" creationId="{2E1DC8FD-10CF-42D8-9567-B177426473EA}"/>
          </ac:picMkLst>
        </pc:picChg>
      </pc:sldChg>
      <pc:sldChg chg="addSp delSp modSp add mod setBg setClrOvrMap">
        <pc:chgData name="Marie Chris Soque" userId="9ebdbcbf79932a9a" providerId="LiveId" clId="{E36846E2-A7F3-4EFD-BC2E-18C899147A2C}" dt="2020-04-08T01:26:14.085" v="5498" actId="6549"/>
        <pc:sldMkLst>
          <pc:docMk/>
          <pc:sldMk cId="741071175" sldId="270"/>
        </pc:sldMkLst>
        <pc:spChg chg="mod">
          <ac:chgData name="Marie Chris Soque" userId="9ebdbcbf79932a9a" providerId="LiveId" clId="{E36846E2-A7F3-4EFD-BC2E-18C899147A2C}" dt="2020-04-08T01:26:14.085" v="5498" actId="6549"/>
          <ac:spMkLst>
            <pc:docMk/>
            <pc:sldMk cId="741071175" sldId="270"/>
            <ac:spMk id="2" creationId="{D8C2DA10-AF25-4C33-9809-C44D0369C65E}"/>
          </ac:spMkLst>
        </pc:spChg>
        <pc:spChg chg="del">
          <ac:chgData name="Marie Chris Soque" userId="9ebdbcbf79932a9a" providerId="LiveId" clId="{E36846E2-A7F3-4EFD-BC2E-18C899147A2C}" dt="2020-04-08T00:38:40.142" v="3006" actId="478"/>
          <ac:spMkLst>
            <pc:docMk/>
            <pc:sldMk cId="741071175" sldId="270"/>
            <ac:spMk id="3" creationId="{9B869423-C13D-41F4-B5B8-45E62C195FDA}"/>
          </ac:spMkLst>
        </pc:spChg>
        <pc:spChg chg="add del">
          <ac:chgData name="Marie Chris Soque" userId="9ebdbcbf79932a9a" providerId="LiveId" clId="{E36846E2-A7F3-4EFD-BC2E-18C899147A2C}" dt="2020-04-08T00:49:49.026" v="3436" actId="26606"/>
          <ac:spMkLst>
            <pc:docMk/>
            <pc:sldMk cId="741071175" sldId="270"/>
            <ac:spMk id="9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0:49:55.857" v="3438" actId="26606"/>
          <ac:spMkLst>
            <pc:docMk/>
            <pc:sldMk cId="741071175" sldId="270"/>
            <ac:spMk id="15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0:50:52.675" v="3444" actId="26606"/>
          <ac:spMkLst>
            <pc:docMk/>
            <pc:sldMk cId="741071175" sldId="270"/>
            <ac:spMk id="20" creationId="{2232CA6A-2533-4944-9534-9A87A2EA61BB}"/>
          </ac:spMkLst>
        </pc:spChg>
        <pc:spChg chg="add del">
          <ac:chgData name="Marie Chris Soque" userId="9ebdbcbf79932a9a" providerId="LiveId" clId="{E36846E2-A7F3-4EFD-BC2E-18C899147A2C}" dt="2020-04-08T00:50:52.675" v="3444" actId="26606"/>
          <ac:spMkLst>
            <pc:docMk/>
            <pc:sldMk cId="741071175" sldId="270"/>
            <ac:spMk id="21" creationId="{FEA3E6C2-0820-41EE-816A-5D9A9CB330C8}"/>
          </ac:spMkLst>
        </pc:spChg>
        <pc:spChg chg="add del">
          <ac:chgData name="Marie Chris Soque" userId="9ebdbcbf79932a9a" providerId="LiveId" clId="{E36846E2-A7F3-4EFD-BC2E-18C899147A2C}" dt="2020-04-08T00:50:49.487" v="3443" actId="26606"/>
          <ac:spMkLst>
            <pc:docMk/>
            <pc:sldMk cId="741071175" sldId="270"/>
            <ac:spMk id="26" creationId="{3B0DF90E-6BAD-4E82-8FDF-717C9A357378}"/>
          </ac:spMkLst>
        </pc:spChg>
        <pc:spChg chg="add del">
          <ac:chgData name="Marie Chris Soque" userId="9ebdbcbf79932a9a" providerId="LiveId" clId="{E36846E2-A7F3-4EFD-BC2E-18C899147A2C}" dt="2020-04-08T00:50:49.487" v="3443" actId="26606"/>
          <ac:spMkLst>
            <pc:docMk/>
            <pc:sldMk cId="741071175" sldId="270"/>
            <ac:spMk id="27" creationId="{13DCC859-0434-4BB8-B6C5-09C88AE698FB}"/>
          </ac:spMkLst>
        </pc:spChg>
        <pc:spChg chg="add del">
          <ac:chgData name="Marie Chris Soque" userId="9ebdbcbf79932a9a" providerId="LiveId" clId="{E36846E2-A7F3-4EFD-BC2E-18C899147A2C}" dt="2020-04-08T00:50:49.487" v="3443" actId="26606"/>
          <ac:spMkLst>
            <pc:docMk/>
            <pc:sldMk cId="741071175" sldId="270"/>
            <ac:spMk id="28" creationId="{08E7ACFB-B791-4C23-8B17-013FEDC09A89}"/>
          </ac:spMkLst>
        </pc:spChg>
        <pc:spChg chg="add del">
          <ac:chgData name="Marie Chris Soque" userId="9ebdbcbf79932a9a" providerId="LiveId" clId="{E36846E2-A7F3-4EFD-BC2E-18C899147A2C}" dt="2020-04-08T00:50:44.152" v="3441" actId="26606"/>
          <ac:spMkLst>
            <pc:docMk/>
            <pc:sldMk cId="741071175" sldId="270"/>
            <ac:spMk id="29" creationId="{545D489D-16E1-484D-867B-144368D74B83}"/>
          </ac:spMkLst>
        </pc:spChg>
        <pc:spChg chg="add del">
          <ac:chgData name="Marie Chris Soque" userId="9ebdbcbf79932a9a" providerId="LiveId" clId="{E36846E2-A7F3-4EFD-BC2E-18C899147A2C}" dt="2020-04-08T00:50:44.152" v="3441" actId="26606"/>
          <ac:spMkLst>
            <pc:docMk/>
            <pc:sldMk cId="741071175" sldId="270"/>
            <ac:spMk id="31" creationId="{49A496F5-B01E-4BF8-9D1E-C4E53B6F9652}"/>
          </ac:spMkLst>
        </pc:spChg>
        <pc:spChg chg="add del">
          <ac:chgData name="Marie Chris Soque" userId="9ebdbcbf79932a9a" providerId="LiveId" clId="{E36846E2-A7F3-4EFD-BC2E-18C899147A2C}" dt="2020-04-08T00:50:44.152" v="3441" actId="26606"/>
          <ac:spMkLst>
            <pc:docMk/>
            <pc:sldMk cId="741071175" sldId="270"/>
            <ac:spMk id="33" creationId="{6E895C8D-1379-40B8-8B1B-B6F5AEAF0A6C}"/>
          </ac:spMkLst>
        </pc:spChg>
        <pc:grpChg chg="add del">
          <ac:chgData name="Marie Chris Soque" userId="9ebdbcbf79932a9a" providerId="LiveId" clId="{E36846E2-A7F3-4EFD-BC2E-18C899147A2C}" dt="2020-04-08T00:49:49.026" v="3436" actId="26606"/>
          <ac:grpSpMkLst>
            <pc:docMk/>
            <pc:sldMk cId="741071175" sldId="270"/>
            <ac:grpSpMk id="11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0:49:55.857" v="3438" actId="26606"/>
          <ac:grpSpMkLst>
            <pc:docMk/>
            <pc:sldMk cId="741071175" sldId="270"/>
            <ac:grpSpMk id="16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0:50:52.675" v="3444" actId="26606"/>
          <ac:grpSpMkLst>
            <pc:docMk/>
            <pc:sldMk cId="741071175" sldId="270"/>
            <ac:grpSpMk id="23" creationId="{DC718002-279E-427A-9DA1-FB94940DE12F}"/>
          </ac:grpSpMkLst>
        </pc:grpChg>
        <pc:graphicFrameChg chg="add mod modGraphic">
          <ac:chgData name="Marie Chris Soque" userId="9ebdbcbf79932a9a" providerId="LiveId" clId="{E36846E2-A7F3-4EFD-BC2E-18C899147A2C}" dt="2020-04-08T00:51:16.800" v="3448" actId="14100"/>
          <ac:graphicFrameMkLst>
            <pc:docMk/>
            <pc:sldMk cId="741071175" sldId="270"/>
            <ac:graphicFrameMk id="4" creationId="{1D4B0336-49B8-4E98-B416-31EDD2090E93}"/>
          </ac:graphicFrameMkLst>
        </pc:graphicFrameChg>
        <pc:cxnChg chg="add del">
          <ac:chgData name="Marie Chris Soque" userId="9ebdbcbf79932a9a" providerId="LiveId" clId="{E36846E2-A7F3-4EFD-BC2E-18C899147A2C}" dt="2020-04-08T00:50:52.675" v="3444" actId="26606"/>
          <ac:cxnSpMkLst>
            <pc:docMk/>
            <pc:sldMk cId="741071175" sldId="270"/>
            <ac:cxnSpMk id="13" creationId="{DF3224AF-B899-44E2-A5C0-BA9387F5F94E}"/>
          </ac:cxnSpMkLst>
        </pc:cxnChg>
        <pc:cxnChg chg="add del">
          <ac:chgData name="Marie Chris Soque" userId="9ebdbcbf79932a9a" providerId="LiveId" clId="{E36846E2-A7F3-4EFD-BC2E-18C899147A2C}" dt="2020-04-08T00:50:52.675" v="3444" actId="26606"/>
          <ac:cxnSpMkLst>
            <pc:docMk/>
            <pc:sldMk cId="741071175" sldId="270"/>
            <ac:cxnSpMk id="22" creationId="{8E1323D1-1DCB-481A-AEA7-F9BBC4E173AC}"/>
          </ac:cxnSpMkLst>
        </pc:cxnChg>
      </pc:sldChg>
      <pc:sldChg chg="add del">
        <pc:chgData name="Marie Chris Soque" userId="9ebdbcbf79932a9a" providerId="LiveId" clId="{E36846E2-A7F3-4EFD-BC2E-18C899147A2C}" dt="2020-04-08T00:52:34.737" v="3453" actId="47"/>
        <pc:sldMkLst>
          <pc:docMk/>
          <pc:sldMk cId="121574239" sldId="271"/>
        </pc:sldMkLst>
      </pc:sldChg>
      <pc:sldChg chg="modSp add ord">
        <pc:chgData name="Marie Chris Soque" userId="9ebdbcbf79932a9a" providerId="LiveId" clId="{E36846E2-A7F3-4EFD-BC2E-18C899147A2C}" dt="2020-04-08T00:52:40.904" v="3457" actId="20577"/>
        <pc:sldMkLst>
          <pc:docMk/>
          <pc:sldMk cId="4282641707" sldId="272"/>
        </pc:sldMkLst>
        <pc:spChg chg="mod">
          <ac:chgData name="Marie Chris Soque" userId="9ebdbcbf79932a9a" providerId="LiveId" clId="{E36846E2-A7F3-4EFD-BC2E-18C899147A2C}" dt="2020-04-08T00:52:38.879" v="3455" actId="20577"/>
          <ac:spMkLst>
            <pc:docMk/>
            <pc:sldMk cId="4282641707" sldId="272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0:52:40.904" v="3457" actId="20577"/>
          <ac:spMkLst>
            <pc:docMk/>
            <pc:sldMk cId="4282641707" sldId="272"/>
            <ac:spMk id="3" creationId="{1040C2EB-69A2-43FE-875B-BD02C0C4F430}"/>
          </ac:spMkLst>
        </pc:spChg>
      </pc:sldChg>
      <pc:sldChg chg="addSp delSp modSp add mod setBg">
        <pc:chgData name="Marie Chris Soque" userId="9ebdbcbf79932a9a" providerId="LiveId" clId="{E36846E2-A7F3-4EFD-BC2E-18C899147A2C}" dt="2020-04-08T01:25:59.275" v="5496" actId="6549"/>
        <pc:sldMkLst>
          <pc:docMk/>
          <pc:sldMk cId="1502370547" sldId="273"/>
        </pc:sldMkLst>
        <pc:spChg chg="mod">
          <ac:chgData name="Marie Chris Soque" userId="9ebdbcbf79932a9a" providerId="LiveId" clId="{E36846E2-A7F3-4EFD-BC2E-18C899147A2C}" dt="2020-04-08T01:25:59.275" v="5496" actId="6549"/>
          <ac:spMkLst>
            <pc:docMk/>
            <pc:sldMk cId="1502370547" sldId="273"/>
            <ac:spMk id="2" creationId="{1DCF3243-7221-4C71-BA12-6924E9F4CDBF}"/>
          </ac:spMkLst>
        </pc:spChg>
        <pc:spChg chg="del">
          <ac:chgData name="Marie Chris Soque" userId="9ebdbcbf79932a9a" providerId="LiveId" clId="{E36846E2-A7F3-4EFD-BC2E-18C899147A2C}" dt="2020-04-08T00:55:56.470" v="3549" actId="478"/>
          <ac:spMkLst>
            <pc:docMk/>
            <pc:sldMk cId="1502370547" sldId="273"/>
            <ac:spMk id="3" creationId="{14DBEB8C-D8A2-4F25-8687-D3E00BD5235B}"/>
          </ac:spMkLst>
        </pc:spChg>
        <pc:spChg chg="add mod">
          <ac:chgData name="Marie Chris Soque" userId="9ebdbcbf79932a9a" providerId="LiveId" clId="{E36846E2-A7F3-4EFD-BC2E-18C899147A2C}" dt="2020-04-08T01:12:17.831" v="4579" actId="1076"/>
          <ac:spMkLst>
            <pc:docMk/>
            <pc:sldMk cId="1502370547" sldId="273"/>
            <ac:spMk id="7" creationId="{B5E6A2CB-1E5C-4470-8AD2-FB7ACD7104B9}"/>
          </ac:spMkLst>
        </pc:spChg>
        <pc:spChg chg="add del">
          <ac:chgData name="Marie Chris Soque" userId="9ebdbcbf79932a9a" providerId="LiveId" clId="{E36846E2-A7F3-4EFD-BC2E-18C899147A2C}" dt="2020-04-08T01:10:14.749" v="4500" actId="26606"/>
          <ac:spMkLst>
            <pc:docMk/>
            <pc:sldMk cId="1502370547" sldId="273"/>
            <ac:spMk id="10" creationId="{D4D28E87-62D2-4602-B72F-5F74AA236CC3}"/>
          </ac:spMkLst>
        </pc:spChg>
        <pc:graphicFrameChg chg="add del mod">
          <ac:chgData name="Marie Chris Soque" userId="9ebdbcbf79932a9a" providerId="LiveId" clId="{E36846E2-A7F3-4EFD-BC2E-18C899147A2C}" dt="2020-04-08T00:56:38.990" v="3552" actId="478"/>
          <ac:graphicFrameMkLst>
            <pc:docMk/>
            <pc:sldMk cId="1502370547" sldId="273"/>
            <ac:graphicFrameMk id="4" creationId="{1C8AC583-216F-4C95-8A19-FF31B882816B}"/>
          </ac:graphicFrameMkLst>
        </pc:graphicFrameChg>
        <pc:graphicFrameChg chg="add mod modGraphic">
          <ac:chgData name="Marie Chris Soque" userId="9ebdbcbf79932a9a" providerId="LiveId" clId="{E36846E2-A7F3-4EFD-BC2E-18C899147A2C}" dt="2020-04-08T01:13:18.234" v="4584" actId="403"/>
          <ac:graphicFrameMkLst>
            <pc:docMk/>
            <pc:sldMk cId="1502370547" sldId="273"/>
            <ac:graphicFrameMk id="5" creationId="{02F5D087-754C-4E27-B1F7-0C64F063CAB8}"/>
          </ac:graphicFrameMkLst>
        </pc:graphicFrameChg>
      </pc:sldChg>
      <pc:sldChg chg="modSp add">
        <pc:chgData name="Marie Chris Soque" userId="9ebdbcbf79932a9a" providerId="LiveId" clId="{E36846E2-A7F3-4EFD-BC2E-18C899147A2C}" dt="2020-04-08T01:26:06.046" v="5497" actId="6549"/>
        <pc:sldMkLst>
          <pc:docMk/>
          <pc:sldMk cId="1335319911" sldId="274"/>
        </pc:sldMkLst>
        <pc:spChg chg="mod">
          <ac:chgData name="Marie Chris Soque" userId="9ebdbcbf79932a9a" providerId="LiveId" clId="{E36846E2-A7F3-4EFD-BC2E-18C899147A2C}" dt="2020-04-08T01:26:06.046" v="5497" actId="6549"/>
          <ac:spMkLst>
            <pc:docMk/>
            <pc:sldMk cId="1335319911" sldId="274"/>
            <ac:spMk id="2" creationId="{1DCF3243-7221-4C71-BA12-6924E9F4CDBF}"/>
          </ac:spMkLst>
        </pc:spChg>
        <pc:graphicFrameChg chg="modGraphic">
          <ac:chgData name="Marie Chris Soque" userId="9ebdbcbf79932a9a" providerId="LiveId" clId="{E36846E2-A7F3-4EFD-BC2E-18C899147A2C}" dt="2020-04-08T01:19:46.628" v="5432" actId="20577"/>
          <ac:graphicFrameMkLst>
            <pc:docMk/>
            <pc:sldMk cId="1335319911" sldId="274"/>
            <ac:graphicFrameMk id="5" creationId="{02F5D087-754C-4E27-B1F7-0C64F063CAB8}"/>
          </ac:graphicFrameMkLst>
        </pc:graphicFrameChg>
      </pc:sldChg>
      <pc:sldChg chg="addSp delSp modSp add mod setBg">
        <pc:chgData name="Marie Chris Soque" userId="9ebdbcbf79932a9a" providerId="LiveId" clId="{E36846E2-A7F3-4EFD-BC2E-18C899147A2C}" dt="2020-04-08T01:27:44.978" v="5517" actId="20577"/>
        <pc:sldMkLst>
          <pc:docMk/>
          <pc:sldMk cId="3244895613" sldId="275"/>
        </pc:sldMkLst>
        <pc:spChg chg="mod">
          <ac:chgData name="Marie Chris Soque" userId="9ebdbcbf79932a9a" providerId="LiveId" clId="{E36846E2-A7F3-4EFD-BC2E-18C899147A2C}" dt="2020-04-08T01:22:05.082" v="5472" actId="26606"/>
          <ac:spMkLst>
            <pc:docMk/>
            <pc:sldMk cId="3244895613" sldId="275"/>
            <ac:spMk id="2" creationId="{BBBF0A55-9B98-4C92-9984-230EEAB671DA}"/>
          </ac:spMkLst>
        </pc:spChg>
        <pc:spChg chg="del">
          <ac:chgData name="Marie Chris Soque" userId="9ebdbcbf79932a9a" providerId="LiveId" clId="{E36846E2-A7F3-4EFD-BC2E-18C899147A2C}" dt="2020-04-08T01:21:24.667" v="5463" actId="478"/>
          <ac:spMkLst>
            <pc:docMk/>
            <pc:sldMk cId="3244895613" sldId="275"/>
            <ac:spMk id="3" creationId="{CD1A4810-9D32-42B8-984C-2DBAD624D690}"/>
          </ac:spMkLst>
        </pc:spChg>
        <pc:spChg chg="add mod">
          <ac:chgData name="Marie Chris Soque" userId="9ebdbcbf79932a9a" providerId="LiveId" clId="{E36846E2-A7F3-4EFD-BC2E-18C899147A2C}" dt="2020-04-08T01:27:44.978" v="5517" actId="20577"/>
          <ac:spMkLst>
            <pc:docMk/>
            <pc:sldMk cId="3244895613" sldId="275"/>
            <ac:spMk id="5" creationId="{E405779E-43C9-4B97-A695-EB28A1A02065}"/>
          </ac:spMkLst>
        </pc:spChg>
        <pc:picChg chg="add mod modCrop">
          <ac:chgData name="Marie Chris Soque" userId="9ebdbcbf79932a9a" providerId="LiveId" clId="{E36846E2-A7F3-4EFD-BC2E-18C899147A2C}" dt="2020-04-08T01:22:47.900" v="5478" actId="1076"/>
          <ac:picMkLst>
            <pc:docMk/>
            <pc:sldMk cId="3244895613" sldId="275"/>
            <ac:picMk id="4" creationId="{B4753D22-00C9-4BDE-8647-10F5B829FAFF}"/>
          </ac:picMkLst>
        </pc:picChg>
      </pc:sldChg>
      <pc:sldChg chg="addSp delSp modSp add">
        <pc:chgData name="Marie Chris Soque" userId="9ebdbcbf79932a9a" providerId="LiveId" clId="{E36846E2-A7F3-4EFD-BC2E-18C899147A2C}" dt="2020-04-08T01:32:42.583" v="5799" actId="1076"/>
        <pc:sldMkLst>
          <pc:docMk/>
          <pc:sldMk cId="1817686908" sldId="276"/>
        </pc:sldMkLst>
        <pc:spChg chg="mod">
          <ac:chgData name="Marie Chris Soque" userId="9ebdbcbf79932a9a" providerId="LiveId" clId="{E36846E2-A7F3-4EFD-BC2E-18C899147A2C}" dt="2020-04-08T01:28:46.635" v="5546" actId="20577"/>
          <ac:spMkLst>
            <pc:docMk/>
            <pc:sldMk cId="1817686908" sldId="276"/>
            <ac:spMk id="2" creationId="{0385307A-9389-49E7-8CB0-72BCEAE1ADF3}"/>
          </ac:spMkLst>
        </pc:spChg>
        <pc:spChg chg="del">
          <ac:chgData name="Marie Chris Soque" userId="9ebdbcbf79932a9a" providerId="LiveId" clId="{E36846E2-A7F3-4EFD-BC2E-18C899147A2C}" dt="2020-04-08T01:28:50.383" v="5547" actId="478"/>
          <ac:spMkLst>
            <pc:docMk/>
            <pc:sldMk cId="1817686908" sldId="276"/>
            <ac:spMk id="3" creationId="{677B64D0-1FB2-4BB4-BCF2-3242C4BA895C}"/>
          </ac:spMkLst>
        </pc:spChg>
        <pc:spChg chg="add mod">
          <ac:chgData name="Marie Chris Soque" userId="9ebdbcbf79932a9a" providerId="LiveId" clId="{E36846E2-A7F3-4EFD-BC2E-18C899147A2C}" dt="2020-04-08T01:32:42.583" v="5799" actId="1076"/>
          <ac:spMkLst>
            <pc:docMk/>
            <pc:sldMk cId="1817686908" sldId="276"/>
            <ac:spMk id="5" creationId="{7B9C67A6-FB8C-4FEF-84CA-5D3597854DBC}"/>
          </ac:spMkLst>
        </pc:spChg>
        <pc:picChg chg="add mod modCrop">
          <ac:chgData name="Marie Chris Soque" userId="9ebdbcbf79932a9a" providerId="LiveId" clId="{E36846E2-A7F3-4EFD-BC2E-18C899147A2C}" dt="2020-04-08T01:31:30.859" v="5562" actId="1076"/>
          <ac:picMkLst>
            <pc:docMk/>
            <pc:sldMk cId="1817686908" sldId="276"/>
            <ac:picMk id="4" creationId="{308A0991-91B5-4FFF-AAC7-6BBED847DC6D}"/>
          </ac:picMkLst>
        </pc:picChg>
      </pc:sldChg>
      <pc:sldChg chg="addSp delSp modSp add">
        <pc:chgData name="Marie Chris Soque" userId="9ebdbcbf79932a9a" providerId="LiveId" clId="{E36846E2-A7F3-4EFD-BC2E-18C899147A2C}" dt="2020-04-08T01:35:58.904" v="6016" actId="1076"/>
        <pc:sldMkLst>
          <pc:docMk/>
          <pc:sldMk cId="305625882" sldId="277"/>
        </pc:sldMkLst>
        <pc:spChg chg="mod">
          <ac:chgData name="Marie Chris Soque" userId="9ebdbcbf79932a9a" providerId="LiveId" clId="{E36846E2-A7F3-4EFD-BC2E-18C899147A2C}" dt="2020-04-08T01:33:43.782" v="5801"/>
          <ac:spMkLst>
            <pc:docMk/>
            <pc:sldMk cId="305625882" sldId="277"/>
            <ac:spMk id="2" creationId="{A4B47E1F-67DA-41AA-9E50-625955334C13}"/>
          </ac:spMkLst>
        </pc:spChg>
        <pc:spChg chg="del">
          <ac:chgData name="Marie Chris Soque" userId="9ebdbcbf79932a9a" providerId="LiveId" clId="{E36846E2-A7F3-4EFD-BC2E-18C899147A2C}" dt="2020-04-08T01:33:45.946" v="5802" actId="478"/>
          <ac:spMkLst>
            <pc:docMk/>
            <pc:sldMk cId="305625882" sldId="277"/>
            <ac:spMk id="3" creationId="{4880261B-2550-4BBE-BBD6-A2FB9CFEE20E}"/>
          </ac:spMkLst>
        </pc:spChg>
        <pc:spChg chg="add mod">
          <ac:chgData name="Marie Chris Soque" userId="9ebdbcbf79932a9a" providerId="LiveId" clId="{E36846E2-A7F3-4EFD-BC2E-18C899147A2C}" dt="2020-04-08T01:35:58.904" v="6016" actId="1076"/>
          <ac:spMkLst>
            <pc:docMk/>
            <pc:sldMk cId="305625882" sldId="277"/>
            <ac:spMk id="5" creationId="{88E3C62C-8DD1-4161-B6CA-09F664194EF4}"/>
          </ac:spMkLst>
        </pc:spChg>
        <pc:picChg chg="add mod modCrop">
          <ac:chgData name="Marie Chris Soque" userId="9ebdbcbf79932a9a" providerId="LiveId" clId="{E36846E2-A7F3-4EFD-BC2E-18C899147A2C}" dt="2020-04-08T01:34:44.319" v="5812" actId="14100"/>
          <ac:picMkLst>
            <pc:docMk/>
            <pc:sldMk cId="305625882" sldId="277"/>
            <ac:picMk id="4" creationId="{4DC5524C-AC22-4346-8A0F-BB10EB062E9C}"/>
          </ac:picMkLst>
        </pc:picChg>
      </pc:sldChg>
      <pc:sldChg chg="addSp delSp modSp add mod setBg">
        <pc:chgData name="Marie Chris Soque" userId="9ebdbcbf79932a9a" providerId="LiveId" clId="{E36846E2-A7F3-4EFD-BC2E-18C899147A2C}" dt="2020-04-08T01:46:45.350" v="6108" actId="403"/>
        <pc:sldMkLst>
          <pc:docMk/>
          <pc:sldMk cId="803293101" sldId="278"/>
        </pc:sldMkLst>
        <pc:spChg chg="mod">
          <ac:chgData name="Marie Chris Soque" userId="9ebdbcbf79932a9a" providerId="LiveId" clId="{E36846E2-A7F3-4EFD-BC2E-18C899147A2C}" dt="2020-04-08T01:46:45.350" v="6108" actId="403"/>
          <ac:spMkLst>
            <pc:docMk/>
            <pc:sldMk cId="803293101" sldId="278"/>
            <ac:spMk id="2" creationId="{50BAA889-5671-4C64-A5D5-1C068164AD47}"/>
          </ac:spMkLst>
        </pc:spChg>
        <pc:spChg chg="add del mod">
          <ac:chgData name="Marie Chris Soque" userId="9ebdbcbf79932a9a" providerId="LiveId" clId="{E36846E2-A7F3-4EFD-BC2E-18C899147A2C}" dt="2020-04-08T01:45:54.160" v="6072" actId="26606"/>
          <ac:spMkLst>
            <pc:docMk/>
            <pc:sldMk cId="803293101" sldId="278"/>
            <ac:spMk id="3" creationId="{4BB4BC98-92AC-4282-B2A5-A01B3FB9874A}"/>
          </ac:spMkLst>
        </pc:spChg>
        <pc:spChg chg="add mod">
          <ac:chgData name="Marie Chris Soque" userId="9ebdbcbf79932a9a" providerId="LiveId" clId="{E36846E2-A7F3-4EFD-BC2E-18C899147A2C}" dt="2020-04-08T01:46:36.144" v="6100" actId="403"/>
          <ac:spMkLst>
            <pc:docMk/>
            <pc:sldMk cId="803293101" sldId="278"/>
            <ac:spMk id="8" creationId="{4BB4BC98-92AC-4282-B2A5-A01B3FB9874A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10" creationId="{1CD81A2A-6ED4-4EF4-A14C-912D31E14800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12" creationId="{1661932C-CA15-4E17-B115-FAE7CBEE4789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14" creationId="{8590ADD5-9383-4D3D-9047-3DA2593CCB5D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16" creationId="{DABE3E45-88CF-45D8-8D40-C773324D93F6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20" creationId="{B91ECDA9-56DC-4270-8F33-01C5637B8CEB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22" creationId="{75F47824-961D-465D-84F9-EAE11BC6173B}"/>
          </ac:spMkLst>
        </pc:spChg>
        <pc:spChg chg="add del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24" creationId="{FEC9DA3E-C1D7-472D-B7C0-F71AE41FBA23}"/>
          </ac:spMkLst>
        </pc:spChg>
        <pc:spChg chg="add del">
          <ac:chgData name="Marie Chris Soque" userId="9ebdbcbf79932a9a" providerId="LiveId" clId="{E36846E2-A7F3-4EFD-BC2E-18C899147A2C}" dt="2020-04-08T01:46:31.839" v="6092" actId="26606"/>
          <ac:spMkLst>
            <pc:docMk/>
            <pc:sldMk cId="803293101" sldId="278"/>
            <ac:spMk id="29" creationId="{AFA67CD3-AB4E-4A7A-BEB8-53C445D8C44E}"/>
          </ac:spMkLst>
        </pc:spChg>
        <pc:spChg chg="add del">
          <ac:chgData name="Marie Chris Soque" userId="9ebdbcbf79932a9a" providerId="LiveId" clId="{E36846E2-A7F3-4EFD-BC2E-18C899147A2C}" dt="2020-04-08T01:46:31.839" v="6092" actId="26606"/>
          <ac:spMkLst>
            <pc:docMk/>
            <pc:sldMk cId="803293101" sldId="278"/>
            <ac:spMk id="33" creationId="{339C8D78-A644-462F-B674-F440635E5353}"/>
          </ac:spMkLst>
        </pc:spChg>
        <pc:spChg chg="add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38" creationId="{2B566528-1B12-4246-9431-5C2D7D081168}"/>
          </ac:spMkLst>
        </pc:spChg>
        <pc:spChg chg="add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39" creationId="{D3F51FEB-38FB-4F6C-9F7B-2F2AFAB65463}"/>
          </ac:spMkLst>
        </pc:spChg>
        <pc:spChg chg="add">
          <ac:chgData name="Marie Chris Soque" userId="9ebdbcbf79932a9a" providerId="LiveId" clId="{E36846E2-A7F3-4EFD-BC2E-18C899147A2C}" dt="2020-04-08T01:46:31.871" v="6093" actId="26606"/>
          <ac:spMkLst>
            <pc:docMk/>
            <pc:sldMk cId="803293101" sldId="278"/>
            <ac:spMk id="40" creationId="{1E547BA6-BAE0-43BB-A7CA-60F69CE252F0}"/>
          </ac:spMkLst>
        </pc:spChg>
        <pc:grpChg chg="add">
          <ac:chgData name="Marie Chris Soque" userId="9ebdbcbf79932a9a" providerId="LiveId" clId="{E36846E2-A7F3-4EFD-BC2E-18C899147A2C}" dt="2020-04-08T01:46:31.871" v="6093" actId="26606"/>
          <ac:grpSpMkLst>
            <pc:docMk/>
            <pc:sldMk cId="803293101" sldId="278"/>
            <ac:grpSpMk id="35" creationId="{912209CB-3E4C-43AE-B507-08269FAE89F5}"/>
          </ac:grpSpMkLst>
        </pc:grpChg>
        <pc:graphicFrameChg chg="add del">
          <ac:chgData name="Marie Chris Soque" userId="9ebdbcbf79932a9a" providerId="LiveId" clId="{E36846E2-A7F3-4EFD-BC2E-18C899147A2C}" dt="2020-04-08T01:45:54.082" v="6071" actId="26606"/>
          <ac:graphicFrameMkLst>
            <pc:docMk/>
            <pc:sldMk cId="803293101" sldId="278"/>
            <ac:graphicFrameMk id="5" creationId="{4413EEEE-A71C-4881-AE8D-5BA26CBF3F13}"/>
          </ac:graphicFrameMkLst>
        </pc:graphicFrameChg>
        <pc:picChg chg="add mod">
          <ac:chgData name="Marie Chris Soque" userId="9ebdbcbf79932a9a" providerId="LiveId" clId="{E36846E2-A7F3-4EFD-BC2E-18C899147A2C}" dt="2020-04-08T01:46:31.871" v="6093" actId="26606"/>
          <ac:picMkLst>
            <pc:docMk/>
            <pc:sldMk cId="803293101" sldId="278"/>
            <ac:picMk id="7" creationId="{EE726BF7-5DB7-4233-89A5-21295DAE0A3E}"/>
          </ac:picMkLst>
        </pc:picChg>
        <pc:picChg chg="add del">
          <ac:chgData name="Marie Chris Soque" userId="9ebdbcbf79932a9a" providerId="LiveId" clId="{E36846E2-A7F3-4EFD-BC2E-18C899147A2C}" dt="2020-04-08T01:46:31.839" v="6092" actId="26606"/>
          <ac:picMkLst>
            <pc:docMk/>
            <pc:sldMk cId="803293101" sldId="278"/>
            <ac:picMk id="31" creationId="{07CF545F-9C2E-4446-97CD-AD92990C2B68}"/>
          </ac:picMkLst>
        </pc:picChg>
        <pc:cxnChg chg="add del">
          <ac:chgData name="Marie Chris Soque" userId="9ebdbcbf79932a9a" providerId="LiveId" clId="{E36846E2-A7F3-4EFD-BC2E-18C899147A2C}" dt="2020-04-08T01:46:31.871" v="6093" actId="26606"/>
          <ac:cxnSpMkLst>
            <pc:docMk/>
            <pc:sldMk cId="803293101" sldId="278"/>
            <ac:cxnSpMk id="18" creationId="{49CD1692-827B-4C8D-B4A1-134FD04CF45C}"/>
          </ac:cxnSpMkLst>
        </pc:cxnChg>
      </pc:sldChg>
      <pc:sldChg chg="modSp add ord">
        <pc:chgData name="Marie Chris Soque" userId="9ebdbcbf79932a9a" providerId="LiveId" clId="{E36846E2-A7F3-4EFD-BC2E-18C899147A2C}" dt="2020-04-08T01:38:04.315" v="6024" actId="20577"/>
        <pc:sldMkLst>
          <pc:docMk/>
          <pc:sldMk cId="2868969344" sldId="279"/>
        </pc:sldMkLst>
        <pc:spChg chg="mod">
          <ac:chgData name="Marie Chris Soque" userId="9ebdbcbf79932a9a" providerId="LiveId" clId="{E36846E2-A7F3-4EFD-BC2E-18C899147A2C}" dt="2020-04-08T01:38:02.584" v="6022" actId="20577"/>
          <ac:spMkLst>
            <pc:docMk/>
            <pc:sldMk cId="2868969344" sldId="279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1:38:04.315" v="6024" actId="20577"/>
          <ac:spMkLst>
            <pc:docMk/>
            <pc:sldMk cId="2868969344" sldId="279"/>
            <ac:spMk id="3" creationId="{1040C2EB-69A2-43FE-875B-BD02C0C4F430}"/>
          </ac:spMkLst>
        </pc:spChg>
      </pc:sldChg>
      <pc:sldChg chg="addSp delSp modSp add">
        <pc:chgData name="Marie Chris Soque" userId="9ebdbcbf79932a9a" providerId="LiveId" clId="{E36846E2-A7F3-4EFD-BC2E-18C899147A2C}" dt="2020-04-08T02:01:25.680" v="6278" actId="20577"/>
        <pc:sldMkLst>
          <pc:docMk/>
          <pc:sldMk cId="3618706236" sldId="280"/>
        </pc:sldMkLst>
        <pc:spChg chg="mod">
          <ac:chgData name="Marie Chris Soque" userId="9ebdbcbf79932a9a" providerId="LiveId" clId="{E36846E2-A7F3-4EFD-BC2E-18C899147A2C}" dt="2020-04-08T02:01:25.680" v="6278" actId="20577"/>
          <ac:spMkLst>
            <pc:docMk/>
            <pc:sldMk cId="3618706236" sldId="280"/>
            <ac:spMk id="2" creationId="{066D3804-A246-401B-B1C3-C67F3CDE6F28}"/>
          </ac:spMkLst>
        </pc:spChg>
        <pc:spChg chg="del">
          <ac:chgData name="Marie Chris Soque" userId="9ebdbcbf79932a9a" providerId="LiveId" clId="{E36846E2-A7F3-4EFD-BC2E-18C899147A2C}" dt="2020-04-08T01:47:14.443" v="6149" actId="478"/>
          <ac:spMkLst>
            <pc:docMk/>
            <pc:sldMk cId="3618706236" sldId="280"/>
            <ac:spMk id="3" creationId="{831A9CF4-8D98-4EB0-B9F4-2EE2D05140A0}"/>
          </ac:spMkLst>
        </pc:spChg>
        <pc:picChg chg="add mod modCrop">
          <ac:chgData name="Marie Chris Soque" userId="9ebdbcbf79932a9a" providerId="LiveId" clId="{E36846E2-A7F3-4EFD-BC2E-18C899147A2C}" dt="2020-04-08T01:50:16.491" v="6165" actId="1076"/>
          <ac:picMkLst>
            <pc:docMk/>
            <pc:sldMk cId="3618706236" sldId="280"/>
            <ac:picMk id="4" creationId="{59EC14E3-D370-4D29-A25F-83E73449D883}"/>
          </ac:picMkLst>
        </pc:picChg>
      </pc:sldChg>
      <pc:sldChg chg="addSp delSp modSp add">
        <pc:chgData name="Marie Chris Soque" userId="9ebdbcbf79932a9a" providerId="LiveId" clId="{E36846E2-A7F3-4EFD-BC2E-18C899147A2C}" dt="2020-04-08T02:01:15.482" v="6269" actId="20577"/>
        <pc:sldMkLst>
          <pc:docMk/>
          <pc:sldMk cId="2226941669" sldId="281"/>
        </pc:sldMkLst>
        <pc:spChg chg="mod">
          <ac:chgData name="Marie Chris Soque" userId="9ebdbcbf79932a9a" providerId="LiveId" clId="{E36846E2-A7F3-4EFD-BC2E-18C899147A2C}" dt="2020-04-08T02:01:15.482" v="6269" actId="20577"/>
          <ac:spMkLst>
            <pc:docMk/>
            <pc:sldMk cId="2226941669" sldId="281"/>
            <ac:spMk id="2" creationId="{E7BFC9EF-277E-4649-AD1A-508552B051C1}"/>
          </ac:spMkLst>
        </pc:spChg>
        <pc:spChg chg="del">
          <ac:chgData name="Marie Chris Soque" userId="9ebdbcbf79932a9a" providerId="LiveId" clId="{E36846E2-A7F3-4EFD-BC2E-18C899147A2C}" dt="2020-04-08T01:52:14.241" v="6208" actId="478"/>
          <ac:spMkLst>
            <pc:docMk/>
            <pc:sldMk cId="2226941669" sldId="281"/>
            <ac:spMk id="3" creationId="{8B9CB0B2-FCE8-4D9D-8D57-16779DC4B0F6}"/>
          </ac:spMkLst>
        </pc:spChg>
        <pc:spChg chg="add mod">
          <ac:chgData name="Marie Chris Soque" userId="9ebdbcbf79932a9a" providerId="LiveId" clId="{E36846E2-A7F3-4EFD-BC2E-18C899147A2C}" dt="2020-04-08T01:55:16.195" v="6258" actId="20577"/>
          <ac:spMkLst>
            <pc:docMk/>
            <pc:sldMk cId="2226941669" sldId="281"/>
            <ac:spMk id="5" creationId="{DCF4011D-3B47-48B9-9CFC-084852EDA203}"/>
          </ac:spMkLst>
        </pc:spChg>
        <pc:picChg chg="add mod modCrop">
          <ac:chgData name="Marie Chris Soque" userId="9ebdbcbf79932a9a" providerId="LiveId" clId="{E36846E2-A7F3-4EFD-BC2E-18C899147A2C}" dt="2020-04-08T01:55:07.806" v="6257" actId="1076"/>
          <ac:picMkLst>
            <pc:docMk/>
            <pc:sldMk cId="2226941669" sldId="281"/>
            <ac:picMk id="4" creationId="{3F13AB78-DC46-4C57-8891-6D387F8E669C}"/>
          </ac:picMkLst>
        </pc:picChg>
      </pc:sldChg>
      <pc:sldChg chg="addSp delSp modSp add mod setBg">
        <pc:chgData name="Marie Chris Soque" userId="9ebdbcbf79932a9a" providerId="LiveId" clId="{E36846E2-A7F3-4EFD-BC2E-18C899147A2C}" dt="2020-04-08T02:26:15.981" v="6902" actId="1076"/>
        <pc:sldMkLst>
          <pc:docMk/>
          <pc:sldMk cId="3124155461" sldId="282"/>
        </pc:sldMkLst>
        <pc:spChg chg="mod">
          <ac:chgData name="Marie Chris Soque" userId="9ebdbcbf79932a9a" providerId="LiveId" clId="{E36846E2-A7F3-4EFD-BC2E-18C899147A2C}" dt="2020-04-08T02:04:22.498" v="6431" actId="26606"/>
          <ac:spMkLst>
            <pc:docMk/>
            <pc:sldMk cId="3124155461" sldId="282"/>
            <ac:spMk id="2" creationId="{EC083A4D-8EA0-4D2F-A65B-9CD36EAA7E90}"/>
          </ac:spMkLst>
        </pc:spChg>
        <pc:spChg chg="del mod">
          <ac:chgData name="Marie Chris Soque" userId="9ebdbcbf79932a9a" providerId="LiveId" clId="{E36846E2-A7F3-4EFD-BC2E-18C899147A2C}" dt="2020-04-08T02:04:22.498" v="6431" actId="26606"/>
          <ac:spMkLst>
            <pc:docMk/>
            <pc:sldMk cId="3124155461" sldId="282"/>
            <ac:spMk id="3" creationId="{411D57CE-B5FA-4C40-8292-F191468B5A15}"/>
          </ac:spMkLst>
        </pc:spChg>
        <pc:spChg chg="add mod">
          <ac:chgData name="Marie Chris Soque" userId="9ebdbcbf79932a9a" providerId="LiveId" clId="{E36846E2-A7F3-4EFD-BC2E-18C899147A2C}" dt="2020-04-08T02:26:15.981" v="6902" actId="1076"/>
          <ac:spMkLst>
            <pc:docMk/>
            <pc:sldMk cId="3124155461" sldId="282"/>
            <ac:spMk id="4" creationId="{1A85B1E6-AED6-4E7B-9140-A25DA5D4C1A9}"/>
          </ac:spMkLst>
        </pc:spChg>
        <pc:spChg chg="add mod">
          <ac:chgData name="Marie Chris Soque" userId="9ebdbcbf79932a9a" providerId="LiveId" clId="{E36846E2-A7F3-4EFD-BC2E-18C899147A2C}" dt="2020-04-08T02:26:05.964" v="6901" actId="1076"/>
          <ac:spMkLst>
            <pc:docMk/>
            <pc:sldMk cId="3124155461" sldId="282"/>
            <ac:spMk id="6" creationId="{75CDB4FE-9E42-4522-B414-E14D8080D55F}"/>
          </ac:spMkLst>
        </pc:spChg>
        <pc:spChg chg="add del">
          <ac:chgData name="Marie Chris Soque" userId="9ebdbcbf79932a9a" providerId="LiveId" clId="{E36846E2-A7F3-4EFD-BC2E-18C899147A2C}" dt="2020-04-08T02:04:33.186" v="6434" actId="26606"/>
          <ac:spMkLst>
            <pc:docMk/>
            <pc:sldMk cId="3124155461" sldId="282"/>
            <ac:spMk id="10" creationId="{122F9423-F4B1-45D4-8445-E9991ECCBCCF}"/>
          </ac:spMkLst>
        </pc:spChg>
        <pc:spChg chg="add">
          <ac:chgData name="Marie Chris Soque" userId="9ebdbcbf79932a9a" providerId="LiveId" clId="{E36846E2-A7F3-4EFD-BC2E-18C899147A2C}" dt="2020-04-08T02:04:33.186" v="6434" actId="26606"/>
          <ac:spMkLst>
            <pc:docMk/>
            <pc:sldMk cId="3124155461" sldId="282"/>
            <ac:spMk id="19" creationId="{122F9423-F4B1-45D4-8445-E9991ECCBCCF}"/>
          </ac:spMkLst>
        </pc:spChg>
        <pc:grpChg chg="add del">
          <ac:chgData name="Marie Chris Soque" userId="9ebdbcbf79932a9a" providerId="LiveId" clId="{E36846E2-A7F3-4EFD-BC2E-18C899147A2C}" dt="2020-04-08T02:04:33.186" v="6434" actId="26606"/>
          <ac:grpSpMkLst>
            <pc:docMk/>
            <pc:sldMk cId="3124155461" sldId="282"/>
            <ac:grpSpMk id="12" creationId="{770AE191-D2EA-45C9-A44D-830C188F74CB}"/>
          </ac:grpSpMkLst>
        </pc:grpChg>
        <pc:grpChg chg="add">
          <ac:chgData name="Marie Chris Soque" userId="9ebdbcbf79932a9a" providerId="LiveId" clId="{E36846E2-A7F3-4EFD-BC2E-18C899147A2C}" dt="2020-04-08T02:04:33.186" v="6434" actId="26606"/>
          <ac:grpSpMkLst>
            <pc:docMk/>
            <pc:sldMk cId="3124155461" sldId="282"/>
            <ac:grpSpMk id="21" creationId="{770AE191-D2EA-45C9-A44D-830C188F74CB}"/>
          </ac:grpSpMkLst>
        </pc:grpChg>
        <pc:graphicFrameChg chg="add mod modGraphic">
          <ac:chgData name="Marie Chris Soque" userId="9ebdbcbf79932a9a" providerId="LiveId" clId="{E36846E2-A7F3-4EFD-BC2E-18C899147A2C}" dt="2020-04-08T02:23:18.453" v="6513" actId="1076"/>
          <ac:graphicFrameMkLst>
            <pc:docMk/>
            <pc:sldMk cId="3124155461" sldId="282"/>
            <ac:graphicFrameMk id="5" creationId="{1E038B85-77A6-4A01-BA5C-03CBAD994D71}"/>
          </ac:graphicFrameMkLst>
        </pc:graphicFrameChg>
      </pc:sldChg>
      <pc:sldChg chg="addSp delSp modSp add mod setBg">
        <pc:chgData name="Marie Chris Soque" userId="9ebdbcbf79932a9a" providerId="LiveId" clId="{E36846E2-A7F3-4EFD-BC2E-18C899147A2C}" dt="2020-04-08T03:45:18.430" v="9031" actId="20577"/>
        <pc:sldMkLst>
          <pc:docMk/>
          <pc:sldMk cId="108513155" sldId="283"/>
        </pc:sldMkLst>
        <pc:spChg chg="mod">
          <ac:chgData name="Marie Chris Soque" userId="9ebdbcbf79932a9a" providerId="LiveId" clId="{E36846E2-A7F3-4EFD-BC2E-18C899147A2C}" dt="2020-04-08T02:38:06.642" v="7321" actId="26606"/>
          <ac:spMkLst>
            <pc:docMk/>
            <pc:sldMk cId="108513155" sldId="283"/>
            <ac:spMk id="2" creationId="{364C0A23-30DC-49D1-87BB-38471CF15799}"/>
          </ac:spMkLst>
        </pc:spChg>
        <pc:spChg chg="add del mod">
          <ac:chgData name="Marie Chris Soque" userId="9ebdbcbf79932a9a" providerId="LiveId" clId="{E36846E2-A7F3-4EFD-BC2E-18C899147A2C}" dt="2020-04-08T02:37:47.075" v="7295" actId="26606"/>
          <ac:spMkLst>
            <pc:docMk/>
            <pc:sldMk cId="108513155" sldId="283"/>
            <ac:spMk id="3" creationId="{3FAE3568-5DF8-4AC7-A1E2-585F30291755}"/>
          </ac:spMkLst>
        </pc:spChg>
        <pc:spChg chg="add del">
          <ac:chgData name="Marie Chris Soque" userId="9ebdbcbf79932a9a" providerId="LiveId" clId="{E36846E2-A7F3-4EFD-BC2E-18C899147A2C}" dt="2020-04-08T02:37:46.034" v="7292" actId="26606"/>
          <ac:spMkLst>
            <pc:docMk/>
            <pc:sldMk cId="108513155" sldId="283"/>
            <ac:spMk id="10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37:47.044" v="7294" actId="26606"/>
          <ac:spMkLst>
            <pc:docMk/>
            <pc:sldMk cId="108513155" sldId="283"/>
            <ac:spMk id="16" creationId="{3FAE3568-5DF8-4AC7-A1E2-585F30291755}"/>
          </ac:spMkLst>
        </pc:spChg>
        <pc:spChg chg="add del">
          <ac:chgData name="Marie Chris Soque" userId="9ebdbcbf79932a9a" providerId="LiveId" clId="{E36846E2-A7F3-4EFD-BC2E-18C899147A2C}" dt="2020-04-08T02:37:47.044" v="7294" actId="26606"/>
          <ac:spMkLst>
            <pc:docMk/>
            <pc:sldMk cId="108513155" sldId="283"/>
            <ac:spMk id="17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8T02:37:47.044" v="7294" actId="26606"/>
          <ac:spMkLst>
            <pc:docMk/>
            <pc:sldMk cId="108513155" sldId="283"/>
            <ac:spMk id="18" creationId="{967D8EB6-EAE1-4F9C-B398-83321E287204}"/>
          </ac:spMkLst>
        </pc:spChg>
        <pc:spChg chg="add mod">
          <ac:chgData name="Marie Chris Soque" userId="9ebdbcbf79932a9a" providerId="LiveId" clId="{E36846E2-A7F3-4EFD-BC2E-18C899147A2C}" dt="2020-04-08T03:45:18.430" v="9031" actId="20577"/>
          <ac:spMkLst>
            <pc:docMk/>
            <pc:sldMk cId="108513155" sldId="283"/>
            <ac:spMk id="20" creationId="{3FAE3568-5DF8-4AC7-A1E2-585F30291755}"/>
          </ac:spMkLst>
        </pc:spChg>
        <pc:spChg chg="add del">
          <ac:chgData name="Marie Chris Soque" userId="9ebdbcbf79932a9a" providerId="LiveId" clId="{E36846E2-A7F3-4EFD-BC2E-18C899147A2C}" dt="2020-04-08T02:38:06.642" v="7321" actId="26606"/>
          <ac:spMkLst>
            <pc:docMk/>
            <pc:sldMk cId="108513155" sldId="283"/>
            <ac:spMk id="21" creationId="{59A309A7-1751-4ABE-A3C1-EEC40366AD89}"/>
          </ac:spMkLst>
        </pc:spChg>
        <pc:spChg chg="add del">
          <ac:chgData name="Marie Chris Soque" userId="9ebdbcbf79932a9a" providerId="LiveId" clId="{E36846E2-A7F3-4EFD-BC2E-18C899147A2C}" dt="2020-04-08T02:38:06.642" v="7321" actId="26606"/>
          <ac:spMkLst>
            <pc:docMk/>
            <pc:sldMk cId="108513155" sldId="283"/>
            <ac:spMk id="22" creationId="{967D8EB6-EAE1-4F9C-B398-83321E287204}"/>
          </ac:spMkLst>
        </pc:spChg>
        <pc:spChg chg="add">
          <ac:chgData name="Marie Chris Soque" userId="9ebdbcbf79932a9a" providerId="LiveId" clId="{E36846E2-A7F3-4EFD-BC2E-18C899147A2C}" dt="2020-04-08T02:38:06.642" v="7321" actId="26606"/>
          <ac:spMkLst>
            <pc:docMk/>
            <pc:sldMk cId="108513155" sldId="283"/>
            <ac:spMk id="28" creationId="{6FBDFA86-51D3-4729-B154-796918372804}"/>
          </ac:spMkLst>
        </pc:spChg>
        <pc:grpChg chg="add del">
          <ac:chgData name="Marie Chris Soque" userId="9ebdbcbf79932a9a" providerId="LiveId" clId="{E36846E2-A7F3-4EFD-BC2E-18C899147A2C}" dt="2020-04-08T02:37:46.034" v="7292" actId="26606"/>
          <ac:grpSpMkLst>
            <pc:docMk/>
            <pc:sldMk cId="108513155" sldId="283"/>
            <ac:grpSpMk id="12" creationId="{770AE191-D2EA-45C9-A44D-830C188F74CB}"/>
          </ac:grpSpMkLst>
        </pc:grpChg>
        <pc:graphicFrameChg chg="add del">
          <ac:chgData name="Marie Chris Soque" userId="9ebdbcbf79932a9a" providerId="LiveId" clId="{E36846E2-A7F3-4EFD-BC2E-18C899147A2C}" dt="2020-04-08T02:37:46.034" v="7292" actId="26606"/>
          <ac:graphicFrameMkLst>
            <pc:docMk/>
            <pc:sldMk cId="108513155" sldId="283"/>
            <ac:graphicFrameMk id="5" creationId="{76F9FBCE-93DF-4C92-B678-7C70E07B1FEC}"/>
          </ac:graphicFrameMkLst>
        </pc:graphicFrameChg>
        <pc:picChg chg="add del">
          <ac:chgData name="Marie Chris Soque" userId="9ebdbcbf79932a9a" providerId="LiveId" clId="{E36846E2-A7F3-4EFD-BC2E-18C899147A2C}" dt="2020-04-08T02:37:47.044" v="7294" actId="26606"/>
          <ac:picMkLst>
            <pc:docMk/>
            <pc:sldMk cId="108513155" sldId="283"/>
            <ac:picMk id="7" creationId="{840493FA-E159-4ACD-927C-B372A71E0050}"/>
          </ac:picMkLst>
        </pc:picChg>
        <pc:picChg chg="add mod">
          <ac:chgData name="Marie Chris Soque" userId="9ebdbcbf79932a9a" providerId="LiveId" clId="{E36846E2-A7F3-4EFD-BC2E-18C899147A2C}" dt="2020-04-08T02:38:06.642" v="7321" actId="26606"/>
          <ac:picMkLst>
            <pc:docMk/>
            <pc:sldMk cId="108513155" sldId="283"/>
            <ac:picMk id="23" creationId="{F6393F90-D190-4F94-8F0B-F1D1AE3C0260}"/>
          </ac:picMkLst>
        </pc:picChg>
        <pc:cxnChg chg="add">
          <ac:chgData name="Marie Chris Soque" userId="9ebdbcbf79932a9a" providerId="LiveId" clId="{E36846E2-A7F3-4EFD-BC2E-18C899147A2C}" dt="2020-04-08T02:38:06.642" v="7321" actId="26606"/>
          <ac:cxnSpMkLst>
            <pc:docMk/>
            <pc:sldMk cId="108513155" sldId="283"/>
            <ac:cxnSpMk id="30" creationId="{0F1CE7C6-BE91-42A7-9214-F33FD918C386}"/>
          </ac:cxnSpMkLst>
        </pc:cxnChg>
      </pc:sldChg>
      <pc:sldChg chg="modSp add ord">
        <pc:chgData name="Marie Chris Soque" userId="9ebdbcbf79932a9a" providerId="LiveId" clId="{E36846E2-A7F3-4EFD-BC2E-18C899147A2C}" dt="2020-04-08T02:29:52.344" v="6909" actId="20577"/>
        <pc:sldMkLst>
          <pc:docMk/>
          <pc:sldMk cId="3606464098" sldId="284"/>
        </pc:sldMkLst>
        <pc:spChg chg="mod">
          <ac:chgData name="Marie Chris Soque" userId="9ebdbcbf79932a9a" providerId="LiveId" clId="{E36846E2-A7F3-4EFD-BC2E-18C899147A2C}" dt="2020-04-08T02:29:49.121" v="6907" actId="20577"/>
          <ac:spMkLst>
            <pc:docMk/>
            <pc:sldMk cId="3606464098" sldId="284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2:29:52.344" v="6909" actId="20577"/>
          <ac:spMkLst>
            <pc:docMk/>
            <pc:sldMk cId="3606464098" sldId="284"/>
            <ac:spMk id="3" creationId="{1040C2EB-69A2-43FE-875B-BD02C0C4F430}"/>
          </ac:spMkLst>
        </pc:spChg>
      </pc:sldChg>
      <pc:sldChg chg="addSp delSp modSp add mod setBg setClrOvrMap">
        <pc:chgData name="Marie Chris Soque" userId="9ebdbcbf79932a9a" providerId="LiveId" clId="{E36846E2-A7F3-4EFD-BC2E-18C899147A2C}" dt="2020-04-08T02:55:48.273" v="7746" actId="20577"/>
        <pc:sldMkLst>
          <pc:docMk/>
          <pc:sldMk cId="2543651565" sldId="285"/>
        </pc:sldMkLst>
        <pc:spChg chg="mod">
          <ac:chgData name="Marie Chris Soque" userId="9ebdbcbf79932a9a" providerId="LiveId" clId="{E36846E2-A7F3-4EFD-BC2E-18C899147A2C}" dt="2020-04-08T02:55:48.273" v="7746" actId="20577"/>
          <ac:spMkLst>
            <pc:docMk/>
            <pc:sldMk cId="2543651565" sldId="285"/>
            <ac:spMk id="2" creationId="{84B9FC05-7B98-41A0-B132-46304266A7AE}"/>
          </ac:spMkLst>
        </pc:spChg>
        <pc:spChg chg="del">
          <ac:chgData name="Marie Chris Soque" userId="9ebdbcbf79932a9a" providerId="LiveId" clId="{E36846E2-A7F3-4EFD-BC2E-18C899147A2C}" dt="2020-04-08T02:39:51.071" v="7390" actId="478"/>
          <ac:spMkLst>
            <pc:docMk/>
            <pc:sldMk cId="2543651565" sldId="285"/>
            <ac:spMk id="3" creationId="{C3EF784F-F730-457A-B886-4FC74B037201}"/>
          </ac:spMkLst>
        </pc:spChg>
        <pc:spChg chg="add del">
          <ac:chgData name="Marie Chris Soque" userId="9ebdbcbf79932a9a" providerId="LiveId" clId="{E36846E2-A7F3-4EFD-BC2E-18C899147A2C}" dt="2020-04-08T02:53:21.963" v="7709" actId="26606"/>
          <ac:spMkLst>
            <pc:docMk/>
            <pc:sldMk cId="2543651565" sldId="285"/>
            <ac:spMk id="6" creationId="{778AB447-A4B7-44D2-A99D-2E39CCFBD048}"/>
          </ac:spMkLst>
        </pc:spChg>
        <pc:spChg chg="add del">
          <ac:chgData name="Marie Chris Soque" userId="9ebdbcbf79932a9a" providerId="LiveId" clId="{E36846E2-A7F3-4EFD-BC2E-18C899147A2C}" dt="2020-04-08T02:53:21.963" v="7709" actId="26606"/>
          <ac:spMkLst>
            <pc:docMk/>
            <pc:sldMk cId="2543651565" sldId="285"/>
            <ac:spMk id="7" creationId="{A5271697-90F1-4A23-8EF2-0179F2EAFACB}"/>
          </ac:spMkLst>
        </pc:spChg>
        <pc:spChg chg="add del">
          <ac:chgData name="Marie Chris Soque" userId="9ebdbcbf79932a9a" providerId="LiveId" clId="{E36846E2-A7F3-4EFD-BC2E-18C899147A2C}" dt="2020-04-08T02:53:41.632" v="7717" actId="26606"/>
          <ac:spMkLst>
            <pc:docMk/>
            <pc:sldMk cId="2543651565" sldId="285"/>
            <ac:spMk id="8" creationId="{A5711A0E-A428-4ED1-96CB-33D69FD842E4}"/>
          </ac:spMkLst>
        </pc:spChg>
        <pc:spChg chg="add del">
          <ac:chgData name="Marie Chris Soque" userId="9ebdbcbf79932a9a" providerId="LiveId" clId="{E36846E2-A7F3-4EFD-BC2E-18C899147A2C}" dt="2020-04-08T02:52:53.518" v="7699" actId="26606"/>
          <ac:spMkLst>
            <pc:docMk/>
            <pc:sldMk cId="2543651565" sldId="285"/>
            <ac:spMk id="9" creationId="{46C2E80F-49A6-4372-B103-219D417A55ED}"/>
          </ac:spMkLst>
        </pc:spChg>
        <pc:spChg chg="add del">
          <ac:chgData name="Marie Chris Soque" userId="9ebdbcbf79932a9a" providerId="LiveId" clId="{E36846E2-A7F3-4EFD-BC2E-18C899147A2C}" dt="2020-04-08T02:53:58.481" v="7719" actId="26606"/>
          <ac:spMkLst>
            <pc:docMk/>
            <pc:sldMk cId="2543651565" sldId="285"/>
            <ac:spMk id="10" creationId="{46C2E80F-49A6-4372-B103-219D417A55ED}"/>
          </ac:spMkLst>
        </pc:spChg>
        <pc:spChg chg="add del">
          <ac:chgData name="Marie Chris Soque" userId="9ebdbcbf79932a9a" providerId="LiveId" clId="{E36846E2-A7F3-4EFD-BC2E-18C899147A2C}" dt="2020-04-08T02:53:21.963" v="7709" actId="26606"/>
          <ac:spMkLst>
            <pc:docMk/>
            <pc:sldMk cId="2543651565" sldId="285"/>
            <ac:spMk id="13" creationId="{D9F5512A-48E1-4C07-B75E-3CCC517B6804}"/>
          </ac:spMkLst>
        </pc:spChg>
        <pc:spChg chg="add del">
          <ac:chgData name="Marie Chris Soque" userId="9ebdbcbf79932a9a" providerId="LiveId" clId="{E36846E2-A7F3-4EFD-BC2E-18C899147A2C}" dt="2020-04-08T02:53:07.022" v="7701" actId="26606"/>
          <ac:spMkLst>
            <pc:docMk/>
            <pc:sldMk cId="2543651565" sldId="285"/>
            <ac:spMk id="14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3:21.963" v="7709" actId="26606"/>
          <ac:spMkLst>
            <pc:docMk/>
            <pc:sldMk cId="2543651565" sldId="285"/>
            <ac:spMk id="15" creationId="{9D800584-727A-48CF-8223-244AD9717CAA}"/>
          </ac:spMkLst>
        </pc:spChg>
        <pc:spChg chg="add del">
          <ac:chgData name="Marie Chris Soque" userId="9ebdbcbf79932a9a" providerId="LiveId" clId="{E36846E2-A7F3-4EFD-BC2E-18C899147A2C}" dt="2020-04-08T02:54:52.047" v="7732" actId="26606"/>
          <ac:spMkLst>
            <pc:docMk/>
            <pc:sldMk cId="2543651565" sldId="285"/>
            <ac:spMk id="16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3:09.081" v="7703" actId="26606"/>
          <ac:spMkLst>
            <pc:docMk/>
            <pc:sldMk cId="2543651565" sldId="285"/>
            <ac:spMk id="18" creationId="{42285737-90EE-47DC-AC80-8AE156B11969}"/>
          </ac:spMkLst>
        </pc:spChg>
        <pc:spChg chg="add del">
          <ac:chgData name="Marie Chris Soque" userId="9ebdbcbf79932a9a" providerId="LiveId" clId="{E36846E2-A7F3-4EFD-BC2E-18C899147A2C}" dt="2020-04-08T02:55:14.590" v="7734" actId="26606"/>
          <ac:spMkLst>
            <pc:docMk/>
            <pc:sldMk cId="2543651565" sldId="285"/>
            <ac:spMk id="22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3:15.886" v="7705" actId="26606"/>
          <ac:spMkLst>
            <pc:docMk/>
            <pc:sldMk cId="2543651565" sldId="285"/>
            <ac:spMk id="24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4:38.560" v="7724" actId="26606"/>
          <ac:spMkLst>
            <pc:docMk/>
            <pc:sldMk cId="2543651565" sldId="285"/>
            <ac:spMk id="26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4:41.296" v="7726" actId="26606"/>
          <ac:spMkLst>
            <pc:docMk/>
            <pc:sldMk cId="2543651565" sldId="285"/>
            <ac:spMk id="32" creationId="{46C2E80F-49A6-4372-B103-219D417A55ED}"/>
          </ac:spMkLst>
        </pc:spChg>
        <pc:spChg chg="add del">
          <ac:chgData name="Marie Chris Soque" userId="9ebdbcbf79932a9a" providerId="LiveId" clId="{E36846E2-A7F3-4EFD-BC2E-18C899147A2C}" dt="2020-04-08T02:54:44.707" v="7728" actId="26606"/>
          <ac:spMkLst>
            <pc:docMk/>
            <pc:sldMk cId="2543651565" sldId="285"/>
            <ac:spMk id="34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2:54:46.738" v="7730" actId="26606"/>
          <ac:spMkLst>
            <pc:docMk/>
            <pc:sldMk cId="2543651565" sldId="285"/>
            <ac:spMk id="37" creationId="{8D3C1482-7123-4378-ADD1-1746805B4B45}"/>
          </ac:spMkLst>
        </pc:spChg>
        <pc:spChg chg="add del">
          <ac:chgData name="Marie Chris Soque" userId="9ebdbcbf79932a9a" providerId="LiveId" clId="{E36846E2-A7F3-4EFD-BC2E-18C899147A2C}" dt="2020-04-08T02:54:46.738" v="7730" actId="26606"/>
          <ac:spMkLst>
            <pc:docMk/>
            <pc:sldMk cId="2543651565" sldId="285"/>
            <ac:spMk id="38" creationId="{1889930B-F3A3-46CC-B34C-49439CA3C69C}"/>
          </ac:spMkLst>
        </pc:spChg>
        <pc:spChg chg="add del">
          <ac:chgData name="Marie Chris Soque" userId="9ebdbcbf79932a9a" providerId="LiveId" clId="{E36846E2-A7F3-4EFD-BC2E-18C899147A2C}" dt="2020-04-08T02:53:23.463" v="7711" actId="26606"/>
          <ac:spMkLst>
            <pc:docMk/>
            <pc:sldMk cId="2543651565" sldId="285"/>
            <ac:spMk id="39" creationId="{4038CB10-1F5C-4D54-9DF7-12586DE5B007}"/>
          </ac:spMkLst>
        </pc:spChg>
        <pc:spChg chg="add del">
          <ac:chgData name="Marie Chris Soque" userId="9ebdbcbf79932a9a" providerId="LiveId" clId="{E36846E2-A7F3-4EFD-BC2E-18C899147A2C}" dt="2020-04-08T02:53:23.463" v="7711" actId="26606"/>
          <ac:spMkLst>
            <pc:docMk/>
            <pc:sldMk cId="2543651565" sldId="285"/>
            <ac:spMk id="40" creationId="{73ED6512-6858-4552-B699-9A97FE9A4EA2}"/>
          </ac:spMkLst>
        </pc:spChg>
        <pc:spChg chg="add del">
          <ac:chgData name="Marie Chris Soque" userId="9ebdbcbf79932a9a" providerId="LiveId" clId="{E36846E2-A7F3-4EFD-BC2E-18C899147A2C}" dt="2020-04-08T02:53:24.010" v="7713" actId="26606"/>
          <ac:spMkLst>
            <pc:docMk/>
            <pc:sldMk cId="2543651565" sldId="285"/>
            <ac:spMk id="42" creationId="{778AB447-A4B7-44D2-A99D-2E39CCFBD048}"/>
          </ac:spMkLst>
        </pc:spChg>
        <pc:spChg chg="add del">
          <ac:chgData name="Marie Chris Soque" userId="9ebdbcbf79932a9a" providerId="LiveId" clId="{E36846E2-A7F3-4EFD-BC2E-18C899147A2C}" dt="2020-04-08T02:53:24.010" v="7713" actId="26606"/>
          <ac:spMkLst>
            <pc:docMk/>
            <pc:sldMk cId="2543651565" sldId="285"/>
            <ac:spMk id="43" creationId="{A5271697-90F1-4A23-8EF2-0179F2EAFACB}"/>
          </ac:spMkLst>
        </pc:spChg>
        <pc:spChg chg="add del">
          <ac:chgData name="Marie Chris Soque" userId="9ebdbcbf79932a9a" providerId="LiveId" clId="{E36846E2-A7F3-4EFD-BC2E-18C899147A2C}" dt="2020-04-08T02:53:24.010" v="7713" actId="26606"/>
          <ac:spMkLst>
            <pc:docMk/>
            <pc:sldMk cId="2543651565" sldId="285"/>
            <ac:spMk id="44" creationId="{D9F5512A-48E1-4C07-B75E-3CCC517B6804}"/>
          </ac:spMkLst>
        </pc:spChg>
        <pc:spChg chg="add del">
          <ac:chgData name="Marie Chris Soque" userId="9ebdbcbf79932a9a" providerId="LiveId" clId="{E36846E2-A7F3-4EFD-BC2E-18C899147A2C}" dt="2020-04-08T02:53:24.010" v="7713" actId="26606"/>
          <ac:spMkLst>
            <pc:docMk/>
            <pc:sldMk cId="2543651565" sldId="285"/>
            <ac:spMk id="45" creationId="{9D800584-727A-48CF-8223-244AD9717CAA}"/>
          </ac:spMkLst>
        </pc:spChg>
        <pc:grpChg chg="add del">
          <ac:chgData name="Marie Chris Soque" userId="9ebdbcbf79932a9a" providerId="LiveId" clId="{E36846E2-A7F3-4EFD-BC2E-18C899147A2C}" dt="2020-04-08T02:53:07.022" v="7701" actId="26606"/>
          <ac:grpSpMkLst>
            <pc:docMk/>
            <pc:sldMk cId="2543651565" sldId="285"/>
            <ac:grpSpMk id="11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3:21.963" v="7709" actId="26606"/>
          <ac:grpSpMkLst>
            <pc:docMk/>
            <pc:sldMk cId="2543651565" sldId="285"/>
            <ac:grpSpMk id="17" creationId="{0F06CE9D-DF08-4313-8DD2-D81E1D59F323}"/>
          </ac:grpSpMkLst>
        </pc:grpChg>
        <pc:grpChg chg="add del">
          <ac:chgData name="Marie Chris Soque" userId="9ebdbcbf79932a9a" providerId="LiveId" clId="{E36846E2-A7F3-4EFD-BC2E-18C899147A2C}" dt="2020-04-08T02:53:09.081" v="7703" actId="26606"/>
          <ac:grpSpMkLst>
            <pc:docMk/>
            <pc:sldMk cId="2543651565" sldId="285"/>
            <ac:grpSpMk id="19" creationId="{B57BDC17-F1B3-455F-BBF1-680AA1F25C06}"/>
          </ac:grpSpMkLst>
        </pc:grpChg>
        <pc:grpChg chg="add del">
          <ac:chgData name="Marie Chris Soque" userId="9ebdbcbf79932a9a" providerId="LiveId" clId="{E36846E2-A7F3-4EFD-BC2E-18C899147A2C}" dt="2020-04-08T02:54:52.047" v="7732" actId="26606"/>
          <ac:grpSpMkLst>
            <pc:docMk/>
            <pc:sldMk cId="2543651565" sldId="285"/>
            <ac:grpSpMk id="20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5:14.590" v="7734" actId="26606"/>
          <ac:grpSpMkLst>
            <pc:docMk/>
            <pc:sldMk cId="2543651565" sldId="285"/>
            <ac:grpSpMk id="23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3:15.886" v="7705" actId="26606"/>
          <ac:grpSpMkLst>
            <pc:docMk/>
            <pc:sldMk cId="2543651565" sldId="285"/>
            <ac:grpSpMk id="25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4:38.560" v="7724" actId="26606"/>
          <ac:grpSpMkLst>
            <pc:docMk/>
            <pc:sldMk cId="2543651565" sldId="285"/>
            <ac:grpSpMk id="28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4:44.707" v="7728" actId="26606"/>
          <ac:grpSpMkLst>
            <pc:docMk/>
            <pc:sldMk cId="2543651565" sldId="285"/>
            <ac:grpSpMk id="35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2:53:24.010" v="7713" actId="26606"/>
          <ac:grpSpMkLst>
            <pc:docMk/>
            <pc:sldMk cId="2543651565" sldId="285"/>
            <ac:grpSpMk id="46" creationId="{0F06CE9D-DF08-4313-8DD2-D81E1D59F323}"/>
          </ac:grpSpMkLst>
        </pc:grpChg>
        <pc:graphicFrameChg chg="add mod modGraphic">
          <ac:chgData name="Marie Chris Soque" userId="9ebdbcbf79932a9a" providerId="LiveId" clId="{E36846E2-A7F3-4EFD-BC2E-18C899147A2C}" dt="2020-04-08T02:55:18.776" v="7735" actId="1076"/>
          <ac:graphicFrameMkLst>
            <pc:docMk/>
            <pc:sldMk cId="2543651565" sldId="285"/>
            <ac:graphicFrameMk id="4" creationId="{C2FAF9B9-D761-4CDA-8D81-821BC0D87953}"/>
          </ac:graphicFrameMkLst>
        </pc:graphicFrameChg>
        <pc:cxnChg chg="add del">
          <ac:chgData name="Marie Chris Soque" userId="9ebdbcbf79932a9a" providerId="LiveId" clId="{E36846E2-A7F3-4EFD-BC2E-18C899147A2C}" dt="2020-04-08T02:54:46.738" v="7730" actId="26606"/>
          <ac:cxnSpMkLst>
            <pc:docMk/>
            <pc:sldMk cId="2543651565" sldId="285"/>
            <ac:cxnSpMk id="41" creationId="{550D2BD1-98F9-412D-905B-3A843EF4078B}"/>
          </ac:cxnSpMkLst>
        </pc:cxnChg>
      </pc:sldChg>
      <pc:sldChg chg="addSp delSp modSp add mod setBg">
        <pc:chgData name="Marie Chris Soque" userId="9ebdbcbf79932a9a" providerId="LiveId" clId="{E36846E2-A7F3-4EFD-BC2E-18C899147A2C}" dt="2020-04-08T02:58:45.364" v="7789" actId="1076"/>
        <pc:sldMkLst>
          <pc:docMk/>
          <pc:sldMk cId="351252446" sldId="286"/>
        </pc:sldMkLst>
        <pc:spChg chg="mod">
          <ac:chgData name="Marie Chris Soque" userId="9ebdbcbf79932a9a" providerId="LiveId" clId="{E36846E2-A7F3-4EFD-BC2E-18C899147A2C}" dt="2020-04-08T02:58:42.722" v="7788" actId="26606"/>
          <ac:spMkLst>
            <pc:docMk/>
            <pc:sldMk cId="351252446" sldId="286"/>
            <ac:spMk id="2" creationId="{1E5B1181-5D26-4F58-863B-53002B3B1727}"/>
          </ac:spMkLst>
        </pc:spChg>
        <pc:spChg chg="del">
          <ac:chgData name="Marie Chris Soque" userId="9ebdbcbf79932a9a" providerId="LiveId" clId="{E36846E2-A7F3-4EFD-BC2E-18C899147A2C}" dt="2020-04-08T02:57:44.787" v="7777" actId="478"/>
          <ac:spMkLst>
            <pc:docMk/>
            <pc:sldMk cId="351252446" sldId="286"/>
            <ac:spMk id="3" creationId="{06BCA643-1325-42B4-ACDC-622A3EFEF8EA}"/>
          </ac:spMkLst>
        </pc:spChg>
        <pc:picChg chg="add mod">
          <ac:chgData name="Marie Chris Soque" userId="9ebdbcbf79932a9a" providerId="LiveId" clId="{E36846E2-A7F3-4EFD-BC2E-18C899147A2C}" dt="2020-04-08T02:58:45.364" v="7789" actId="1076"/>
          <ac:picMkLst>
            <pc:docMk/>
            <pc:sldMk cId="351252446" sldId="286"/>
            <ac:picMk id="1026" creationId="{49ECC178-C140-46A8-9618-E16A6693C2C8}"/>
          </ac:picMkLst>
        </pc:picChg>
      </pc:sldChg>
      <pc:sldChg chg="addSp delSp modSp add mod setBg">
        <pc:chgData name="Marie Chris Soque" userId="9ebdbcbf79932a9a" providerId="LiveId" clId="{E36846E2-A7F3-4EFD-BC2E-18C899147A2C}" dt="2020-04-08T03:06:30.973" v="8077" actId="26606"/>
        <pc:sldMkLst>
          <pc:docMk/>
          <pc:sldMk cId="3779143674" sldId="287"/>
        </pc:sldMkLst>
        <pc:spChg chg="mod">
          <ac:chgData name="Marie Chris Soque" userId="9ebdbcbf79932a9a" providerId="LiveId" clId="{E36846E2-A7F3-4EFD-BC2E-18C899147A2C}" dt="2020-04-08T03:06:30.973" v="8077" actId="26606"/>
          <ac:spMkLst>
            <pc:docMk/>
            <pc:sldMk cId="3779143674" sldId="287"/>
            <ac:spMk id="2" creationId="{13271702-B131-44BE-AF98-54C96B1DF658}"/>
          </ac:spMkLst>
        </pc:spChg>
        <pc:spChg chg="del mod">
          <ac:chgData name="Marie Chris Soque" userId="9ebdbcbf79932a9a" providerId="LiveId" clId="{E36846E2-A7F3-4EFD-BC2E-18C899147A2C}" dt="2020-04-08T03:06:30.973" v="8077" actId="26606"/>
          <ac:spMkLst>
            <pc:docMk/>
            <pc:sldMk cId="3779143674" sldId="287"/>
            <ac:spMk id="3" creationId="{C2191415-0BD1-417D-9278-42EFB7A4873E}"/>
          </ac:spMkLst>
        </pc:spChg>
        <pc:spChg chg="add">
          <ac:chgData name="Marie Chris Soque" userId="9ebdbcbf79932a9a" providerId="LiveId" clId="{E36846E2-A7F3-4EFD-BC2E-18C899147A2C}" dt="2020-04-08T03:06:30.973" v="8077" actId="26606"/>
          <ac:spMkLst>
            <pc:docMk/>
            <pc:sldMk cId="3779143674" sldId="287"/>
            <ac:spMk id="10" creationId="{982413CC-69E6-4BDA-A88D-E4EF8F95B27D}"/>
          </ac:spMkLst>
        </pc:spChg>
        <pc:grpChg chg="add">
          <ac:chgData name="Marie Chris Soque" userId="9ebdbcbf79932a9a" providerId="LiveId" clId="{E36846E2-A7F3-4EFD-BC2E-18C899147A2C}" dt="2020-04-08T03:06:30.973" v="8077" actId="26606"/>
          <ac:grpSpMkLst>
            <pc:docMk/>
            <pc:sldMk cId="3779143674" sldId="287"/>
            <ac:grpSpMk id="12" creationId="{4F1F7357-8633-4CE7-BF80-475EE8A2FAEA}"/>
          </ac:grpSpMkLst>
        </pc:grpChg>
        <pc:graphicFrameChg chg="add">
          <ac:chgData name="Marie Chris Soque" userId="9ebdbcbf79932a9a" providerId="LiveId" clId="{E36846E2-A7F3-4EFD-BC2E-18C899147A2C}" dt="2020-04-08T03:06:30.973" v="8077" actId="26606"/>
          <ac:graphicFrameMkLst>
            <pc:docMk/>
            <pc:sldMk cId="3779143674" sldId="287"/>
            <ac:graphicFrameMk id="5" creationId="{56F38087-B426-419A-AEF5-41C7E626FD8D}"/>
          </ac:graphicFrameMkLst>
        </pc:graphicFrameChg>
      </pc:sldChg>
      <pc:sldChg chg="modSp add ord">
        <pc:chgData name="Marie Chris Soque" userId="9ebdbcbf79932a9a" providerId="LiveId" clId="{E36846E2-A7F3-4EFD-BC2E-18C899147A2C}" dt="2020-04-08T03:01:13.943" v="7797" actId="20577"/>
        <pc:sldMkLst>
          <pc:docMk/>
          <pc:sldMk cId="2002556743" sldId="288"/>
        </pc:sldMkLst>
        <pc:spChg chg="mod">
          <ac:chgData name="Marie Chris Soque" userId="9ebdbcbf79932a9a" providerId="LiveId" clId="{E36846E2-A7F3-4EFD-BC2E-18C899147A2C}" dt="2020-04-08T03:01:11.019" v="7795" actId="20577"/>
          <ac:spMkLst>
            <pc:docMk/>
            <pc:sldMk cId="2002556743" sldId="288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3:01:13.943" v="7797" actId="20577"/>
          <ac:spMkLst>
            <pc:docMk/>
            <pc:sldMk cId="2002556743" sldId="288"/>
            <ac:spMk id="3" creationId="{1040C2EB-69A2-43FE-875B-BD02C0C4F430}"/>
          </ac:spMkLst>
        </pc:spChg>
      </pc:sldChg>
      <pc:sldChg chg="addSp delSp modSp add mod setBg">
        <pc:chgData name="Marie Chris Soque" userId="9ebdbcbf79932a9a" providerId="LiveId" clId="{E36846E2-A7F3-4EFD-BC2E-18C899147A2C}" dt="2020-04-08T03:11:40.191" v="8538" actId="26606"/>
        <pc:sldMkLst>
          <pc:docMk/>
          <pc:sldMk cId="1814980479" sldId="289"/>
        </pc:sldMkLst>
        <pc:spChg chg="mod">
          <ac:chgData name="Marie Chris Soque" userId="9ebdbcbf79932a9a" providerId="LiveId" clId="{E36846E2-A7F3-4EFD-BC2E-18C899147A2C}" dt="2020-04-08T03:11:40.191" v="8538" actId="26606"/>
          <ac:spMkLst>
            <pc:docMk/>
            <pc:sldMk cId="1814980479" sldId="289"/>
            <ac:spMk id="2" creationId="{FA66C8E8-DF77-4A43-8DF5-45D8410C183D}"/>
          </ac:spMkLst>
        </pc:spChg>
        <pc:spChg chg="add del mod">
          <ac:chgData name="Marie Chris Soque" userId="9ebdbcbf79932a9a" providerId="LiveId" clId="{E36846E2-A7F3-4EFD-BC2E-18C899147A2C}" dt="2020-04-08T03:11:17.718" v="8534" actId="26606"/>
          <ac:spMkLst>
            <pc:docMk/>
            <pc:sldMk cId="1814980479" sldId="289"/>
            <ac:spMk id="3" creationId="{D2D2479B-A8EA-4296-9BC2-928442A7A605}"/>
          </ac:spMkLst>
        </pc:spChg>
        <pc:spChg chg="add del">
          <ac:chgData name="Marie Chris Soque" userId="9ebdbcbf79932a9a" providerId="LiveId" clId="{E36846E2-A7F3-4EFD-BC2E-18C899147A2C}" dt="2020-04-08T03:11:05.853" v="8529" actId="26606"/>
          <ac:spMkLst>
            <pc:docMk/>
            <pc:sldMk cId="1814980479" sldId="289"/>
            <ac:spMk id="10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3:11:10.819" v="8531" actId="26606"/>
          <ac:spMkLst>
            <pc:docMk/>
            <pc:sldMk cId="1814980479" sldId="289"/>
            <ac:spMk id="34" creationId="{982413CC-69E6-4BDA-A88D-E4EF8F95B27D}"/>
          </ac:spMkLst>
        </pc:spChg>
        <pc:spChg chg="add del">
          <ac:chgData name="Marie Chris Soque" userId="9ebdbcbf79932a9a" providerId="LiveId" clId="{E36846E2-A7F3-4EFD-BC2E-18C899147A2C}" dt="2020-04-08T03:11:17.547" v="8533" actId="26606"/>
          <ac:spMkLst>
            <pc:docMk/>
            <pc:sldMk cId="1814980479" sldId="289"/>
            <ac:spMk id="40" creationId="{122F9423-F4B1-45D4-8445-E9991ECCBCCF}"/>
          </ac:spMkLst>
        </pc:spChg>
        <pc:spChg chg="add del">
          <ac:chgData name="Marie Chris Soque" userId="9ebdbcbf79932a9a" providerId="LiveId" clId="{E36846E2-A7F3-4EFD-BC2E-18C899147A2C}" dt="2020-04-08T03:11:40.191" v="8538" actId="26606"/>
          <ac:spMkLst>
            <pc:docMk/>
            <pc:sldMk cId="1814980479" sldId="289"/>
            <ac:spMk id="44" creationId="{122F9423-F4B1-45D4-8445-E9991ECCBCCF}"/>
          </ac:spMkLst>
        </pc:spChg>
        <pc:grpChg chg="add del">
          <ac:chgData name="Marie Chris Soque" userId="9ebdbcbf79932a9a" providerId="LiveId" clId="{E36846E2-A7F3-4EFD-BC2E-18C899147A2C}" dt="2020-04-08T03:11:05.853" v="8529" actId="26606"/>
          <ac:grpSpMkLst>
            <pc:docMk/>
            <pc:sldMk cId="1814980479" sldId="289"/>
            <ac:grpSpMk id="12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3:11:10.819" v="8531" actId="26606"/>
          <ac:grpSpMkLst>
            <pc:docMk/>
            <pc:sldMk cId="1814980479" sldId="289"/>
            <ac:grpSpMk id="35" creationId="{4F1F7357-8633-4CE7-BF80-475EE8A2FAEA}"/>
          </ac:grpSpMkLst>
        </pc:grpChg>
        <pc:grpChg chg="add del">
          <ac:chgData name="Marie Chris Soque" userId="9ebdbcbf79932a9a" providerId="LiveId" clId="{E36846E2-A7F3-4EFD-BC2E-18C899147A2C}" dt="2020-04-08T03:11:17.547" v="8533" actId="26606"/>
          <ac:grpSpMkLst>
            <pc:docMk/>
            <pc:sldMk cId="1814980479" sldId="289"/>
            <ac:grpSpMk id="41" creationId="{770AE191-D2EA-45C9-A44D-830C188F74CB}"/>
          </ac:grpSpMkLst>
        </pc:grpChg>
        <pc:grpChg chg="add del">
          <ac:chgData name="Marie Chris Soque" userId="9ebdbcbf79932a9a" providerId="LiveId" clId="{E36846E2-A7F3-4EFD-BC2E-18C899147A2C}" dt="2020-04-08T03:11:40.191" v="8538" actId="26606"/>
          <ac:grpSpMkLst>
            <pc:docMk/>
            <pc:sldMk cId="1814980479" sldId="289"/>
            <ac:grpSpMk id="45" creationId="{770AE191-D2EA-45C9-A44D-830C188F74CB}"/>
          </ac:grpSpMkLst>
        </pc:grpChg>
        <pc:graphicFrameChg chg="add del">
          <ac:chgData name="Marie Chris Soque" userId="9ebdbcbf79932a9a" providerId="LiveId" clId="{E36846E2-A7F3-4EFD-BC2E-18C899147A2C}" dt="2020-04-08T03:11:05.853" v="8529" actId="26606"/>
          <ac:graphicFrameMkLst>
            <pc:docMk/>
            <pc:sldMk cId="1814980479" sldId="289"/>
            <ac:graphicFrameMk id="5" creationId="{EA8CC661-A113-40B9-85F2-37471C6D11D2}"/>
          </ac:graphicFrameMkLst>
        </pc:graphicFrameChg>
        <pc:graphicFrameChg chg="add del">
          <ac:chgData name="Marie Chris Soque" userId="9ebdbcbf79932a9a" providerId="LiveId" clId="{E36846E2-A7F3-4EFD-BC2E-18C899147A2C}" dt="2020-04-08T03:11:10.819" v="8531" actId="26606"/>
          <ac:graphicFrameMkLst>
            <pc:docMk/>
            <pc:sldMk cId="1814980479" sldId="289"/>
            <ac:graphicFrameMk id="38" creationId="{E023ABC5-74CA-4548-AD34-C7408B505860}"/>
          </ac:graphicFrameMkLst>
        </pc:graphicFrameChg>
        <pc:graphicFrameChg chg="add del">
          <ac:chgData name="Marie Chris Soque" userId="9ebdbcbf79932a9a" providerId="LiveId" clId="{E36846E2-A7F3-4EFD-BC2E-18C899147A2C}" dt="2020-04-08T03:11:17.547" v="8533" actId="26606"/>
          <ac:graphicFrameMkLst>
            <pc:docMk/>
            <pc:sldMk cId="1814980479" sldId="289"/>
            <ac:graphicFrameMk id="42" creationId="{668F65CE-2DD0-4B1D-B78F-4AD933873878}"/>
          </ac:graphicFrameMkLst>
        </pc:graphicFrameChg>
        <pc:graphicFrameChg chg="add mod modGraphic">
          <ac:chgData name="Marie Chris Soque" userId="9ebdbcbf79932a9a" providerId="LiveId" clId="{E36846E2-A7F3-4EFD-BC2E-18C899147A2C}" dt="2020-04-08T03:11:40.191" v="8538" actId="26606"/>
          <ac:graphicFrameMkLst>
            <pc:docMk/>
            <pc:sldMk cId="1814980479" sldId="289"/>
            <ac:graphicFrameMk id="48" creationId="{EA8CC661-A113-40B9-85F2-37471C6D11D2}"/>
          </ac:graphicFrameMkLst>
        </pc:graphicFrameChg>
      </pc:sldChg>
      <pc:sldChg chg="addSp delSp modSp add mod setBg">
        <pc:chgData name="Marie Chris Soque" userId="9ebdbcbf79932a9a" providerId="LiveId" clId="{E36846E2-A7F3-4EFD-BC2E-18C899147A2C}" dt="2020-04-08T03:23:42.028" v="8674" actId="1076"/>
        <pc:sldMkLst>
          <pc:docMk/>
          <pc:sldMk cId="2212142201" sldId="290"/>
        </pc:sldMkLst>
        <pc:spChg chg="mod">
          <ac:chgData name="Marie Chris Soque" userId="9ebdbcbf79932a9a" providerId="LiveId" clId="{E36846E2-A7F3-4EFD-BC2E-18C899147A2C}" dt="2020-04-08T03:23:42.028" v="8674" actId="1076"/>
          <ac:spMkLst>
            <pc:docMk/>
            <pc:sldMk cId="2212142201" sldId="290"/>
            <ac:spMk id="2" creationId="{1D27A1EE-DCD4-4F25-835D-8BC991A573CE}"/>
          </ac:spMkLst>
        </pc:spChg>
        <pc:spChg chg="add del mod">
          <ac:chgData name="Marie Chris Soque" userId="9ebdbcbf79932a9a" providerId="LiveId" clId="{E36846E2-A7F3-4EFD-BC2E-18C899147A2C}" dt="2020-04-08T03:23:00.821" v="8667" actId="26606"/>
          <ac:spMkLst>
            <pc:docMk/>
            <pc:sldMk cId="2212142201" sldId="290"/>
            <ac:spMk id="3" creationId="{87FA15E5-3700-4786-9BB0-A4F30F498CBB}"/>
          </ac:spMkLst>
        </pc:spChg>
        <pc:spChg chg="add del">
          <ac:chgData name="Marie Chris Soque" userId="9ebdbcbf79932a9a" providerId="LiveId" clId="{E36846E2-A7F3-4EFD-BC2E-18C899147A2C}" dt="2020-04-08T03:23:00.759" v="8666" actId="26606"/>
          <ac:spMkLst>
            <pc:docMk/>
            <pc:sldMk cId="2212142201" sldId="290"/>
            <ac:spMk id="7" creationId="{87FA15E5-3700-4786-9BB0-A4F30F498CBB}"/>
          </ac:spMkLst>
        </pc:spChg>
        <pc:spChg chg="add del">
          <ac:chgData name="Marie Chris Soque" userId="9ebdbcbf79932a9a" providerId="LiveId" clId="{E36846E2-A7F3-4EFD-BC2E-18C899147A2C}" dt="2020-04-08T03:23:14.427" v="8670" actId="26606"/>
          <ac:spMkLst>
            <pc:docMk/>
            <pc:sldMk cId="2212142201" sldId="290"/>
            <ac:spMk id="10" creationId="{3A5B4632-C963-4296-86F0-79AA9EA5AE98}"/>
          </ac:spMkLst>
        </pc:spChg>
        <pc:graphicFrameChg chg="add del">
          <ac:chgData name="Marie Chris Soque" userId="9ebdbcbf79932a9a" providerId="LiveId" clId="{E36846E2-A7F3-4EFD-BC2E-18C899147A2C}" dt="2020-04-08T03:22:57.075" v="8664" actId="26606"/>
          <ac:graphicFrameMkLst>
            <pc:docMk/>
            <pc:sldMk cId="2212142201" sldId="290"/>
            <ac:graphicFrameMk id="5" creationId="{901FE633-BC70-4CCB-A2AE-408F930B0DBB}"/>
          </ac:graphicFrameMkLst>
        </pc:graphicFrameChg>
        <pc:graphicFrameChg chg="add mod modGraphic">
          <ac:chgData name="Marie Chris Soque" userId="9ebdbcbf79932a9a" providerId="LiveId" clId="{E36846E2-A7F3-4EFD-BC2E-18C899147A2C}" dt="2020-04-08T03:23:14.427" v="8670" actId="26606"/>
          <ac:graphicFrameMkLst>
            <pc:docMk/>
            <pc:sldMk cId="2212142201" sldId="290"/>
            <ac:graphicFrameMk id="9" creationId="{54715B8B-0274-4326-B82D-DFFE8311CDA3}"/>
          </ac:graphicFrameMkLst>
        </pc:graphicFrameChg>
      </pc:sldChg>
      <pc:sldChg chg="modSp add ord">
        <pc:chgData name="Marie Chris Soque" userId="9ebdbcbf79932a9a" providerId="LiveId" clId="{E36846E2-A7F3-4EFD-BC2E-18C899147A2C}" dt="2020-04-08T03:28:50.801" v="8681" actId="20577"/>
        <pc:sldMkLst>
          <pc:docMk/>
          <pc:sldMk cId="2649607215" sldId="291"/>
        </pc:sldMkLst>
        <pc:spChg chg="mod">
          <ac:chgData name="Marie Chris Soque" userId="9ebdbcbf79932a9a" providerId="LiveId" clId="{E36846E2-A7F3-4EFD-BC2E-18C899147A2C}" dt="2020-04-08T03:28:48.214" v="8679" actId="20577"/>
          <ac:spMkLst>
            <pc:docMk/>
            <pc:sldMk cId="2649607215" sldId="291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3:28:50.801" v="8681" actId="20577"/>
          <ac:spMkLst>
            <pc:docMk/>
            <pc:sldMk cId="2649607215" sldId="291"/>
            <ac:spMk id="3" creationId="{1040C2EB-69A2-43FE-875B-BD02C0C4F430}"/>
          </ac:spMkLst>
        </pc:spChg>
      </pc:sldChg>
      <pc:sldChg chg="addSp delSp modSp add mod setBg">
        <pc:chgData name="Marie Chris Soque" userId="9ebdbcbf79932a9a" providerId="LiveId" clId="{E36846E2-A7F3-4EFD-BC2E-18C899147A2C}" dt="2020-04-08T03:45:50.298" v="9034" actId="120"/>
        <pc:sldMkLst>
          <pc:docMk/>
          <pc:sldMk cId="1087423520" sldId="292"/>
        </pc:sldMkLst>
        <pc:spChg chg="mod">
          <ac:chgData name="Marie Chris Soque" userId="9ebdbcbf79932a9a" providerId="LiveId" clId="{E36846E2-A7F3-4EFD-BC2E-18C899147A2C}" dt="2020-04-08T03:45:50.298" v="9034" actId="120"/>
          <ac:spMkLst>
            <pc:docMk/>
            <pc:sldMk cId="1087423520" sldId="292"/>
            <ac:spMk id="2" creationId="{EE466152-B1BF-4DB7-A378-A82E201F34DC}"/>
          </ac:spMkLst>
        </pc:spChg>
        <pc:spChg chg="del mod">
          <ac:chgData name="Marie Chris Soque" userId="9ebdbcbf79932a9a" providerId="LiveId" clId="{E36846E2-A7F3-4EFD-BC2E-18C899147A2C}" dt="2020-04-08T03:43:55.963" v="9024" actId="26606"/>
          <ac:spMkLst>
            <pc:docMk/>
            <pc:sldMk cId="1087423520" sldId="292"/>
            <ac:spMk id="3" creationId="{E8867192-4497-4EB5-A9AB-F4F637524FA0}"/>
          </ac:spMkLst>
        </pc:spChg>
        <pc:spChg chg="add del">
          <ac:chgData name="Marie Chris Soque" userId="9ebdbcbf79932a9a" providerId="LiveId" clId="{E36846E2-A7F3-4EFD-BC2E-18C899147A2C}" dt="2020-04-08T03:44:05.570" v="9027" actId="26606"/>
          <ac:spMkLst>
            <pc:docMk/>
            <pc:sldMk cId="1087423520" sldId="292"/>
            <ac:spMk id="10" creationId="{4351DFE5-F63D-4BE0-BDA9-E3EB88F01AA5}"/>
          </ac:spMkLst>
        </pc:spChg>
        <pc:graphicFrameChg chg="add mod modGraphic">
          <ac:chgData name="Marie Chris Soque" userId="9ebdbcbf79932a9a" providerId="LiveId" clId="{E36846E2-A7F3-4EFD-BC2E-18C899147A2C}" dt="2020-04-08T03:45:46.809" v="9033" actId="26606"/>
          <ac:graphicFrameMkLst>
            <pc:docMk/>
            <pc:sldMk cId="1087423520" sldId="292"/>
            <ac:graphicFrameMk id="5" creationId="{5F857EED-7F63-406E-83DA-449A87770F76}"/>
          </ac:graphicFrameMkLst>
        </pc:graphicFrameChg>
        <pc:picChg chg="add del">
          <ac:chgData name="Marie Chris Soque" userId="9ebdbcbf79932a9a" providerId="LiveId" clId="{E36846E2-A7F3-4EFD-BC2E-18C899147A2C}" dt="2020-04-08T03:44:05.570" v="9027" actId="26606"/>
          <ac:picMkLst>
            <pc:docMk/>
            <pc:sldMk cId="1087423520" sldId="292"/>
            <ac:picMk id="12" creationId="{02DD2BC0-6F29-4B4F-8D61-2DCF6D2E8E73}"/>
          </ac:picMkLst>
        </pc:picChg>
      </pc:sldChg>
      <pc:sldChg chg="addSp modSp add">
        <pc:chgData name="Marie Chris Soque" userId="9ebdbcbf79932a9a" providerId="LiveId" clId="{E36846E2-A7F3-4EFD-BC2E-18C899147A2C}" dt="2020-04-08T03:53:21.560" v="9713" actId="1076"/>
        <pc:sldMkLst>
          <pc:docMk/>
          <pc:sldMk cId="88634272" sldId="293"/>
        </pc:sldMkLst>
        <pc:spChg chg="mod">
          <ac:chgData name="Marie Chris Soque" userId="9ebdbcbf79932a9a" providerId="LiveId" clId="{E36846E2-A7F3-4EFD-BC2E-18C899147A2C}" dt="2020-04-08T03:53:12.955" v="9712" actId="14100"/>
          <ac:spMkLst>
            <pc:docMk/>
            <pc:sldMk cId="88634272" sldId="293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3:52:58.125" v="9709" actId="1076"/>
          <ac:spMkLst>
            <pc:docMk/>
            <pc:sldMk cId="88634272" sldId="293"/>
            <ac:spMk id="3" creationId="{F31EF85E-3324-4F09-BA66-81D50F17E894}"/>
          </ac:spMkLst>
        </pc:spChg>
        <pc:spChg chg="add mod">
          <ac:chgData name="Marie Chris Soque" userId="9ebdbcbf79932a9a" providerId="LiveId" clId="{E36846E2-A7F3-4EFD-BC2E-18C899147A2C}" dt="2020-04-08T03:53:21.560" v="9713" actId="1076"/>
          <ac:spMkLst>
            <pc:docMk/>
            <pc:sldMk cId="88634272" sldId="293"/>
            <ac:spMk id="4" creationId="{AD2DD81A-6FB5-4BAC-99DE-DAE9962D2EE9}"/>
          </ac:spMkLst>
        </pc:spChg>
      </pc:sldChg>
      <pc:sldChg chg="modSp add del">
        <pc:chgData name="Marie Chris Soque" userId="9ebdbcbf79932a9a" providerId="LiveId" clId="{E36846E2-A7F3-4EFD-BC2E-18C899147A2C}" dt="2020-04-08T03:57:12.736" v="9751" actId="47"/>
        <pc:sldMkLst>
          <pc:docMk/>
          <pc:sldMk cId="1453875811" sldId="294"/>
        </pc:sldMkLst>
        <pc:spChg chg="mod">
          <ac:chgData name="Marie Chris Soque" userId="9ebdbcbf79932a9a" providerId="LiveId" clId="{E36846E2-A7F3-4EFD-BC2E-18C899147A2C}" dt="2020-04-08T03:57:10.149" v="9750" actId="20577"/>
          <ac:spMkLst>
            <pc:docMk/>
            <pc:sldMk cId="1453875811" sldId="294"/>
            <ac:spMk id="2" creationId="{55CDDD15-5A46-45CB-AFC6-7E2C7C72853A}"/>
          </ac:spMkLst>
        </pc:spChg>
      </pc:sldChg>
      <pc:sldChg chg="delSp modSp add">
        <pc:chgData name="Marie Chris Soque" userId="9ebdbcbf79932a9a" providerId="LiveId" clId="{E36846E2-A7F3-4EFD-BC2E-18C899147A2C}" dt="2020-04-08T04:02:39.552" v="10476" actId="207"/>
        <pc:sldMkLst>
          <pc:docMk/>
          <pc:sldMk cId="2016619457" sldId="294"/>
        </pc:sldMkLst>
        <pc:spChg chg="mod">
          <ac:chgData name="Marie Chris Soque" userId="9ebdbcbf79932a9a" providerId="LiveId" clId="{E36846E2-A7F3-4EFD-BC2E-18C899147A2C}" dt="2020-04-08T04:02:39.552" v="10476" actId="207"/>
          <ac:spMkLst>
            <pc:docMk/>
            <pc:sldMk cId="2016619457" sldId="294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0:06.211" v="10167" actId="403"/>
          <ac:spMkLst>
            <pc:docMk/>
            <pc:sldMk cId="2016619457" sldId="294"/>
            <ac:spMk id="3" creationId="{F31EF85E-3324-4F09-BA66-81D50F17E894}"/>
          </ac:spMkLst>
        </pc:spChg>
        <pc:spChg chg="del">
          <ac:chgData name="Marie Chris Soque" userId="9ebdbcbf79932a9a" providerId="LiveId" clId="{E36846E2-A7F3-4EFD-BC2E-18C899147A2C}" dt="2020-04-08T03:57:52.415" v="9788" actId="478"/>
          <ac:spMkLst>
            <pc:docMk/>
            <pc:sldMk cId="2016619457" sldId="294"/>
            <ac:spMk id="4" creationId="{AD2DD81A-6FB5-4BAC-99DE-DAE9962D2EE9}"/>
          </ac:spMkLst>
        </pc:spChg>
      </pc:sldChg>
      <pc:sldChg chg="modSp add del">
        <pc:chgData name="Marie Chris Soque" userId="9ebdbcbf79932a9a" providerId="LiveId" clId="{E36846E2-A7F3-4EFD-BC2E-18C899147A2C}" dt="2020-04-08T03:54:34.685" v="9740" actId="2696"/>
        <pc:sldMkLst>
          <pc:docMk/>
          <pc:sldMk cId="2815792127" sldId="294"/>
        </pc:sldMkLst>
        <pc:spChg chg="mod">
          <ac:chgData name="Marie Chris Soque" userId="9ebdbcbf79932a9a" providerId="LiveId" clId="{E36846E2-A7F3-4EFD-BC2E-18C899147A2C}" dt="2020-04-08T03:54:29.571" v="9739" actId="20577"/>
          <ac:spMkLst>
            <pc:docMk/>
            <pc:sldMk cId="2815792127" sldId="294"/>
            <ac:spMk id="2" creationId="{E1EB900F-5A09-49F6-A669-6F6CD928F953}"/>
          </ac:spMkLst>
        </pc:spChg>
      </pc:sldChg>
      <pc:sldChg chg="modSp add">
        <pc:chgData name="Marie Chris Soque" userId="9ebdbcbf79932a9a" providerId="LiveId" clId="{E36846E2-A7F3-4EFD-BC2E-18C899147A2C}" dt="2020-04-08T04:02:45.824" v="10477" actId="207"/>
        <pc:sldMkLst>
          <pc:docMk/>
          <pc:sldMk cId="2575172669" sldId="295"/>
        </pc:sldMkLst>
        <pc:spChg chg="mod">
          <ac:chgData name="Marie Chris Soque" userId="9ebdbcbf79932a9a" providerId="LiveId" clId="{E36846E2-A7F3-4EFD-BC2E-18C899147A2C}" dt="2020-04-08T04:02:45.824" v="10477" actId="207"/>
          <ac:spMkLst>
            <pc:docMk/>
            <pc:sldMk cId="2575172669" sldId="295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2:17.452" v="10475" actId="5793"/>
          <ac:spMkLst>
            <pc:docMk/>
            <pc:sldMk cId="2575172669" sldId="295"/>
            <ac:spMk id="3" creationId="{F31EF85E-3324-4F09-BA66-81D50F17E894}"/>
          </ac:spMkLst>
        </pc:spChg>
      </pc:sldChg>
      <pc:sldChg chg="add del">
        <pc:chgData name="Marie Chris Soque" userId="9ebdbcbf79932a9a" providerId="LiveId" clId="{E36846E2-A7F3-4EFD-BC2E-18C899147A2C}" dt="2020-04-08T04:00:24.901" v="10169" actId="47"/>
        <pc:sldMkLst>
          <pc:docMk/>
          <pc:sldMk cId="3927610244" sldId="295"/>
        </pc:sldMkLst>
      </pc:sldChg>
      <pc:sldChg chg="modSp add">
        <pc:chgData name="Marie Chris Soque" userId="9ebdbcbf79932a9a" providerId="LiveId" clId="{E36846E2-A7F3-4EFD-BC2E-18C899147A2C}" dt="2020-04-08T04:04:42.735" v="10662" actId="20577"/>
        <pc:sldMkLst>
          <pc:docMk/>
          <pc:sldMk cId="796947720" sldId="296"/>
        </pc:sldMkLst>
        <pc:spChg chg="mod">
          <ac:chgData name="Marie Chris Soque" userId="9ebdbcbf79932a9a" providerId="LiveId" clId="{E36846E2-A7F3-4EFD-BC2E-18C899147A2C}" dt="2020-04-08T04:03:04.217" v="10497" actId="20577"/>
          <ac:spMkLst>
            <pc:docMk/>
            <pc:sldMk cId="796947720" sldId="296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4:42.735" v="10662" actId="20577"/>
          <ac:spMkLst>
            <pc:docMk/>
            <pc:sldMk cId="796947720" sldId="296"/>
            <ac:spMk id="3" creationId="{F31EF85E-3324-4F09-BA66-81D50F17E894}"/>
          </ac:spMkLst>
        </pc:spChg>
      </pc:sldChg>
      <pc:sldChg chg="modSp add">
        <pc:chgData name="Marie Chris Soque" userId="9ebdbcbf79932a9a" providerId="LiveId" clId="{E36846E2-A7F3-4EFD-BC2E-18C899147A2C}" dt="2020-04-08T04:06:46.845" v="10852" actId="20577"/>
        <pc:sldMkLst>
          <pc:docMk/>
          <pc:sldMk cId="594974041" sldId="297"/>
        </pc:sldMkLst>
        <pc:spChg chg="mod">
          <ac:chgData name="Marie Chris Soque" userId="9ebdbcbf79932a9a" providerId="LiveId" clId="{E36846E2-A7F3-4EFD-BC2E-18C899147A2C}" dt="2020-04-08T04:05:03.797" v="10672" actId="20577"/>
          <ac:spMkLst>
            <pc:docMk/>
            <pc:sldMk cId="594974041" sldId="297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6:46.845" v="10852" actId="20577"/>
          <ac:spMkLst>
            <pc:docMk/>
            <pc:sldMk cId="594974041" sldId="297"/>
            <ac:spMk id="3" creationId="{F31EF85E-3324-4F09-BA66-81D50F17E894}"/>
          </ac:spMkLst>
        </pc:spChg>
      </pc:sldChg>
      <pc:sldChg chg="modSp add">
        <pc:chgData name="Marie Chris Soque" userId="9ebdbcbf79932a9a" providerId="LiveId" clId="{E36846E2-A7F3-4EFD-BC2E-18C899147A2C}" dt="2020-04-08T04:07:35.524" v="10880" actId="5793"/>
        <pc:sldMkLst>
          <pc:docMk/>
          <pc:sldMk cId="4122820405" sldId="298"/>
        </pc:sldMkLst>
        <pc:spChg chg="mod">
          <ac:chgData name="Marie Chris Soque" userId="9ebdbcbf79932a9a" providerId="LiveId" clId="{E36846E2-A7F3-4EFD-BC2E-18C899147A2C}" dt="2020-04-08T04:06:59.867" v="10864" actId="20577"/>
          <ac:spMkLst>
            <pc:docMk/>
            <pc:sldMk cId="4122820405" sldId="298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7:35.524" v="10880" actId="5793"/>
          <ac:spMkLst>
            <pc:docMk/>
            <pc:sldMk cId="4122820405" sldId="298"/>
            <ac:spMk id="3" creationId="{F31EF85E-3324-4F09-BA66-81D50F17E894}"/>
          </ac:spMkLst>
        </pc:spChg>
      </pc:sldChg>
      <pc:sldChg chg="modSp add">
        <pc:chgData name="Marie Chris Soque" userId="9ebdbcbf79932a9a" providerId="LiveId" clId="{E36846E2-A7F3-4EFD-BC2E-18C899147A2C}" dt="2020-04-08T04:08:55.717" v="11059" actId="20577"/>
        <pc:sldMkLst>
          <pc:docMk/>
          <pc:sldMk cId="3888433812" sldId="299"/>
        </pc:sldMkLst>
        <pc:spChg chg="mod">
          <ac:chgData name="Marie Chris Soque" userId="9ebdbcbf79932a9a" providerId="LiveId" clId="{E36846E2-A7F3-4EFD-BC2E-18C899147A2C}" dt="2020-04-08T04:07:48.765" v="10899" actId="20577"/>
          <ac:spMkLst>
            <pc:docMk/>
            <pc:sldMk cId="3888433812" sldId="299"/>
            <ac:spMk id="2" creationId="{6B151A0C-2DC2-4F74-9C83-B47C15475146}"/>
          </ac:spMkLst>
        </pc:spChg>
        <pc:spChg chg="mod">
          <ac:chgData name="Marie Chris Soque" userId="9ebdbcbf79932a9a" providerId="LiveId" clId="{E36846E2-A7F3-4EFD-BC2E-18C899147A2C}" dt="2020-04-08T04:08:55.717" v="11059" actId="20577"/>
          <ac:spMkLst>
            <pc:docMk/>
            <pc:sldMk cId="3888433812" sldId="299"/>
            <ac:spMk id="3" creationId="{F31EF85E-3324-4F09-BA66-81D50F17E894}"/>
          </ac:spMkLst>
        </pc:spChg>
      </pc:sldChg>
      <pc:sldChg chg="modSp add ord">
        <pc:chgData name="Marie Chris Soque" userId="9ebdbcbf79932a9a" providerId="LiveId" clId="{E36846E2-A7F3-4EFD-BC2E-18C899147A2C}" dt="2020-04-08T04:09:55.053" v="11066" actId="20577"/>
        <pc:sldMkLst>
          <pc:docMk/>
          <pc:sldMk cId="3762034829" sldId="300"/>
        </pc:sldMkLst>
        <pc:spChg chg="mod">
          <ac:chgData name="Marie Chris Soque" userId="9ebdbcbf79932a9a" providerId="LiveId" clId="{E36846E2-A7F3-4EFD-BC2E-18C899147A2C}" dt="2020-04-08T04:09:52.786" v="11064" actId="20577"/>
          <ac:spMkLst>
            <pc:docMk/>
            <pc:sldMk cId="3762034829" sldId="300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4:09:55.053" v="11066" actId="20577"/>
          <ac:spMkLst>
            <pc:docMk/>
            <pc:sldMk cId="3762034829" sldId="300"/>
            <ac:spMk id="3" creationId="{1040C2EB-69A2-43FE-875B-BD02C0C4F430}"/>
          </ac:spMkLst>
        </pc:spChg>
      </pc:sldChg>
      <pc:sldChg chg="modSp add">
        <pc:chgData name="Marie Chris Soque" userId="9ebdbcbf79932a9a" providerId="LiveId" clId="{E36846E2-A7F3-4EFD-BC2E-18C899147A2C}" dt="2020-04-08T04:21:46.131" v="11093"/>
        <pc:sldMkLst>
          <pc:docMk/>
          <pc:sldMk cId="2795039089" sldId="301"/>
        </pc:sldMkLst>
        <pc:spChg chg="mod">
          <ac:chgData name="Marie Chris Soque" userId="9ebdbcbf79932a9a" providerId="LiveId" clId="{E36846E2-A7F3-4EFD-BC2E-18C899147A2C}" dt="2020-04-08T04:21:32.232" v="11092" actId="20577"/>
          <ac:spMkLst>
            <pc:docMk/>
            <pc:sldMk cId="2795039089" sldId="301"/>
            <ac:spMk id="2" creationId="{26AD339F-CD4B-4FCC-AADD-4449CCA42FB7}"/>
          </ac:spMkLst>
        </pc:spChg>
        <pc:spChg chg="mod">
          <ac:chgData name="Marie Chris Soque" userId="9ebdbcbf79932a9a" providerId="LiveId" clId="{E36846E2-A7F3-4EFD-BC2E-18C899147A2C}" dt="2020-04-08T04:21:46.131" v="11093"/>
          <ac:spMkLst>
            <pc:docMk/>
            <pc:sldMk cId="2795039089" sldId="301"/>
            <ac:spMk id="3" creationId="{1040C2EB-69A2-43FE-875B-BD02C0C4F430}"/>
          </ac:spMkLst>
        </pc:spChg>
      </pc:sldChg>
      <pc:sldMasterChg chg="modSldLayout">
        <pc:chgData name="Marie Chris Soque" userId="9ebdbcbf79932a9a" providerId="LiveId" clId="{E36846E2-A7F3-4EFD-BC2E-18C899147A2C}" dt="2020-04-07T08:24:39.095" v="107" actId="1076"/>
        <pc:sldMasterMkLst>
          <pc:docMk/>
          <pc:sldMasterMk cId="236828940" sldId="2147483648"/>
        </pc:sldMasterMkLst>
        <pc:sldLayoutChg chg="addSp delSp modSp">
          <pc:chgData name="Marie Chris Soque" userId="9ebdbcbf79932a9a" providerId="LiveId" clId="{E36846E2-A7F3-4EFD-BC2E-18C899147A2C}" dt="2020-04-07T08:24:39.095" v="107" actId="1076"/>
          <pc:sldLayoutMkLst>
            <pc:docMk/>
            <pc:sldMasterMk cId="236828940" sldId="2147483648"/>
            <pc:sldLayoutMk cId="4054162043" sldId="2147483649"/>
          </pc:sldLayoutMkLst>
          <pc:spChg chg="del mod">
            <ac:chgData name="Marie Chris Soque" userId="9ebdbcbf79932a9a" providerId="LiveId" clId="{E36846E2-A7F3-4EFD-BC2E-18C899147A2C}" dt="2020-04-07T08:24:22.432" v="104" actId="478"/>
            <ac:spMkLst>
              <pc:docMk/>
              <pc:sldMasterMk cId="236828940" sldId="2147483648"/>
              <pc:sldLayoutMk cId="4054162043" sldId="2147483649"/>
              <ac:spMk id="8" creationId="{B9059644-BD68-48DA-B90B-E97D932F04F4}"/>
            </ac:spMkLst>
          </pc:spChg>
          <pc:spChg chg="add">
            <ac:chgData name="Marie Chris Soque" userId="9ebdbcbf79932a9a" providerId="LiveId" clId="{E36846E2-A7F3-4EFD-BC2E-18C899147A2C}" dt="2020-04-07T08:24:23.010" v="105"/>
            <ac:spMkLst>
              <pc:docMk/>
              <pc:sldMasterMk cId="236828940" sldId="2147483648"/>
              <pc:sldLayoutMk cId="4054162043" sldId="2147483649"/>
              <ac:spMk id="11" creationId="{6C89DA67-FB2F-492F-8875-D8F4D4DB0AAF}"/>
            </ac:spMkLst>
          </pc:spChg>
          <pc:picChg chg="mod">
            <ac:chgData name="Marie Chris Soque" userId="9ebdbcbf79932a9a" providerId="LiveId" clId="{E36846E2-A7F3-4EFD-BC2E-18C899147A2C}" dt="2020-04-07T08:24:39.095" v="107" actId="1076"/>
            <ac:picMkLst>
              <pc:docMk/>
              <pc:sldMasterMk cId="236828940" sldId="2147483648"/>
              <pc:sldLayoutMk cId="4054162043" sldId="2147483649"/>
              <ac:picMk id="10" creationId="{81CE94B4-04F5-4161-95DF-2EB53BA97E45}"/>
            </ac:picMkLst>
          </pc:picChg>
        </pc:sldLayoutChg>
        <pc:sldLayoutChg chg="modSp">
          <pc:chgData name="Marie Chris Soque" userId="9ebdbcbf79932a9a" providerId="LiveId" clId="{E36846E2-A7F3-4EFD-BC2E-18C899147A2C}" dt="2020-04-07T08:24:33.702" v="106" actId="1076"/>
          <pc:sldLayoutMkLst>
            <pc:docMk/>
            <pc:sldMasterMk cId="236828940" sldId="2147483648"/>
            <pc:sldLayoutMk cId="1864361372" sldId="2147483650"/>
          </pc:sldLayoutMkLst>
          <pc:spChg chg="mod">
            <ac:chgData name="Marie Chris Soque" userId="9ebdbcbf79932a9a" providerId="LiveId" clId="{E36846E2-A7F3-4EFD-BC2E-18C899147A2C}" dt="2020-04-07T08:24:13.346" v="103" actId="20577"/>
            <ac:spMkLst>
              <pc:docMk/>
              <pc:sldMasterMk cId="236828940" sldId="2147483648"/>
              <pc:sldLayoutMk cId="1864361372" sldId="2147483650"/>
              <ac:spMk id="10" creationId="{DBD7041B-5B8A-4891-9625-77D7D7A25153}"/>
            </ac:spMkLst>
          </pc:spChg>
          <pc:picChg chg="mod">
            <ac:chgData name="Marie Chris Soque" userId="9ebdbcbf79932a9a" providerId="LiveId" clId="{E36846E2-A7F3-4EFD-BC2E-18C899147A2C}" dt="2020-04-07T08:24:33.702" v="106" actId="1076"/>
            <ac:picMkLst>
              <pc:docMk/>
              <pc:sldMasterMk cId="236828940" sldId="2147483648"/>
              <pc:sldLayoutMk cId="1864361372" sldId="2147483650"/>
              <ac:picMk id="11" creationId="{0E49D956-4E7D-4FF0-9764-CA5EA52DF041}"/>
            </ac:picMkLst>
          </pc:picChg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21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6.svg"/><Relationship Id="rId16" Type="http://schemas.openxmlformats.org/officeDocument/2006/relationships/image" Target="../media/image40.svg"/><Relationship Id="rId1" Type="http://schemas.openxmlformats.org/officeDocument/2006/relationships/image" Target="../media/image25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6" Type="http://schemas.openxmlformats.org/officeDocument/2006/relationships/image" Target="../media/image57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21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6.svg"/><Relationship Id="rId16" Type="http://schemas.openxmlformats.org/officeDocument/2006/relationships/image" Target="../media/image40.svg"/><Relationship Id="rId1" Type="http://schemas.openxmlformats.org/officeDocument/2006/relationships/image" Target="../media/image25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39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6" Type="http://schemas.openxmlformats.org/officeDocument/2006/relationships/image" Target="../media/image57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0D52F-C42C-4002-8DD3-F2CAF4F1451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4334888-4F95-45B6-A9CE-EFA330B54B22}">
      <dgm:prSet custT="1"/>
      <dgm:spPr/>
      <dgm:t>
        <a:bodyPr/>
        <a:lstStyle/>
        <a:p>
          <a:r>
            <a:rPr lang="en-US" sz="2400" dirty="0"/>
            <a:t>Complete an online marketplace analysis to assess competitor, customer, and intermediary use of the Internet as part of strategy development</a:t>
          </a:r>
        </a:p>
      </dgm:t>
    </dgm:pt>
    <dgm:pt modelId="{04F90247-BC65-45BE-A48E-24BEC023F4A7}" type="parTrans" cxnId="{451AE01A-F7DF-4EA2-844C-D3CD822E6B44}">
      <dgm:prSet/>
      <dgm:spPr/>
      <dgm:t>
        <a:bodyPr/>
        <a:lstStyle/>
        <a:p>
          <a:endParaRPr lang="en-US"/>
        </a:p>
      </dgm:t>
    </dgm:pt>
    <dgm:pt modelId="{7B0D5125-480D-4910-8EAB-1CB7A4D637B4}" type="sibTrans" cxnId="{451AE01A-F7DF-4EA2-844C-D3CD822E6B4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DD01262-F1D0-46B1-87E9-08607A0F8ADD}">
      <dgm:prSet custT="1"/>
      <dgm:spPr/>
      <dgm:t>
        <a:bodyPr/>
        <a:lstStyle/>
        <a:p>
          <a:r>
            <a:rPr lang="en-US" sz="2400" dirty="0"/>
            <a:t>Identify the main business and marketplace models for electronic communications and trading</a:t>
          </a:r>
        </a:p>
      </dgm:t>
    </dgm:pt>
    <dgm:pt modelId="{F4FE3A71-451E-4119-9A40-5792E19C423C}" type="parTrans" cxnId="{725ED6DB-6673-4172-A91A-5A7A7DA985C7}">
      <dgm:prSet/>
      <dgm:spPr/>
      <dgm:t>
        <a:bodyPr/>
        <a:lstStyle/>
        <a:p>
          <a:endParaRPr lang="en-US"/>
        </a:p>
      </dgm:t>
    </dgm:pt>
    <dgm:pt modelId="{75998EB7-0F59-4CC7-9365-C9C08D5B18F8}" type="sibTrans" cxnId="{725ED6DB-6673-4172-A91A-5A7A7DA985C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C2A76B-8D56-4455-80B8-A6ED4AD07D4F}">
      <dgm:prSet custT="1"/>
      <dgm:spPr/>
      <dgm:t>
        <a:bodyPr/>
        <a:lstStyle/>
        <a:p>
          <a:r>
            <a:rPr lang="en-US" sz="2400" dirty="0"/>
            <a:t>Evaluate the effectiveness of business and revenue models for online businesses</a:t>
          </a:r>
        </a:p>
      </dgm:t>
    </dgm:pt>
    <dgm:pt modelId="{4520FE5B-121A-48E1-89F4-B3C1264C2580}" type="parTrans" cxnId="{882C3B1D-1115-4D4F-9996-410494C76FD2}">
      <dgm:prSet/>
      <dgm:spPr/>
      <dgm:t>
        <a:bodyPr/>
        <a:lstStyle/>
        <a:p>
          <a:endParaRPr lang="en-US"/>
        </a:p>
      </dgm:t>
    </dgm:pt>
    <dgm:pt modelId="{C13C0BD9-66A6-471D-8B35-D64168D42BD0}" type="sibTrans" cxnId="{882C3B1D-1115-4D4F-9996-410494C76FD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B0DE486-1E00-4ECE-966E-8423F011A83F}" type="pres">
      <dgm:prSet presAssocID="{DD50D52F-C42C-4002-8DD3-F2CAF4F14514}" presName="Name0" presStyleCnt="0">
        <dgm:presLayoutVars>
          <dgm:animLvl val="lvl"/>
          <dgm:resizeHandles val="exact"/>
        </dgm:presLayoutVars>
      </dgm:prSet>
      <dgm:spPr/>
    </dgm:pt>
    <dgm:pt modelId="{105F3D12-60F0-4C91-8D6A-2A8FE446D552}" type="pres">
      <dgm:prSet presAssocID="{F4334888-4F95-45B6-A9CE-EFA330B54B22}" presName="compositeNode" presStyleCnt="0">
        <dgm:presLayoutVars>
          <dgm:bulletEnabled val="1"/>
        </dgm:presLayoutVars>
      </dgm:prSet>
      <dgm:spPr/>
    </dgm:pt>
    <dgm:pt modelId="{705DE98B-8AAC-4A9C-8572-B343B97DC1E1}" type="pres">
      <dgm:prSet presAssocID="{F4334888-4F95-45B6-A9CE-EFA330B54B22}" presName="bgRect" presStyleLbl="bgAccFollowNode1" presStyleIdx="0" presStyleCnt="3"/>
      <dgm:spPr/>
    </dgm:pt>
    <dgm:pt modelId="{B31F0F55-513E-44B0-8F93-6C06893ED1BE}" type="pres">
      <dgm:prSet presAssocID="{7B0D5125-480D-4910-8EAB-1CB7A4D637B4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C8D3579-851E-4A2C-ABC6-E0BCD8266A21}" type="pres">
      <dgm:prSet presAssocID="{F4334888-4F95-45B6-A9CE-EFA330B54B22}" presName="bottomLine" presStyleLbl="alignNode1" presStyleIdx="1" presStyleCnt="6">
        <dgm:presLayoutVars/>
      </dgm:prSet>
      <dgm:spPr/>
    </dgm:pt>
    <dgm:pt modelId="{5D8B5A46-3DDA-40B4-B67A-8B65460D0EA6}" type="pres">
      <dgm:prSet presAssocID="{F4334888-4F95-45B6-A9CE-EFA330B54B22}" presName="nodeText" presStyleLbl="bgAccFollowNode1" presStyleIdx="0" presStyleCnt="3">
        <dgm:presLayoutVars>
          <dgm:bulletEnabled val="1"/>
        </dgm:presLayoutVars>
      </dgm:prSet>
      <dgm:spPr/>
    </dgm:pt>
    <dgm:pt modelId="{584D7B08-1520-450A-AD4B-D4BE3C769CDB}" type="pres">
      <dgm:prSet presAssocID="{7B0D5125-480D-4910-8EAB-1CB7A4D637B4}" presName="sibTrans" presStyleCnt="0"/>
      <dgm:spPr/>
    </dgm:pt>
    <dgm:pt modelId="{9A575DBB-D709-4972-9C4E-DBE0F1E6C18E}" type="pres">
      <dgm:prSet presAssocID="{6DD01262-F1D0-46B1-87E9-08607A0F8ADD}" presName="compositeNode" presStyleCnt="0">
        <dgm:presLayoutVars>
          <dgm:bulletEnabled val="1"/>
        </dgm:presLayoutVars>
      </dgm:prSet>
      <dgm:spPr/>
    </dgm:pt>
    <dgm:pt modelId="{02727F33-0DF9-40A5-A2E9-EB1A690BF758}" type="pres">
      <dgm:prSet presAssocID="{6DD01262-F1D0-46B1-87E9-08607A0F8ADD}" presName="bgRect" presStyleLbl="bgAccFollowNode1" presStyleIdx="1" presStyleCnt="3"/>
      <dgm:spPr/>
    </dgm:pt>
    <dgm:pt modelId="{D77543A1-2FAC-41CD-BCA3-244434C7CBDD}" type="pres">
      <dgm:prSet presAssocID="{75998EB7-0F59-4CC7-9365-C9C08D5B18F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5ED5F79F-5C93-4511-95AC-2D91399C3F75}" type="pres">
      <dgm:prSet presAssocID="{6DD01262-F1D0-46B1-87E9-08607A0F8ADD}" presName="bottomLine" presStyleLbl="alignNode1" presStyleIdx="3" presStyleCnt="6">
        <dgm:presLayoutVars/>
      </dgm:prSet>
      <dgm:spPr/>
    </dgm:pt>
    <dgm:pt modelId="{4D1243C7-5721-4C71-AC6D-91CAE4BA808A}" type="pres">
      <dgm:prSet presAssocID="{6DD01262-F1D0-46B1-87E9-08607A0F8ADD}" presName="nodeText" presStyleLbl="bgAccFollowNode1" presStyleIdx="1" presStyleCnt="3">
        <dgm:presLayoutVars>
          <dgm:bulletEnabled val="1"/>
        </dgm:presLayoutVars>
      </dgm:prSet>
      <dgm:spPr/>
    </dgm:pt>
    <dgm:pt modelId="{618FCE78-0CF3-4984-9945-FE1486BC0AD8}" type="pres">
      <dgm:prSet presAssocID="{75998EB7-0F59-4CC7-9365-C9C08D5B18F8}" presName="sibTrans" presStyleCnt="0"/>
      <dgm:spPr/>
    </dgm:pt>
    <dgm:pt modelId="{3E32FE25-669B-40FF-B970-09BE88CDDBED}" type="pres">
      <dgm:prSet presAssocID="{32C2A76B-8D56-4455-80B8-A6ED4AD07D4F}" presName="compositeNode" presStyleCnt="0">
        <dgm:presLayoutVars>
          <dgm:bulletEnabled val="1"/>
        </dgm:presLayoutVars>
      </dgm:prSet>
      <dgm:spPr/>
    </dgm:pt>
    <dgm:pt modelId="{A82F8741-5A79-4B08-BB7B-BC0B30B260E9}" type="pres">
      <dgm:prSet presAssocID="{32C2A76B-8D56-4455-80B8-A6ED4AD07D4F}" presName="bgRect" presStyleLbl="bgAccFollowNode1" presStyleIdx="2" presStyleCnt="3"/>
      <dgm:spPr/>
    </dgm:pt>
    <dgm:pt modelId="{0F3BEF9C-751C-4DFC-8BB0-2769C0992B57}" type="pres">
      <dgm:prSet presAssocID="{C13C0BD9-66A6-471D-8B35-D64168D42BD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8EBD7559-4CDA-417E-A45B-19DB91EFCDCF}" type="pres">
      <dgm:prSet presAssocID="{32C2A76B-8D56-4455-80B8-A6ED4AD07D4F}" presName="bottomLine" presStyleLbl="alignNode1" presStyleIdx="5" presStyleCnt="6">
        <dgm:presLayoutVars/>
      </dgm:prSet>
      <dgm:spPr/>
    </dgm:pt>
    <dgm:pt modelId="{1CCE577E-9134-4D69-BB37-153DAB46195A}" type="pres">
      <dgm:prSet presAssocID="{32C2A76B-8D56-4455-80B8-A6ED4AD07D4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51AE01A-F7DF-4EA2-844C-D3CD822E6B44}" srcId="{DD50D52F-C42C-4002-8DD3-F2CAF4F14514}" destId="{F4334888-4F95-45B6-A9CE-EFA330B54B22}" srcOrd="0" destOrd="0" parTransId="{04F90247-BC65-45BE-A48E-24BEC023F4A7}" sibTransId="{7B0D5125-480D-4910-8EAB-1CB7A4D637B4}"/>
    <dgm:cxn modelId="{882C3B1D-1115-4D4F-9996-410494C76FD2}" srcId="{DD50D52F-C42C-4002-8DD3-F2CAF4F14514}" destId="{32C2A76B-8D56-4455-80B8-A6ED4AD07D4F}" srcOrd="2" destOrd="0" parTransId="{4520FE5B-121A-48E1-89F4-B3C1264C2580}" sibTransId="{C13C0BD9-66A6-471D-8B35-D64168D42BD0}"/>
    <dgm:cxn modelId="{F64EDB1D-1F57-480D-8FBD-7DAAC869E81E}" type="presOf" srcId="{32C2A76B-8D56-4455-80B8-A6ED4AD07D4F}" destId="{1CCE577E-9134-4D69-BB37-153DAB46195A}" srcOrd="1" destOrd="0" presId="urn:microsoft.com/office/officeart/2016/7/layout/BasicLinearProcessNumbered"/>
    <dgm:cxn modelId="{FACA955F-1322-411B-99CD-A56BF92B10C9}" type="presOf" srcId="{7B0D5125-480D-4910-8EAB-1CB7A4D637B4}" destId="{B31F0F55-513E-44B0-8F93-6C06893ED1BE}" srcOrd="0" destOrd="0" presId="urn:microsoft.com/office/officeart/2016/7/layout/BasicLinearProcessNumbered"/>
    <dgm:cxn modelId="{9CF9A788-EBE9-4965-8A55-C246A6F3C969}" type="presOf" srcId="{6DD01262-F1D0-46B1-87E9-08607A0F8ADD}" destId="{02727F33-0DF9-40A5-A2E9-EB1A690BF758}" srcOrd="0" destOrd="0" presId="urn:microsoft.com/office/officeart/2016/7/layout/BasicLinearProcessNumbered"/>
    <dgm:cxn modelId="{778A31AB-FEF7-49FF-A204-657B02CFBCF9}" type="presOf" srcId="{6DD01262-F1D0-46B1-87E9-08607A0F8ADD}" destId="{4D1243C7-5721-4C71-AC6D-91CAE4BA808A}" srcOrd="1" destOrd="0" presId="urn:microsoft.com/office/officeart/2016/7/layout/BasicLinearProcessNumbered"/>
    <dgm:cxn modelId="{38A11FB6-6BD3-43E6-A1FC-D1DBB164D174}" type="presOf" srcId="{75998EB7-0F59-4CC7-9365-C9C08D5B18F8}" destId="{D77543A1-2FAC-41CD-BCA3-244434C7CBDD}" srcOrd="0" destOrd="0" presId="urn:microsoft.com/office/officeart/2016/7/layout/BasicLinearProcessNumbered"/>
    <dgm:cxn modelId="{BA8BB4B9-5556-43CF-9495-D45D0DF78FF0}" type="presOf" srcId="{32C2A76B-8D56-4455-80B8-A6ED4AD07D4F}" destId="{A82F8741-5A79-4B08-BB7B-BC0B30B260E9}" srcOrd="0" destOrd="0" presId="urn:microsoft.com/office/officeart/2016/7/layout/BasicLinearProcessNumbered"/>
    <dgm:cxn modelId="{DF5006D3-9FBD-4D7A-A8C2-0152B85AAB06}" type="presOf" srcId="{F4334888-4F95-45B6-A9CE-EFA330B54B22}" destId="{5D8B5A46-3DDA-40B4-B67A-8B65460D0EA6}" srcOrd="1" destOrd="0" presId="urn:microsoft.com/office/officeart/2016/7/layout/BasicLinearProcessNumbered"/>
    <dgm:cxn modelId="{3712ACD5-A1CE-45A6-8425-E794D8CA7CFC}" type="presOf" srcId="{F4334888-4F95-45B6-A9CE-EFA330B54B22}" destId="{705DE98B-8AAC-4A9C-8572-B343B97DC1E1}" srcOrd="0" destOrd="0" presId="urn:microsoft.com/office/officeart/2016/7/layout/BasicLinearProcessNumbered"/>
    <dgm:cxn modelId="{725ED6DB-6673-4172-A91A-5A7A7DA985C7}" srcId="{DD50D52F-C42C-4002-8DD3-F2CAF4F14514}" destId="{6DD01262-F1D0-46B1-87E9-08607A0F8ADD}" srcOrd="1" destOrd="0" parTransId="{F4FE3A71-451E-4119-9A40-5792E19C423C}" sibTransId="{75998EB7-0F59-4CC7-9365-C9C08D5B18F8}"/>
    <dgm:cxn modelId="{492E89DC-488D-4D52-88B4-469A39F544F1}" type="presOf" srcId="{DD50D52F-C42C-4002-8DD3-F2CAF4F14514}" destId="{AB0DE486-1E00-4ECE-966E-8423F011A83F}" srcOrd="0" destOrd="0" presId="urn:microsoft.com/office/officeart/2016/7/layout/BasicLinearProcessNumbered"/>
    <dgm:cxn modelId="{C3DE30F6-E2D1-4279-8B5B-3D89956960F9}" type="presOf" srcId="{C13C0BD9-66A6-471D-8B35-D64168D42BD0}" destId="{0F3BEF9C-751C-4DFC-8BB0-2769C0992B57}" srcOrd="0" destOrd="0" presId="urn:microsoft.com/office/officeart/2016/7/layout/BasicLinearProcessNumbered"/>
    <dgm:cxn modelId="{4B42F8F5-0FBA-4A06-AE69-CBDAED8DA0CB}" type="presParOf" srcId="{AB0DE486-1E00-4ECE-966E-8423F011A83F}" destId="{105F3D12-60F0-4C91-8D6A-2A8FE446D552}" srcOrd="0" destOrd="0" presId="urn:microsoft.com/office/officeart/2016/7/layout/BasicLinearProcessNumbered"/>
    <dgm:cxn modelId="{F27B9A27-EBA4-4AB2-ABA0-691F54847816}" type="presParOf" srcId="{105F3D12-60F0-4C91-8D6A-2A8FE446D552}" destId="{705DE98B-8AAC-4A9C-8572-B343B97DC1E1}" srcOrd="0" destOrd="0" presId="urn:microsoft.com/office/officeart/2016/7/layout/BasicLinearProcessNumbered"/>
    <dgm:cxn modelId="{61F3A8A0-9D78-464E-A41A-0EDF025FBBB1}" type="presParOf" srcId="{105F3D12-60F0-4C91-8D6A-2A8FE446D552}" destId="{B31F0F55-513E-44B0-8F93-6C06893ED1BE}" srcOrd="1" destOrd="0" presId="urn:microsoft.com/office/officeart/2016/7/layout/BasicLinearProcessNumbered"/>
    <dgm:cxn modelId="{7D8E11C7-9574-4A25-AB76-0A068CF483AF}" type="presParOf" srcId="{105F3D12-60F0-4C91-8D6A-2A8FE446D552}" destId="{6C8D3579-851E-4A2C-ABC6-E0BCD8266A21}" srcOrd="2" destOrd="0" presId="urn:microsoft.com/office/officeart/2016/7/layout/BasicLinearProcessNumbered"/>
    <dgm:cxn modelId="{2DFF7241-6FBB-40CD-8C70-3462216479B6}" type="presParOf" srcId="{105F3D12-60F0-4C91-8D6A-2A8FE446D552}" destId="{5D8B5A46-3DDA-40B4-B67A-8B65460D0EA6}" srcOrd="3" destOrd="0" presId="urn:microsoft.com/office/officeart/2016/7/layout/BasicLinearProcessNumbered"/>
    <dgm:cxn modelId="{FA04662A-DA92-43DD-A5A7-1DA1CE8D5BA0}" type="presParOf" srcId="{AB0DE486-1E00-4ECE-966E-8423F011A83F}" destId="{584D7B08-1520-450A-AD4B-D4BE3C769CDB}" srcOrd="1" destOrd="0" presId="urn:microsoft.com/office/officeart/2016/7/layout/BasicLinearProcessNumbered"/>
    <dgm:cxn modelId="{662A6253-96AD-4079-B91C-081717041995}" type="presParOf" srcId="{AB0DE486-1E00-4ECE-966E-8423F011A83F}" destId="{9A575DBB-D709-4972-9C4E-DBE0F1E6C18E}" srcOrd="2" destOrd="0" presId="urn:microsoft.com/office/officeart/2016/7/layout/BasicLinearProcessNumbered"/>
    <dgm:cxn modelId="{2DB4473A-D3EE-461C-8647-24CD431A4C71}" type="presParOf" srcId="{9A575DBB-D709-4972-9C4E-DBE0F1E6C18E}" destId="{02727F33-0DF9-40A5-A2E9-EB1A690BF758}" srcOrd="0" destOrd="0" presId="urn:microsoft.com/office/officeart/2016/7/layout/BasicLinearProcessNumbered"/>
    <dgm:cxn modelId="{CAB5A951-5378-4863-9B4C-02ADF90A7FAC}" type="presParOf" srcId="{9A575DBB-D709-4972-9C4E-DBE0F1E6C18E}" destId="{D77543A1-2FAC-41CD-BCA3-244434C7CBDD}" srcOrd="1" destOrd="0" presId="urn:microsoft.com/office/officeart/2016/7/layout/BasicLinearProcessNumbered"/>
    <dgm:cxn modelId="{FF3ECDA2-8391-4BB9-8E91-4DD6FA610517}" type="presParOf" srcId="{9A575DBB-D709-4972-9C4E-DBE0F1E6C18E}" destId="{5ED5F79F-5C93-4511-95AC-2D91399C3F75}" srcOrd="2" destOrd="0" presId="urn:microsoft.com/office/officeart/2016/7/layout/BasicLinearProcessNumbered"/>
    <dgm:cxn modelId="{B03B12C7-6B55-40E6-9CF8-BE70F8141D37}" type="presParOf" srcId="{9A575DBB-D709-4972-9C4E-DBE0F1E6C18E}" destId="{4D1243C7-5721-4C71-AC6D-91CAE4BA808A}" srcOrd="3" destOrd="0" presId="urn:microsoft.com/office/officeart/2016/7/layout/BasicLinearProcessNumbered"/>
    <dgm:cxn modelId="{EEA7F141-8F3F-48AC-AE0B-21B5BAF58F75}" type="presParOf" srcId="{AB0DE486-1E00-4ECE-966E-8423F011A83F}" destId="{618FCE78-0CF3-4984-9945-FE1486BC0AD8}" srcOrd="3" destOrd="0" presId="urn:microsoft.com/office/officeart/2016/7/layout/BasicLinearProcessNumbered"/>
    <dgm:cxn modelId="{1A2C3E1F-8C62-462A-A75C-A4A7007D8839}" type="presParOf" srcId="{AB0DE486-1E00-4ECE-966E-8423F011A83F}" destId="{3E32FE25-669B-40FF-B970-09BE88CDDBED}" srcOrd="4" destOrd="0" presId="urn:microsoft.com/office/officeart/2016/7/layout/BasicLinearProcessNumbered"/>
    <dgm:cxn modelId="{A1F0DD84-B1C6-4639-8B08-F570DBB3F3A3}" type="presParOf" srcId="{3E32FE25-669B-40FF-B970-09BE88CDDBED}" destId="{A82F8741-5A79-4B08-BB7B-BC0B30B260E9}" srcOrd="0" destOrd="0" presId="urn:microsoft.com/office/officeart/2016/7/layout/BasicLinearProcessNumbered"/>
    <dgm:cxn modelId="{FD4F8312-D10F-4806-83EE-9A638F4E2217}" type="presParOf" srcId="{3E32FE25-669B-40FF-B970-09BE88CDDBED}" destId="{0F3BEF9C-751C-4DFC-8BB0-2769C0992B57}" srcOrd="1" destOrd="0" presId="urn:microsoft.com/office/officeart/2016/7/layout/BasicLinearProcessNumbered"/>
    <dgm:cxn modelId="{A814157E-2A86-4442-AD5D-2F10BC5CD556}" type="presParOf" srcId="{3E32FE25-669B-40FF-B970-09BE88CDDBED}" destId="{8EBD7559-4CDA-417E-A45B-19DB91EFCDCF}" srcOrd="2" destOrd="0" presId="urn:microsoft.com/office/officeart/2016/7/layout/BasicLinearProcessNumbered"/>
    <dgm:cxn modelId="{3CA6F6B0-E670-452B-B7F3-9B1C3077FACC}" type="presParOf" srcId="{3E32FE25-669B-40FF-B970-09BE88CDDBED}" destId="{1CCE577E-9134-4D69-BB37-153DAB46195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68F3EF-C4B2-4368-8EB1-193FD63A418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C2722C0B-43C8-4430-8A00-4EA78C526A46}">
      <dgm:prSet phldrT="[Text]"/>
      <dgm:spPr/>
      <dgm:t>
        <a:bodyPr/>
        <a:lstStyle/>
        <a:p>
          <a:r>
            <a:rPr lang="en-SG"/>
            <a:t>Customer Segments</a:t>
          </a:r>
          <a:endParaRPr lang="en-SG" dirty="0"/>
        </a:p>
      </dgm:t>
    </dgm:pt>
    <dgm:pt modelId="{8D6A8135-01B2-405D-ADF7-6D9A7B431069}" type="parTrans" cxnId="{37784AB4-91BE-472C-9B40-3EA68378E907}">
      <dgm:prSet/>
      <dgm:spPr/>
      <dgm:t>
        <a:bodyPr/>
        <a:lstStyle/>
        <a:p>
          <a:endParaRPr lang="en-SG"/>
        </a:p>
      </dgm:t>
    </dgm:pt>
    <dgm:pt modelId="{5B934A76-88B7-431B-B2FF-1C8F858FFBB8}" type="sibTrans" cxnId="{37784AB4-91BE-472C-9B40-3EA68378E907}">
      <dgm:prSet/>
      <dgm:spPr/>
      <dgm:t>
        <a:bodyPr/>
        <a:lstStyle/>
        <a:p>
          <a:endParaRPr lang="en-SG"/>
        </a:p>
      </dgm:t>
    </dgm:pt>
    <dgm:pt modelId="{92F7EDF0-A153-4F00-9FA1-8E2ACBC7FE23}">
      <dgm:prSet phldrT="[Text]"/>
      <dgm:spPr/>
      <dgm:t>
        <a:bodyPr/>
        <a:lstStyle/>
        <a:p>
          <a:r>
            <a:rPr lang="en-SG"/>
            <a:t>Online media consumption</a:t>
          </a:r>
        </a:p>
      </dgm:t>
    </dgm:pt>
    <dgm:pt modelId="{45AB3D3F-B6CD-44B4-9D2C-0CA1531969C2}" type="parTrans" cxnId="{F1B75376-A197-4333-A968-AC26266F77F9}">
      <dgm:prSet/>
      <dgm:spPr/>
      <dgm:t>
        <a:bodyPr/>
        <a:lstStyle/>
        <a:p>
          <a:endParaRPr lang="en-SG"/>
        </a:p>
      </dgm:t>
    </dgm:pt>
    <dgm:pt modelId="{D70C17A1-AAD8-4FC0-B0F1-9AA6D40D160E}" type="sibTrans" cxnId="{F1B75376-A197-4333-A968-AC26266F77F9}">
      <dgm:prSet/>
      <dgm:spPr/>
      <dgm:t>
        <a:bodyPr/>
        <a:lstStyle/>
        <a:p>
          <a:endParaRPr lang="en-SG"/>
        </a:p>
      </dgm:t>
    </dgm:pt>
    <dgm:pt modelId="{A08907E2-A5E8-4ACE-8F38-04014A19E9CC}">
      <dgm:prSet phldrT="[Text]"/>
      <dgm:spPr/>
      <dgm:t>
        <a:bodyPr/>
        <a:lstStyle/>
        <a:p>
          <a:r>
            <a:rPr lang="en-SG"/>
            <a:t>Search Intermediaries	</a:t>
          </a:r>
          <a:endParaRPr lang="en-SG" dirty="0"/>
        </a:p>
      </dgm:t>
    </dgm:pt>
    <dgm:pt modelId="{4A213B1C-909C-401F-93BA-2A3F2970EB70}" type="parTrans" cxnId="{971657E5-90B8-4BF2-A59E-09DDC867A6E8}">
      <dgm:prSet/>
      <dgm:spPr/>
      <dgm:t>
        <a:bodyPr/>
        <a:lstStyle/>
        <a:p>
          <a:endParaRPr lang="en-SG"/>
        </a:p>
      </dgm:t>
    </dgm:pt>
    <dgm:pt modelId="{132E6CAE-D53E-4FC7-AD1F-6C3AA1EAD17D}" type="sibTrans" cxnId="{971657E5-90B8-4BF2-A59E-09DDC867A6E8}">
      <dgm:prSet/>
      <dgm:spPr/>
      <dgm:t>
        <a:bodyPr/>
        <a:lstStyle/>
        <a:p>
          <a:endParaRPr lang="en-SG"/>
        </a:p>
      </dgm:t>
    </dgm:pt>
    <dgm:pt modelId="{895D5C67-7993-42E5-BC7F-3A147DC3F7DA}">
      <dgm:prSet phldrT="[Text]"/>
      <dgm:spPr/>
      <dgm:t>
        <a:bodyPr/>
        <a:lstStyle/>
        <a:p>
          <a:r>
            <a:rPr lang="en-SG"/>
            <a:t>Main search engines</a:t>
          </a:r>
        </a:p>
      </dgm:t>
    </dgm:pt>
    <dgm:pt modelId="{5B2276A6-5060-4472-9D99-2BFC5DCAA31A}" type="parTrans" cxnId="{B234EED3-8B14-4CC5-91FA-534C43872C99}">
      <dgm:prSet/>
      <dgm:spPr/>
      <dgm:t>
        <a:bodyPr/>
        <a:lstStyle/>
        <a:p>
          <a:endParaRPr lang="en-SG"/>
        </a:p>
      </dgm:t>
    </dgm:pt>
    <dgm:pt modelId="{7085FBE1-4B0A-41DE-AD18-E0135609E485}" type="sibTrans" cxnId="{B234EED3-8B14-4CC5-91FA-534C43872C99}">
      <dgm:prSet/>
      <dgm:spPr/>
      <dgm:t>
        <a:bodyPr/>
        <a:lstStyle/>
        <a:p>
          <a:endParaRPr lang="en-SG"/>
        </a:p>
      </dgm:t>
    </dgm:pt>
    <dgm:pt modelId="{7E3B0CB5-220E-409F-B21B-EF444BD5A29E}">
      <dgm:prSet phldrT="[Text]"/>
      <dgm:spPr/>
      <dgm:t>
        <a:bodyPr/>
        <a:lstStyle/>
        <a:p>
          <a:r>
            <a:rPr lang="en-SG"/>
            <a:t>Google, Yahoo and etc.</a:t>
          </a:r>
        </a:p>
      </dgm:t>
    </dgm:pt>
    <dgm:pt modelId="{FC5FBEC1-6474-467E-ACFC-94E685FDCE78}" type="parTrans" cxnId="{871AE3E7-31B0-4558-BFF2-B4770431830A}">
      <dgm:prSet/>
      <dgm:spPr/>
      <dgm:t>
        <a:bodyPr/>
        <a:lstStyle/>
        <a:p>
          <a:endParaRPr lang="en-SG"/>
        </a:p>
      </dgm:t>
    </dgm:pt>
    <dgm:pt modelId="{43BFCCB7-AA43-4B85-B2B2-FCA6640492B7}" type="sibTrans" cxnId="{871AE3E7-31B0-4558-BFF2-B4770431830A}">
      <dgm:prSet/>
      <dgm:spPr/>
      <dgm:t>
        <a:bodyPr/>
        <a:lstStyle/>
        <a:p>
          <a:endParaRPr lang="en-SG"/>
        </a:p>
      </dgm:t>
    </dgm:pt>
    <dgm:pt modelId="{4AD3B38C-965A-4262-A820-3C5EAB50F2BD}">
      <dgm:prSet phldrT="[Text]"/>
      <dgm:spPr/>
      <dgm:t>
        <a:bodyPr/>
        <a:lstStyle/>
        <a:p>
          <a:r>
            <a:rPr lang="en-SG"/>
            <a:t>Intermediaries, Influencers, media sites</a:t>
          </a:r>
          <a:endParaRPr lang="en-SG" dirty="0"/>
        </a:p>
      </dgm:t>
    </dgm:pt>
    <dgm:pt modelId="{1F3EEC28-7F6D-4413-A611-372B261484B2}" type="parTrans" cxnId="{82EEC0DD-EADF-41D0-A66E-468ED087D683}">
      <dgm:prSet/>
      <dgm:spPr/>
      <dgm:t>
        <a:bodyPr/>
        <a:lstStyle/>
        <a:p>
          <a:endParaRPr lang="en-SG"/>
        </a:p>
      </dgm:t>
    </dgm:pt>
    <dgm:pt modelId="{C1AE5EBF-848D-47EC-9922-37CAA2EE6489}" type="sibTrans" cxnId="{82EEC0DD-EADF-41D0-A66E-468ED087D683}">
      <dgm:prSet/>
      <dgm:spPr/>
      <dgm:t>
        <a:bodyPr/>
        <a:lstStyle/>
        <a:p>
          <a:endParaRPr lang="en-SG"/>
        </a:p>
      </dgm:t>
    </dgm:pt>
    <dgm:pt modelId="{5610C3EA-601B-4C5E-82D9-0D7B2FD0B29C}">
      <dgm:prSet phldrT="[Text]"/>
      <dgm:spPr/>
      <dgm:t>
        <a:bodyPr/>
        <a:lstStyle/>
        <a:p>
          <a:r>
            <a:rPr lang="en-SG"/>
            <a:t>Aggregators </a:t>
          </a:r>
        </a:p>
      </dgm:t>
    </dgm:pt>
    <dgm:pt modelId="{C4144464-8D4D-4C52-B70F-B3AEC372DFDC}" type="parTrans" cxnId="{D16AA6A3-6D71-4306-886D-AA4137D03F19}">
      <dgm:prSet/>
      <dgm:spPr/>
      <dgm:t>
        <a:bodyPr/>
        <a:lstStyle/>
        <a:p>
          <a:endParaRPr lang="en-SG"/>
        </a:p>
      </dgm:t>
    </dgm:pt>
    <dgm:pt modelId="{E4C7079B-4E87-4D66-89AC-A6C9E77BF67E}" type="sibTrans" cxnId="{D16AA6A3-6D71-4306-886D-AA4137D03F19}">
      <dgm:prSet/>
      <dgm:spPr/>
      <dgm:t>
        <a:bodyPr/>
        <a:lstStyle/>
        <a:p>
          <a:endParaRPr lang="en-SG"/>
        </a:p>
      </dgm:t>
    </dgm:pt>
    <dgm:pt modelId="{BA991410-B05C-4935-9C78-192D187A9257}">
      <dgm:prSet phldrT="[Text]"/>
      <dgm:spPr/>
      <dgm:t>
        <a:bodyPr/>
        <a:lstStyle/>
        <a:p>
          <a:r>
            <a:rPr lang="en-SG"/>
            <a:t>Influencer </a:t>
          </a:r>
        </a:p>
      </dgm:t>
    </dgm:pt>
    <dgm:pt modelId="{7CD9B688-5819-432F-8742-904AC94F1501}" type="parTrans" cxnId="{9B3FFDC8-C8CD-4753-AC52-55D289A6681C}">
      <dgm:prSet/>
      <dgm:spPr/>
      <dgm:t>
        <a:bodyPr/>
        <a:lstStyle/>
        <a:p>
          <a:endParaRPr lang="en-SG"/>
        </a:p>
      </dgm:t>
    </dgm:pt>
    <dgm:pt modelId="{506D0C74-5C28-4071-B95F-994E2CD98D05}" type="sibTrans" cxnId="{9B3FFDC8-C8CD-4753-AC52-55D289A6681C}">
      <dgm:prSet/>
      <dgm:spPr/>
      <dgm:t>
        <a:bodyPr/>
        <a:lstStyle/>
        <a:p>
          <a:endParaRPr lang="en-SG"/>
        </a:p>
      </dgm:t>
    </dgm:pt>
    <dgm:pt modelId="{B16BD303-CF73-49F3-9372-588D0B4017CF}">
      <dgm:prSet/>
      <dgm:spPr/>
      <dgm:t>
        <a:bodyPr/>
        <a:lstStyle/>
        <a:p>
          <a:r>
            <a:rPr lang="en-SG"/>
            <a:t>Destination Sites</a:t>
          </a:r>
          <a:endParaRPr lang="en-SG" dirty="0"/>
        </a:p>
      </dgm:t>
    </dgm:pt>
    <dgm:pt modelId="{C4FBC8C2-262B-45D8-90C0-FD80736CBAD0}" type="parTrans" cxnId="{41FC96D8-5D1B-44A6-A1EC-7E787DC0F651}">
      <dgm:prSet/>
      <dgm:spPr/>
      <dgm:t>
        <a:bodyPr/>
        <a:lstStyle/>
        <a:p>
          <a:endParaRPr lang="en-SG"/>
        </a:p>
      </dgm:t>
    </dgm:pt>
    <dgm:pt modelId="{14AC2720-E1BE-40FE-93D5-B6568DD78F7C}" type="sibTrans" cxnId="{41FC96D8-5D1B-44A6-A1EC-7E787DC0F651}">
      <dgm:prSet/>
      <dgm:spPr/>
      <dgm:t>
        <a:bodyPr/>
        <a:lstStyle/>
        <a:p>
          <a:endParaRPr lang="en-SG"/>
        </a:p>
      </dgm:t>
    </dgm:pt>
    <dgm:pt modelId="{FAEFF2C0-1C89-46CF-ACD4-8E26E7B3E0FE}">
      <dgm:prSet/>
      <dgm:spPr/>
      <dgm:t>
        <a:bodyPr/>
        <a:lstStyle/>
        <a:p>
          <a:r>
            <a:rPr lang="en-SG"/>
            <a:t>Generate Visitor</a:t>
          </a:r>
        </a:p>
      </dgm:t>
    </dgm:pt>
    <dgm:pt modelId="{0462E67E-F8EF-48F9-AA26-88F5E43826C6}" type="parTrans" cxnId="{67D742AE-640D-4F68-9F76-1B6D617CB81E}">
      <dgm:prSet/>
      <dgm:spPr/>
      <dgm:t>
        <a:bodyPr/>
        <a:lstStyle/>
        <a:p>
          <a:endParaRPr lang="en-SG"/>
        </a:p>
      </dgm:t>
    </dgm:pt>
    <dgm:pt modelId="{F1BA9B7F-8742-405F-93E2-C9CA885DF2C8}" type="sibTrans" cxnId="{67D742AE-640D-4F68-9F76-1B6D617CB81E}">
      <dgm:prSet/>
      <dgm:spPr/>
      <dgm:t>
        <a:bodyPr/>
        <a:lstStyle/>
        <a:p>
          <a:endParaRPr lang="en-SG"/>
        </a:p>
      </dgm:t>
    </dgm:pt>
    <dgm:pt modelId="{29466D00-E1D3-4E52-A3DD-3136EA2026D4}">
      <dgm:prSet phldrT="[Text]"/>
      <dgm:spPr/>
      <dgm:t>
        <a:bodyPr/>
        <a:lstStyle/>
        <a:p>
          <a:r>
            <a:rPr lang="en-SG"/>
            <a:t>Buyer behaviour</a:t>
          </a:r>
        </a:p>
      </dgm:t>
    </dgm:pt>
    <dgm:pt modelId="{5F9B0EFF-B1C3-4DEA-9AA7-B8151FB98DE2}" type="parTrans" cxnId="{CD6E2036-12A4-4826-BF72-22040BB8D0CD}">
      <dgm:prSet/>
      <dgm:spPr/>
      <dgm:t>
        <a:bodyPr/>
        <a:lstStyle/>
        <a:p>
          <a:endParaRPr lang="en-SG"/>
        </a:p>
      </dgm:t>
    </dgm:pt>
    <dgm:pt modelId="{2D262B5F-EAE6-4FCC-A504-468C0242C2C8}" type="sibTrans" cxnId="{CD6E2036-12A4-4826-BF72-22040BB8D0CD}">
      <dgm:prSet/>
      <dgm:spPr/>
      <dgm:t>
        <a:bodyPr/>
        <a:lstStyle/>
        <a:p>
          <a:endParaRPr lang="en-SG"/>
        </a:p>
      </dgm:t>
    </dgm:pt>
    <dgm:pt modelId="{BA4DAFA0-EE32-4EAF-BC18-45E2512C4FE1}">
      <dgm:prSet phldrT="[Text]"/>
      <dgm:spPr/>
      <dgm:t>
        <a:bodyPr/>
        <a:lstStyle/>
        <a:p>
          <a:r>
            <a:rPr lang="en-SG"/>
            <a:t>Content experiences</a:t>
          </a:r>
        </a:p>
      </dgm:t>
    </dgm:pt>
    <dgm:pt modelId="{37D1AC30-0687-49C2-AF13-DBB168B03AC5}" type="parTrans" cxnId="{A4DB88AF-8081-48A3-A373-094BCD596D4F}">
      <dgm:prSet/>
      <dgm:spPr/>
      <dgm:t>
        <a:bodyPr/>
        <a:lstStyle/>
        <a:p>
          <a:endParaRPr lang="en-SG"/>
        </a:p>
      </dgm:t>
    </dgm:pt>
    <dgm:pt modelId="{7882C71E-D34F-4889-9DEA-E69AB1A51336}" type="sibTrans" cxnId="{A4DB88AF-8081-48A3-A373-094BCD596D4F}">
      <dgm:prSet/>
      <dgm:spPr/>
      <dgm:t>
        <a:bodyPr/>
        <a:lstStyle/>
        <a:p>
          <a:endParaRPr lang="en-SG"/>
        </a:p>
      </dgm:t>
    </dgm:pt>
    <dgm:pt modelId="{DC6F16FB-2DB7-4C0D-9CA3-770E6C3C1E57}">
      <dgm:prSet/>
      <dgm:spPr/>
      <dgm:t>
        <a:bodyPr/>
        <a:lstStyle/>
        <a:p>
          <a:r>
            <a:rPr lang="en-SG"/>
            <a:t>Online Value Proposition</a:t>
          </a:r>
        </a:p>
      </dgm:t>
    </dgm:pt>
    <dgm:pt modelId="{307EB065-29D2-45BF-8D5D-ECF11EAC2AAC}" type="parTrans" cxnId="{17924AB4-B61F-4AAC-8B1E-362BA1788300}">
      <dgm:prSet/>
      <dgm:spPr/>
      <dgm:t>
        <a:bodyPr/>
        <a:lstStyle/>
        <a:p>
          <a:endParaRPr lang="en-SG"/>
        </a:p>
      </dgm:t>
    </dgm:pt>
    <dgm:pt modelId="{71CB6262-70FB-4B5A-8A04-F4B25E13864C}" type="sibTrans" cxnId="{17924AB4-B61F-4AAC-8B1E-362BA1788300}">
      <dgm:prSet/>
      <dgm:spPr/>
      <dgm:t>
        <a:bodyPr/>
        <a:lstStyle/>
        <a:p>
          <a:endParaRPr lang="en-SG"/>
        </a:p>
      </dgm:t>
    </dgm:pt>
    <dgm:pt modelId="{15516C82-5AF6-44DE-A923-5290000E5511}" type="pres">
      <dgm:prSet presAssocID="{0068F3EF-C4B2-4368-8EB1-193FD63A4186}" presName="linear" presStyleCnt="0">
        <dgm:presLayoutVars>
          <dgm:dir/>
          <dgm:animLvl val="lvl"/>
          <dgm:resizeHandles val="exact"/>
        </dgm:presLayoutVars>
      </dgm:prSet>
      <dgm:spPr/>
    </dgm:pt>
    <dgm:pt modelId="{12EDC875-D504-4F01-B604-9904C7FB8A11}" type="pres">
      <dgm:prSet presAssocID="{C2722C0B-43C8-4430-8A00-4EA78C526A46}" presName="parentLin" presStyleCnt="0"/>
      <dgm:spPr/>
    </dgm:pt>
    <dgm:pt modelId="{F7FFC90D-719F-4719-B396-1A9BFBB891C6}" type="pres">
      <dgm:prSet presAssocID="{C2722C0B-43C8-4430-8A00-4EA78C526A46}" presName="parentLeftMargin" presStyleLbl="node1" presStyleIdx="0" presStyleCnt="4"/>
      <dgm:spPr/>
    </dgm:pt>
    <dgm:pt modelId="{3D53571C-EEE2-4DDE-8713-EDA5C514E06D}" type="pres">
      <dgm:prSet presAssocID="{C2722C0B-43C8-4430-8A00-4EA78C526A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629D52-53BA-4664-BFF1-6F169BB87705}" type="pres">
      <dgm:prSet presAssocID="{C2722C0B-43C8-4430-8A00-4EA78C526A46}" presName="negativeSpace" presStyleCnt="0"/>
      <dgm:spPr/>
    </dgm:pt>
    <dgm:pt modelId="{7C0D768F-53EB-4A98-B613-9CF59BF7F73D}" type="pres">
      <dgm:prSet presAssocID="{C2722C0B-43C8-4430-8A00-4EA78C526A46}" presName="childText" presStyleLbl="conFgAcc1" presStyleIdx="0" presStyleCnt="4">
        <dgm:presLayoutVars>
          <dgm:bulletEnabled val="1"/>
        </dgm:presLayoutVars>
      </dgm:prSet>
      <dgm:spPr/>
    </dgm:pt>
    <dgm:pt modelId="{07E71E46-0DB3-4FA3-B945-E840564CE76E}" type="pres">
      <dgm:prSet presAssocID="{5B934A76-88B7-431B-B2FF-1C8F858FFBB8}" presName="spaceBetweenRectangles" presStyleCnt="0"/>
      <dgm:spPr/>
    </dgm:pt>
    <dgm:pt modelId="{7DC448C4-7A8F-4818-8F1A-1158FB8BD508}" type="pres">
      <dgm:prSet presAssocID="{A08907E2-A5E8-4ACE-8F38-04014A19E9CC}" presName="parentLin" presStyleCnt="0"/>
      <dgm:spPr/>
    </dgm:pt>
    <dgm:pt modelId="{8E8EEB4C-2FBF-4525-BE27-AA80659B1EE2}" type="pres">
      <dgm:prSet presAssocID="{A08907E2-A5E8-4ACE-8F38-04014A19E9CC}" presName="parentLeftMargin" presStyleLbl="node1" presStyleIdx="0" presStyleCnt="4"/>
      <dgm:spPr/>
    </dgm:pt>
    <dgm:pt modelId="{BCC36D50-42EC-41AB-8B91-B3CF95EB3CCB}" type="pres">
      <dgm:prSet presAssocID="{A08907E2-A5E8-4ACE-8F38-04014A19E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5724F8-00F3-4DC5-B11F-95F2B99D1112}" type="pres">
      <dgm:prSet presAssocID="{A08907E2-A5E8-4ACE-8F38-04014A19E9CC}" presName="negativeSpace" presStyleCnt="0"/>
      <dgm:spPr/>
    </dgm:pt>
    <dgm:pt modelId="{D0C3BD7C-7E60-47E1-AA9D-0B181BA0472C}" type="pres">
      <dgm:prSet presAssocID="{A08907E2-A5E8-4ACE-8F38-04014A19E9CC}" presName="childText" presStyleLbl="conFgAcc1" presStyleIdx="1" presStyleCnt="4">
        <dgm:presLayoutVars>
          <dgm:bulletEnabled val="1"/>
        </dgm:presLayoutVars>
      </dgm:prSet>
      <dgm:spPr/>
    </dgm:pt>
    <dgm:pt modelId="{9628A4E7-3C71-4F3D-A66F-B7576BEB0C2C}" type="pres">
      <dgm:prSet presAssocID="{132E6CAE-D53E-4FC7-AD1F-6C3AA1EAD17D}" presName="spaceBetweenRectangles" presStyleCnt="0"/>
      <dgm:spPr/>
    </dgm:pt>
    <dgm:pt modelId="{A6C97F5E-DA29-46FF-993C-CC956B7C5A9B}" type="pres">
      <dgm:prSet presAssocID="{4AD3B38C-965A-4262-A820-3C5EAB50F2BD}" presName="parentLin" presStyleCnt="0"/>
      <dgm:spPr/>
    </dgm:pt>
    <dgm:pt modelId="{53A7F274-3CFA-4B95-8EE5-5B8A5D59ABD2}" type="pres">
      <dgm:prSet presAssocID="{4AD3B38C-965A-4262-A820-3C5EAB50F2BD}" presName="parentLeftMargin" presStyleLbl="node1" presStyleIdx="1" presStyleCnt="4"/>
      <dgm:spPr/>
    </dgm:pt>
    <dgm:pt modelId="{6A097977-1B97-4F7B-9F19-4A2EFEEF2C72}" type="pres">
      <dgm:prSet presAssocID="{4AD3B38C-965A-4262-A820-3C5EAB50F2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57D227B-82B7-4D32-A3A0-BB1E8572015B}" type="pres">
      <dgm:prSet presAssocID="{4AD3B38C-965A-4262-A820-3C5EAB50F2BD}" presName="negativeSpace" presStyleCnt="0"/>
      <dgm:spPr/>
    </dgm:pt>
    <dgm:pt modelId="{50B36FD9-0326-4731-876F-9A02769508D3}" type="pres">
      <dgm:prSet presAssocID="{4AD3B38C-965A-4262-A820-3C5EAB50F2BD}" presName="childText" presStyleLbl="conFgAcc1" presStyleIdx="2" presStyleCnt="4">
        <dgm:presLayoutVars>
          <dgm:bulletEnabled val="1"/>
        </dgm:presLayoutVars>
      </dgm:prSet>
      <dgm:spPr/>
    </dgm:pt>
    <dgm:pt modelId="{949894A3-36BA-4B55-8F6C-31E3A21D3FDD}" type="pres">
      <dgm:prSet presAssocID="{C1AE5EBF-848D-47EC-9922-37CAA2EE6489}" presName="spaceBetweenRectangles" presStyleCnt="0"/>
      <dgm:spPr/>
    </dgm:pt>
    <dgm:pt modelId="{251EA6A5-A3A8-4419-8C44-7A4E12B697A4}" type="pres">
      <dgm:prSet presAssocID="{B16BD303-CF73-49F3-9372-588D0B4017CF}" presName="parentLin" presStyleCnt="0"/>
      <dgm:spPr/>
    </dgm:pt>
    <dgm:pt modelId="{E9D15425-4DA5-4994-BB53-24DF87A70683}" type="pres">
      <dgm:prSet presAssocID="{B16BD303-CF73-49F3-9372-588D0B4017CF}" presName="parentLeftMargin" presStyleLbl="node1" presStyleIdx="2" presStyleCnt="4"/>
      <dgm:spPr/>
    </dgm:pt>
    <dgm:pt modelId="{6467E12C-4AB9-42CF-A279-9ED244BE8FAC}" type="pres">
      <dgm:prSet presAssocID="{B16BD303-CF73-49F3-9372-588D0B4017C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ED449DC-B554-4E19-8F4D-43DC4E4D45C3}" type="pres">
      <dgm:prSet presAssocID="{B16BD303-CF73-49F3-9372-588D0B4017CF}" presName="negativeSpace" presStyleCnt="0"/>
      <dgm:spPr/>
    </dgm:pt>
    <dgm:pt modelId="{55D74B50-78ED-419E-8F28-E708F54AFE49}" type="pres">
      <dgm:prSet presAssocID="{B16BD303-CF73-49F3-9372-588D0B4017C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F18802-688B-43CD-A685-6881ADB8E060}" type="presOf" srcId="{7E3B0CB5-220E-409F-B21B-EF444BD5A29E}" destId="{D0C3BD7C-7E60-47E1-AA9D-0B181BA0472C}" srcOrd="0" destOrd="1" presId="urn:microsoft.com/office/officeart/2005/8/layout/list1"/>
    <dgm:cxn modelId="{043D8E04-6D3F-4160-A4E9-D977A0FE703C}" type="presOf" srcId="{B16BD303-CF73-49F3-9372-588D0B4017CF}" destId="{6467E12C-4AB9-42CF-A279-9ED244BE8FAC}" srcOrd="1" destOrd="0" presId="urn:microsoft.com/office/officeart/2005/8/layout/list1"/>
    <dgm:cxn modelId="{036D1707-C762-426A-8382-A0E89583D19E}" type="presOf" srcId="{4AD3B38C-965A-4262-A820-3C5EAB50F2BD}" destId="{6A097977-1B97-4F7B-9F19-4A2EFEEF2C72}" srcOrd="1" destOrd="0" presId="urn:microsoft.com/office/officeart/2005/8/layout/list1"/>
    <dgm:cxn modelId="{081D1616-845A-4C33-82DF-ADEF05B9E0C3}" type="presOf" srcId="{29466D00-E1D3-4E52-A3DD-3136EA2026D4}" destId="{7C0D768F-53EB-4A98-B613-9CF59BF7F73D}" srcOrd="0" destOrd="1" presId="urn:microsoft.com/office/officeart/2005/8/layout/list1"/>
    <dgm:cxn modelId="{FE92811C-6A55-4067-8D01-B70E2D796E3C}" type="presOf" srcId="{BA4DAFA0-EE32-4EAF-BC18-45E2512C4FE1}" destId="{7C0D768F-53EB-4A98-B613-9CF59BF7F73D}" srcOrd="0" destOrd="2" presId="urn:microsoft.com/office/officeart/2005/8/layout/list1"/>
    <dgm:cxn modelId="{EA39512C-1D40-4373-95A5-B720B4AC2499}" type="presOf" srcId="{92F7EDF0-A153-4F00-9FA1-8E2ACBC7FE23}" destId="{7C0D768F-53EB-4A98-B613-9CF59BF7F73D}" srcOrd="0" destOrd="0" presId="urn:microsoft.com/office/officeart/2005/8/layout/list1"/>
    <dgm:cxn modelId="{CD6E2036-12A4-4826-BF72-22040BB8D0CD}" srcId="{C2722C0B-43C8-4430-8A00-4EA78C526A46}" destId="{29466D00-E1D3-4E52-A3DD-3136EA2026D4}" srcOrd="1" destOrd="0" parTransId="{5F9B0EFF-B1C3-4DEA-9AA7-B8151FB98DE2}" sibTransId="{2D262B5F-EAE6-4FCC-A504-468C0242C2C8}"/>
    <dgm:cxn modelId="{72B7F36C-5638-424B-BB24-9296915D1B1E}" type="presOf" srcId="{A08907E2-A5E8-4ACE-8F38-04014A19E9CC}" destId="{8E8EEB4C-2FBF-4525-BE27-AA80659B1EE2}" srcOrd="0" destOrd="0" presId="urn:microsoft.com/office/officeart/2005/8/layout/list1"/>
    <dgm:cxn modelId="{3A318E70-A0F7-4327-86D4-C1F9DEEC174F}" type="presOf" srcId="{4AD3B38C-965A-4262-A820-3C5EAB50F2BD}" destId="{53A7F274-3CFA-4B95-8EE5-5B8A5D59ABD2}" srcOrd="0" destOrd="0" presId="urn:microsoft.com/office/officeart/2005/8/layout/list1"/>
    <dgm:cxn modelId="{F1B75376-A197-4333-A968-AC26266F77F9}" srcId="{C2722C0B-43C8-4430-8A00-4EA78C526A46}" destId="{92F7EDF0-A153-4F00-9FA1-8E2ACBC7FE23}" srcOrd="0" destOrd="0" parTransId="{45AB3D3F-B6CD-44B4-9D2C-0CA1531969C2}" sibTransId="{D70C17A1-AAD8-4FC0-B0F1-9AA6D40D160E}"/>
    <dgm:cxn modelId="{D896AD83-A9A4-4C58-800E-426F67D4BB8C}" type="presOf" srcId="{C2722C0B-43C8-4430-8A00-4EA78C526A46}" destId="{F7FFC90D-719F-4719-B396-1A9BFBB891C6}" srcOrd="0" destOrd="0" presId="urn:microsoft.com/office/officeart/2005/8/layout/list1"/>
    <dgm:cxn modelId="{A9EAFD83-F84D-4E34-88ED-AB76750C4D5D}" type="presOf" srcId="{C2722C0B-43C8-4430-8A00-4EA78C526A46}" destId="{3D53571C-EEE2-4DDE-8713-EDA5C514E06D}" srcOrd="1" destOrd="0" presId="urn:microsoft.com/office/officeart/2005/8/layout/list1"/>
    <dgm:cxn modelId="{2AC88B8B-FB4F-43E6-A00E-AD9CC995578C}" type="presOf" srcId="{0068F3EF-C4B2-4368-8EB1-193FD63A4186}" destId="{15516C82-5AF6-44DE-A923-5290000E5511}" srcOrd="0" destOrd="0" presId="urn:microsoft.com/office/officeart/2005/8/layout/list1"/>
    <dgm:cxn modelId="{D16AA6A3-6D71-4306-886D-AA4137D03F19}" srcId="{4AD3B38C-965A-4262-A820-3C5EAB50F2BD}" destId="{5610C3EA-601B-4C5E-82D9-0D7B2FD0B29C}" srcOrd="0" destOrd="0" parTransId="{C4144464-8D4D-4C52-B70F-B3AEC372DFDC}" sibTransId="{E4C7079B-4E87-4D66-89AC-A6C9E77BF67E}"/>
    <dgm:cxn modelId="{67D742AE-640D-4F68-9F76-1B6D617CB81E}" srcId="{B16BD303-CF73-49F3-9372-588D0B4017CF}" destId="{FAEFF2C0-1C89-46CF-ACD4-8E26E7B3E0FE}" srcOrd="0" destOrd="0" parTransId="{0462E67E-F8EF-48F9-AA26-88F5E43826C6}" sibTransId="{F1BA9B7F-8742-405F-93E2-C9CA885DF2C8}"/>
    <dgm:cxn modelId="{A4DB88AF-8081-48A3-A373-094BCD596D4F}" srcId="{C2722C0B-43C8-4430-8A00-4EA78C526A46}" destId="{BA4DAFA0-EE32-4EAF-BC18-45E2512C4FE1}" srcOrd="2" destOrd="0" parTransId="{37D1AC30-0687-49C2-AF13-DBB168B03AC5}" sibTransId="{7882C71E-D34F-4889-9DEA-E69AB1A51336}"/>
    <dgm:cxn modelId="{7DADFAB3-E006-4637-8C89-78B61FE83B0B}" type="presOf" srcId="{FAEFF2C0-1C89-46CF-ACD4-8E26E7B3E0FE}" destId="{55D74B50-78ED-419E-8F28-E708F54AFE49}" srcOrd="0" destOrd="0" presId="urn:microsoft.com/office/officeart/2005/8/layout/list1"/>
    <dgm:cxn modelId="{37784AB4-91BE-472C-9B40-3EA68378E907}" srcId="{0068F3EF-C4B2-4368-8EB1-193FD63A4186}" destId="{C2722C0B-43C8-4430-8A00-4EA78C526A46}" srcOrd="0" destOrd="0" parTransId="{8D6A8135-01B2-405D-ADF7-6D9A7B431069}" sibTransId="{5B934A76-88B7-431B-B2FF-1C8F858FFBB8}"/>
    <dgm:cxn modelId="{17924AB4-B61F-4AAC-8B1E-362BA1788300}" srcId="{B16BD303-CF73-49F3-9372-588D0B4017CF}" destId="{DC6F16FB-2DB7-4C0D-9CA3-770E6C3C1E57}" srcOrd="1" destOrd="0" parTransId="{307EB065-29D2-45BF-8D5D-ECF11EAC2AAC}" sibTransId="{71CB6262-70FB-4B5A-8A04-F4B25E13864C}"/>
    <dgm:cxn modelId="{FC0D6DBF-BDA6-403B-9A98-9E2D211CD725}" type="presOf" srcId="{895D5C67-7993-42E5-BC7F-3A147DC3F7DA}" destId="{D0C3BD7C-7E60-47E1-AA9D-0B181BA0472C}" srcOrd="0" destOrd="0" presId="urn:microsoft.com/office/officeart/2005/8/layout/list1"/>
    <dgm:cxn modelId="{F467DCC2-DD1B-417E-8957-BF3C2CF896C1}" type="presOf" srcId="{5610C3EA-601B-4C5E-82D9-0D7B2FD0B29C}" destId="{50B36FD9-0326-4731-876F-9A02769508D3}" srcOrd="0" destOrd="0" presId="urn:microsoft.com/office/officeart/2005/8/layout/list1"/>
    <dgm:cxn modelId="{9B3FFDC8-C8CD-4753-AC52-55D289A6681C}" srcId="{4AD3B38C-965A-4262-A820-3C5EAB50F2BD}" destId="{BA991410-B05C-4935-9C78-192D187A9257}" srcOrd="1" destOrd="0" parTransId="{7CD9B688-5819-432F-8742-904AC94F1501}" sibTransId="{506D0C74-5C28-4071-B95F-994E2CD98D05}"/>
    <dgm:cxn modelId="{195131CC-2ABE-48B3-B86C-442CCC4B39FD}" type="presOf" srcId="{DC6F16FB-2DB7-4C0D-9CA3-770E6C3C1E57}" destId="{55D74B50-78ED-419E-8F28-E708F54AFE49}" srcOrd="0" destOrd="1" presId="urn:microsoft.com/office/officeart/2005/8/layout/list1"/>
    <dgm:cxn modelId="{B234EED3-8B14-4CC5-91FA-534C43872C99}" srcId="{A08907E2-A5E8-4ACE-8F38-04014A19E9CC}" destId="{895D5C67-7993-42E5-BC7F-3A147DC3F7DA}" srcOrd="0" destOrd="0" parTransId="{5B2276A6-5060-4472-9D99-2BFC5DCAA31A}" sibTransId="{7085FBE1-4B0A-41DE-AD18-E0135609E485}"/>
    <dgm:cxn modelId="{41FC96D8-5D1B-44A6-A1EC-7E787DC0F651}" srcId="{0068F3EF-C4B2-4368-8EB1-193FD63A4186}" destId="{B16BD303-CF73-49F3-9372-588D0B4017CF}" srcOrd="3" destOrd="0" parTransId="{C4FBC8C2-262B-45D8-90C0-FD80736CBAD0}" sibTransId="{14AC2720-E1BE-40FE-93D5-B6568DD78F7C}"/>
    <dgm:cxn modelId="{46D2D4DA-0954-417B-A478-74DB5D6FAC6F}" type="presOf" srcId="{BA991410-B05C-4935-9C78-192D187A9257}" destId="{50B36FD9-0326-4731-876F-9A02769508D3}" srcOrd="0" destOrd="1" presId="urn:microsoft.com/office/officeart/2005/8/layout/list1"/>
    <dgm:cxn modelId="{82EEC0DD-EADF-41D0-A66E-468ED087D683}" srcId="{0068F3EF-C4B2-4368-8EB1-193FD63A4186}" destId="{4AD3B38C-965A-4262-A820-3C5EAB50F2BD}" srcOrd="2" destOrd="0" parTransId="{1F3EEC28-7F6D-4413-A611-372B261484B2}" sibTransId="{C1AE5EBF-848D-47EC-9922-37CAA2EE6489}"/>
    <dgm:cxn modelId="{971657E5-90B8-4BF2-A59E-09DDC867A6E8}" srcId="{0068F3EF-C4B2-4368-8EB1-193FD63A4186}" destId="{A08907E2-A5E8-4ACE-8F38-04014A19E9CC}" srcOrd="1" destOrd="0" parTransId="{4A213B1C-909C-401F-93BA-2A3F2970EB70}" sibTransId="{132E6CAE-D53E-4FC7-AD1F-6C3AA1EAD17D}"/>
    <dgm:cxn modelId="{871AE3E7-31B0-4558-BFF2-B4770431830A}" srcId="{A08907E2-A5E8-4ACE-8F38-04014A19E9CC}" destId="{7E3B0CB5-220E-409F-B21B-EF444BD5A29E}" srcOrd="1" destOrd="0" parTransId="{FC5FBEC1-6474-467E-ACFC-94E685FDCE78}" sibTransId="{43BFCCB7-AA43-4B85-B2B2-FCA6640492B7}"/>
    <dgm:cxn modelId="{E621E1EB-5CD3-4F0E-A612-66DAC439BC66}" type="presOf" srcId="{A08907E2-A5E8-4ACE-8F38-04014A19E9CC}" destId="{BCC36D50-42EC-41AB-8B91-B3CF95EB3CCB}" srcOrd="1" destOrd="0" presId="urn:microsoft.com/office/officeart/2005/8/layout/list1"/>
    <dgm:cxn modelId="{6204BAEE-E094-48F9-8119-B69DE08354DD}" type="presOf" srcId="{B16BD303-CF73-49F3-9372-588D0B4017CF}" destId="{E9D15425-4DA5-4994-BB53-24DF87A70683}" srcOrd="0" destOrd="0" presId="urn:microsoft.com/office/officeart/2005/8/layout/list1"/>
    <dgm:cxn modelId="{476DDCD2-CC4E-4690-A4E3-3A284C97032A}" type="presParOf" srcId="{15516C82-5AF6-44DE-A923-5290000E5511}" destId="{12EDC875-D504-4F01-B604-9904C7FB8A11}" srcOrd="0" destOrd="0" presId="urn:microsoft.com/office/officeart/2005/8/layout/list1"/>
    <dgm:cxn modelId="{3B17D855-F450-410B-A7CD-D00A3E743D8A}" type="presParOf" srcId="{12EDC875-D504-4F01-B604-9904C7FB8A11}" destId="{F7FFC90D-719F-4719-B396-1A9BFBB891C6}" srcOrd="0" destOrd="0" presId="urn:microsoft.com/office/officeart/2005/8/layout/list1"/>
    <dgm:cxn modelId="{0FD6ACB9-D149-4953-98C7-7C7DEFB5F148}" type="presParOf" srcId="{12EDC875-D504-4F01-B604-9904C7FB8A11}" destId="{3D53571C-EEE2-4DDE-8713-EDA5C514E06D}" srcOrd="1" destOrd="0" presId="urn:microsoft.com/office/officeart/2005/8/layout/list1"/>
    <dgm:cxn modelId="{6996A9F8-F580-4D3E-BD0C-B839AAB36154}" type="presParOf" srcId="{15516C82-5AF6-44DE-A923-5290000E5511}" destId="{BF629D52-53BA-4664-BFF1-6F169BB87705}" srcOrd="1" destOrd="0" presId="urn:microsoft.com/office/officeart/2005/8/layout/list1"/>
    <dgm:cxn modelId="{44A8928D-1DBE-4059-B8D3-5C5A6486999F}" type="presParOf" srcId="{15516C82-5AF6-44DE-A923-5290000E5511}" destId="{7C0D768F-53EB-4A98-B613-9CF59BF7F73D}" srcOrd="2" destOrd="0" presId="urn:microsoft.com/office/officeart/2005/8/layout/list1"/>
    <dgm:cxn modelId="{AD609882-B983-4794-B846-205C0E5F0971}" type="presParOf" srcId="{15516C82-5AF6-44DE-A923-5290000E5511}" destId="{07E71E46-0DB3-4FA3-B945-E840564CE76E}" srcOrd="3" destOrd="0" presId="urn:microsoft.com/office/officeart/2005/8/layout/list1"/>
    <dgm:cxn modelId="{B760E009-A84C-41E0-BFFF-F63F1BF68835}" type="presParOf" srcId="{15516C82-5AF6-44DE-A923-5290000E5511}" destId="{7DC448C4-7A8F-4818-8F1A-1158FB8BD508}" srcOrd="4" destOrd="0" presId="urn:microsoft.com/office/officeart/2005/8/layout/list1"/>
    <dgm:cxn modelId="{11F1C8AA-D6A5-413C-8B73-4D5146DA57A0}" type="presParOf" srcId="{7DC448C4-7A8F-4818-8F1A-1158FB8BD508}" destId="{8E8EEB4C-2FBF-4525-BE27-AA80659B1EE2}" srcOrd="0" destOrd="0" presId="urn:microsoft.com/office/officeart/2005/8/layout/list1"/>
    <dgm:cxn modelId="{9E34E722-DCCC-4066-BC0C-91F2BBCEC9CF}" type="presParOf" srcId="{7DC448C4-7A8F-4818-8F1A-1158FB8BD508}" destId="{BCC36D50-42EC-41AB-8B91-B3CF95EB3CCB}" srcOrd="1" destOrd="0" presId="urn:microsoft.com/office/officeart/2005/8/layout/list1"/>
    <dgm:cxn modelId="{BDB969AA-B6CC-4EEB-8591-AFFFF9397935}" type="presParOf" srcId="{15516C82-5AF6-44DE-A923-5290000E5511}" destId="{6A5724F8-00F3-4DC5-B11F-95F2B99D1112}" srcOrd="5" destOrd="0" presId="urn:microsoft.com/office/officeart/2005/8/layout/list1"/>
    <dgm:cxn modelId="{C733978E-BEB7-4151-99D8-5CF9221E0DBF}" type="presParOf" srcId="{15516C82-5AF6-44DE-A923-5290000E5511}" destId="{D0C3BD7C-7E60-47E1-AA9D-0B181BA0472C}" srcOrd="6" destOrd="0" presId="urn:microsoft.com/office/officeart/2005/8/layout/list1"/>
    <dgm:cxn modelId="{6DD5E805-7669-4325-BFA6-787E4BB73136}" type="presParOf" srcId="{15516C82-5AF6-44DE-A923-5290000E5511}" destId="{9628A4E7-3C71-4F3D-A66F-B7576BEB0C2C}" srcOrd="7" destOrd="0" presId="urn:microsoft.com/office/officeart/2005/8/layout/list1"/>
    <dgm:cxn modelId="{F7BFF7B9-CF29-4507-B427-46E7821C4D0C}" type="presParOf" srcId="{15516C82-5AF6-44DE-A923-5290000E5511}" destId="{A6C97F5E-DA29-46FF-993C-CC956B7C5A9B}" srcOrd="8" destOrd="0" presId="urn:microsoft.com/office/officeart/2005/8/layout/list1"/>
    <dgm:cxn modelId="{ABB34F54-BDE8-468B-B05E-0450E1D1AE48}" type="presParOf" srcId="{A6C97F5E-DA29-46FF-993C-CC956B7C5A9B}" destId="{53A7F274-3CFA-4B95-8EE5-5B8A5D59ABD2}" srcOrd="0" destOrd="0" presId="urn:microsoft.com/office/officeart/2005/8/layout/list1"/>
    <dgm:cxn modelId="{D7AC8577-80A2-49D3-847D-09F9DD8D2D09}" type="presParOf" srcId="{A6C97F5E-DA29-46FF-993C-CC956B7C5A9B}" destId="{6A097977-1B97-4F7B-9F19-4A2EFEEF2C72}" srcOrd="1" destOrd="0" presId="urn:microsoft.com/office/officeart/2005/8/layout/list1"/>
    <dgm:cxn modelId="{200B1831-11C8-4D9B-AD08-51447D08FDD9}" type="presParOf" srcId="{15516C82-5AF6-44DE-A923-5290000E5511}" destId="{C57D227B-82B7-4D32-A3A0-BB1E8572015B}" srcOrd="9" destOrd="0" presId="urn:microsoft.com/office/officeart/2005/8/layout/list1"/>
    <dgm:cxn modelId="{EC5AB894-5589-403E-B94E-F61B9FD24D27}" type="presParOf" srcId="{15516C82-5AF6-44DE-A923-5290000E5511}" destId="{50B36FD9-0326-4731-876F-9A02769508D3}" srcOrd="10" destOrd="0" presId="urn:microsoft.com/office/officeart/2005/8/layout/list1"/>
    <dgm:cxn modelId="{78FFC48D-E127-4967-B4BD-604FE7DC1B47}" type="presParOf" srcId="{15516C82-5AF6-44DE-A923-5290000E5511}" destId="{949894A3-36BA-4B55-8F6C-31E3A21D3FDD}" srcOrd="11" destOrd="0" presId="urn:microsoft.com/office/officeart/2005/8/layout/list1"/>
    <dgm:cxn modelId="{906075D6-B13A-4206-9972-63BD4C14BE2E}" type="presParOf" srcId="{15516C82-5AF6-44DE-A923-5290000E5511}" destId="{251EA6A5-A3A8-4419-8C44-7A4E12B697A4}" srcOrd="12" destOrd="0" presId="urn:microsoft.com/office/officeart/2005/8/layout/list1"/>
    <dgm:cxn modelId="{9BF800BB-44B8-46F1-9FEC-2EBFE4B4E047}" type="presParOf" srcId="{251EA6A5-A3A8-4419-8C44-7A4E12B697A4}" destId="{E9D15425-4DA5-4994-BB53-24DF87A70683}" srcOrd="0" destOrd="0" presId="urn:microsoft.com/office/officeart/2005/8/layout/list1"/>
    <dgm:cxn modelId="{F37E0FC3-71F1-4216-8B4B-BF7AC1EADD6E}" type="presParOf" srcId="{251EA6A5-A3A8-4419-8C44-7A4E12B697A4}" destId="{6467E12C-4AB9-42CF-A279-9ED244BE8FAC}" srcOrd="1" destOrd="0" presId="urn:microsoft.com/office/officeart/2005/8/layout/list1"/>
    <dgm:cxn modelId="{0852A215-8477-45DB-934E-07BA66297150}" type="presParOf" srcId="{15516C82-5AF6-44DE-A923-5290000E5511}" destId="{8ED449DC-B554-4E19-8F4D-43DC4E4D45C3}" srcOrd="13" destOrd="0" presId="urn:microsoft.com/office/officeart/2005/8/layout/list1"/>
    <dgm:cxn modelId="{B20EF7AC-826D-4954-9A1C-2CA0B4715ED8}" type="presParOf" srcId="{15516C82-5AF6-44DE-A923-5290000E5511}" destId="{55D74B50-78ED-419E-8F28-E708F54AFE4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E30E8C-377E-4ABE-9CEE-9B005DEC8BC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D3D8793-C37B-4BEE-AFE2-1EF14453E6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Directories</a:t>
          </a:r>
          <a:endParaRPr lang="en-US"/>
        </a:p>
      </dgm:t>
    </dgm:pt>
    <dgm:pt modelId="{4E0C86D3-9AB6-4B7E-BEAC-12CA40B56C05}" type="parTrans" cxnId="{A5745C54-303F-4B44-8D67-6DE1DBB2B1ED}">
      <dgm:prSet/>
      <dgm:spPr/>
      <dgm:t>
        <a:bodyPr/>
        <a:lstStyle/>
        <a:p>
          <a:endParaRPr lang="en-US"/>
        </a:p>
      </dgm:t>
    </dgm:pt>
    <dgm:pt modelId="{467C1210-C21C-4A0D-8433-E11C3A0293AC}" type="sibTrans" cxnId="{A5745C54-303F-4B44-8D67-6DE1DBB2B1ED}">
      <dgm:prSet/>
      <dgm:spPr/>
      <dgm:t>
        <a:bodyPr/>
        <a:lstStyle/>
        <a:p>
          <a:endParaRPr lang="en-US"/>
        </a:p>
      </dgm:t>
    </dgm:pt>
    <dgm:pt modelId="{207E9BB4-CA33-413C-9EB9-1FA44459C6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Search Engines</a:t>
          </a:r>
          <a:endParaRPr lang="en-US"/>
        </a:p>
      </dgm:t>
    </dgm:pt>
    <dgm:pt modelId="{8168936E-0766-40BB-A487-A0494D34B014}" type="parTrans" cxnId="{15F1263C-9E0E-473C-8B1B-C65425F11892}">
      <dgm:prSet/>
      <dgm:spPr/>
      <dgm:t>
        <a:bodyPr/>
        <a:lstStyle/>
        <a:p>
          <a:endParaRPr lang="en-US"/>
        </a:p>
      </dgm:t>
    </dgm:pt>
    <dgm:pt modelId="{27713EBD-9F11-45F1-B41A-8F5266F96F1F}" type="sibTrans" cxnId="{15F1263C-9E0E-473C-8B1B-C65425F11892}">
      <dgm:prSet/>
      <dgm:spPr/>
      <dgm:t>
        <a:bodyPr/>
        <a:lstStyle/>
        <a:p>
          <a:endParaRPr lang="en-US"/>
        </a:p>
      </dgm:t>
    </dgm:pt>
    <dgm:pt modelId="{C3F46732-7CF3-4963-AFC8-8E2CDE3C21D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Malls </a:t>
          </a:r>
          <a:endParaRPr lang="en-US"/>
        </a:p>
      </dgm:t>
    </dgm:pt>
    <dgm:pt modelId="{DA545D45-5052-4B90-8F4E-E608B9ED3365}" type="parTrans" cxnId="{05F5A60C-4022-4DF4-B00C-F045E2063CD3}">
      <dgm:prSet/>
      <dgm:spPr/>
      <dgm:t>
        <a:bodyPr/>
        <a:lstStyle/>
        <a:p>
          <a:endParaRPr lang="en-US"/>
        </a:p>
      </dgm:t>
    </dgm:pt>
    <dgm:pt modelId="{A5B373D5-3697-4336-AF95-231F5F6857B1}" type="sibTrans" cxnId="{05F5A60C-4022-4DF4-B00C-F045E2063CD3}">
      <dgm:prSet/>
      <dgm:spPr/>
      <dgm:t>
        <a:bodyPr/>
        <a:lstStyle/>
        <a:p>
          <a:endParaRPr lang="en-US"/>
        </a:p>
      </dgm:t>
    </dgm:pt>
    <dgm:pt modelId="{57D94681-1D13-4DF4-9D0E-E1418CBE6E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Virtual resellers</a:t>
          </a:r>
          <a:endParaRPr lang="en-US"/>
        </a:p>
      </dgm:t>
    </dgm:pt>
    <dgm:pt modelId="{83660268-027E-4F55-AE2D-638BA67AB562}" type="parTrans" cxnId="{131BEFF8-A10E-42A6-9050-0EBFA9AB13F6}">
      <dgm:prSet/>
      <dgm:spPr/>
      <dgm:t>
        <a:bodyPr/>
        <a:lstStyle/>
        <a:p>
          <a:endParaRPr lang="en-US"/>
        </a:p>
      </dgm:t>
    </dgm:pt>
    <dgm:pt modelId="{BBFAE790-11BA-4800-8372-5A7C65DCFD4E}" type="sibTrans" cxnId="{131BEFF8-A10E-42A6-9050-0EBFA9AB13F6}">
      <dgm:prSet/>
      <dgm:spPr/>
      <dgm:t>
        <a:bodyPr/>
        <a:lstStyle/>
        <a:p>
          <a:endParaRPr lang="en-US"/>
        </a:p>
      </dgm:t>
    </dgm:pt>
    <dgm:pt modelId="{98C3291D-419C-43A2-9256-77D6F927AB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Financial Intermediaries</a:t>
          </a:r>
          <a:endParaRPr lang="en-US"/>
        </a:p>
      </dgm:t>
    </dgm:pt>
    <dgm:pt modelId="{B69D2891-3DB4-4292-826E-016D81918D2B}" type="parTrans" cxnId="{376DDAD4-809F-4304-8E6F-6A45037C1873}">
      <dgm:prSet/>
      <dgm:spPr/>
      <dgm:t>
        <a:bodyPr/>
        <a:lstStyle/>
        <a:p>
          <a:endParaRPr lang="en-US"/>
        </a:p>
      </dgm:t>
    </dgm:pt>
    <dgm:pt modelId="{161F7EC7-110B-4769-8B05-832F3219AEF8}" type="sibTrans" cxnId="{376DDAD4-809F-4304-8E6F-6A45037C1873}">
      <dgm:prSet/>
      <dgm:spPr/>
      <dgm:t>
        <a:bodyPr/>
        <a:lstStyle/>
        <a:p>
          <a:endParaRPr lang="en-US"/>
        </a:p>
      </dgm:t>
    </dgm:pt>
    <dgm:pt modelId="{8E945787-3DF4-497D-9AAF-049EDCC26B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Forums</a:t>
          </a:r>
          <a:endParaRPr lang="en-US"/>
        </a:p>
      </dgm:t>
    </dgm:pt>
    <dgm:pt modelId="{9736CA7F-EB29-4D88-A602-ABC12E0006CF}" type="parTrans" cxnId="{7C2D953A-2AC7-4B0C-8428-3A47C3B5C0E1}">
      <dgm:prSet/>
      <dgm:spPr/>
      <dgm:t>
        <a:bodyPr/>
        <a:lstStyle/>
        <a:p>
          <a:endParaRPr lang="en-US"/>
        </a:p>
      </dgm:t>
    </dgm:pt>
    <dgm:pt modelId="{79037E85-CA4A-4CFF-A532-B243902AC92B}" type="sibTrans" cxnId="{7C2D953A-2AC7-4B0C-8428-3A47C3B5C0E1}">
      <dgm:prSet/>
      <dgm:spPr/>
      <dgm:t>
        <a:bodyPr/>
        <a:lstStyle/>
        <a:p>
          <a:endParaRPr lang="en-US"/>
        </a:p>
      </dgm:t>
    </dgm:pt>
    <dgm:pt modelId="{CB1A8E74-5B90-4CC6-94DF-C256ACD714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SG"/>
            <a:t>Evaluators</a:t>
          </a:r>
          <a:endParaRPr lang="en-US"/>
        </a:p>
      </dgm:t>
    </dgm:pt>
    <dgm:pt modelId="{B8DA90E9-BBEE-4161-908E-D8E5F133CE65}" type="parTrans" cxnId="{55604698-9E58-4D2C-94B1-669E5942FEBD}">
      <dgm:prSet/>
      <dgm:spPr/>
      <dgm:t>
        <a:bodyPr/>
        <a:lstStyle/>
        <a:p>
          <a:endParaRPr lang="en-US"/>
        </a:p>
      </dgm:t>
    </dgm:pt>
    <dgm:pt modelId="{338ACB5B-CEC8-4C18-B153-43ACA6380E6B}" type="sibTrans" cxnId="{55604698-9E58-4D2C-94B1-669E5942FEBD}">
      <dgm:prSet/>
      <dgm:spPr/>
      <dgm:t>
        <a:bodyPr/>
        <a:lstStyle/>
        <a:p>
          <a:endParaRPr lang="en-US"/>
        </a:p>
      </dgm:t>
    </dgm:pt>
    <dgm:pt modelId="{80AC2793-ECDA-4DC7-97B2-680C17FF1B44}" type="pres">
      <dgm:prSet presAssocID="{BCE30E8C-377E-4ABE-9CEE-9B005DEC8BCC}" presName="root" presStyleCnt="0">
        <dgm:presLayoutVars>
          <dgm:dir/>
          <dgm:resizeHandles val="exact"/>
        </dgm:presLayoutVars>
      </dgm:prSet>
      <dgm:spPr/>
    </dgm:pt>
    <dgm:pt modelId="{FEE12DFC-EFD1-4165-8236-2D1E40584089}" type="pres">
      <dgm:prSet presAssocID="{7D3D8793-C37B-4BEE-AFE2-1EF14453E6CD}" presName="compNode" presStyleCnt="0"/>
      <dgm:spPr/>
    </dgm:pt>
    <dgm:pt modelId="{CC784BDC-C150-403F-B761-82D037DBC5AE}" type="pres">
      <dgm:prSet presAssocID="{7D3D8793-C37B-4BEE-AFE2-1EF14453E6CD}" presName="iconBgRect" presStyleLbl="bgShp" presStyleIdx="0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DD535AD2-58BA-49F9-92C7-1C857D10FC31}" type="pres">
      <dgm:prSet presAssocID="{7D3D8793-C37B-4BEE-AFE2-1EF14453E6C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18A3CFD-2F19-462A-8B74-DAE3E4299399}" type="pres">
      <dgm:prSet presAssocID="{7D3D8793-C37B-4BEE-AFE2-1EF14453E6CD}" presName="spaceRect" presStyleCnt="0"/>
      <dgm:spPr/>
    </dgm:pt>
    <dgm:pt modelId="{A0228671-BF5D-45DF-91D7-C9E3F8E9617F}" type="pres">
      <dgm:prSet presAssocID="{7D3D8793-C37B-4BEE-AFE2-1EF14453E6CD}" presName="textRect" presStyleLbl="revTx" presStyleIdx="0" presStyleCnt="7">
        <dgm:presLayoutVars>
          <dgm:chMax val="1"/>
          <dgm:chPref val="1"/>
        </dgm:presLayoutVars>
      </dgm:prSet>
      <dgm:spPr/>
    </dgm:pt>
    <dgm:pt modelId="{B42057B1-2397-4420-81D7-AE485D00A8F0}" type="pres">
      <dgm:prSet presAssocID="{467C1210-C21C-4A0D-8433-E11C3A0293AC}" presName="sibTrans" presStyleCnt="0"/>
      <dgm:spPr/>
    </dgm:pt>
    <dgm:pt modelId="{4935D7AC-CAFC-4AFE-A097-A34801C8262D}" type="pres">
      <dgm:prSet presAssocID="{207E9BB4-CA33-413C-9EB9-1FA44459C64A}" presName="compNode" presStyleCnt="0"/>
      <dgm:spPr/>
    </dgm:pt>
    <dgm:pt modelId="{C6EFEA57-9D32-405A-B87F-C26703318FAC}" type="pres">
      <dgm:prSet presAssocID="{207E9BB4-CA33-413C-9EB9-1FA44459C64A}" presName="iconBgRect" presStyleLbl="bgShp" presStyleIdx="1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19D53709-D32E-4105-B8EE-8CCCE4DA989D}" type="pres">
      <dgm:prSet presAssocID="{207E9BB4-CA33-413C-9EB9-1FA44459C64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CB9E0AC-BF72-4794-B61F-664DED9A2372}" type="pres">
      <dgm:prSet presAssocID="{207E9BB4-CA33-413C-9EB9-1FA44459C64A}" presName="spaceRect" presStyleCnt="0"/>
      <dgm:spPr/>
    </dgm:pt>
    <dgm:pt modelId="{3CC6ACD9-9B87-4E0B-9A3E-8AC3A34C286D}" type="pres">
      <dgm:prSet presAssocID="{207E9BB4-CA33-413C-9EB9-1FA44459C64A}" presName="textRect" presStyleLbl="revTx" presStyleIdx="1" presStyleCnt="7">
        <dgm:presLayoutVars>
          <dgm:chMax val="1"/>
          <dgm:chPref val="1"/>
        </dgm:presLayoutVars>
      </dgm:prSet>
      <dgm:spPr/>
    </dgm:pt>
    <dgm:pt modelId="{3DD1992A-61CB-4DC3-8A3D-5147C87FA088}" type="pres">
      <dgm:prSet presAssocID="{27713EBD-9F11-45F1-B41A-8F5266F96F1F}" presName="sibTrans" presStyleCnt="0"/>
      <dgm:spPr/>
    </dgm:pt>
    <dgm:pt modelId="{2A568B99-B576-4B13-A6A9-6B0B8D21ED4F}" type="pres">
      <dgm:prSet presAssocID="{C3F46732-7CF3-4963-AFC8-8E2CDE3C21D8}" presName="compNode" presStyleCnt="0"/>
      <dgm:spPr/>
    </dgm:pt>
    <dgm:pt modelId="{EFE24951-853C-47F4-BF43-D13B44435BCC}" type="pres">
      <dgm:prSet presAssocID="{C3F46732-7CF3-4963-AFC8-8E2CDE3C21D8}" presName="iconBgRect" presStyleLbl="bgShp" presStyleIdx="2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A1AD6A2D-1ACB-4674-9CA4-364F7A1BCA38}" type="pres">
      <dgm:prSet presAssocID="{C3F46732-7CF3-4963-AFC8-8E2CDE3C21D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E25E51DE-1B55-4A42-92FA-F26F42552203}" type="pres">
      <dgm:prSet presAssocID="{C3F46732-7CF3-4963-AFC8-8E2CDE3C21D8}" presName="spaceRect" presStyleCnt="0"/>
      <dgm:spPr/>
    </dgm:pt>
    <dgm:pt modelId="{1583A81D-F104-49FD-930E-1AB143039932}" type="pres">
      <dgm:prSet presAssocID="{C3F46732-7CF3-4963-AFC8-8E2CDE3C21D8}" presName="textRect" presStyleLbl="revTx" presStyleIdx="2" presStyleCnt="7">
        <dgm:presLayoutVars>
          <dgm:chMax val="1"/>
          <dgm:chPref val="1"/>
        </dgm:presLayoutVars>
      </dgm:prSet>
      <dgm:spPr/>
    </dgm:pt>
    <dgm:pt modelId="{E934E2AF-3A4D-4396-88C8-A3EC4696F5A7}" type="pres">
      <dgm:prSet presAssocID="{A5B373D5-3697-4336-AF95-231F5F6857B1}" presName="sibTrans" presStyleCnt="0"/>
      <dgm:spPr/>
    </dgm:pt>
    <dgm:pt modelId="{C2A5F981-BD85-4B88-9439-1F842DC96D63}" type="pres">
      <dgm:prSet presAssocID="{57D94681-1D13-4DF4-9D0E-E1418CBE6EB2}" presName="compNode" presStyleCnt="0"/>
      <dgm:spPr/>
    </dgm:pt>
    <dgm:pt modelId="{50D0B4F4-73B5-4A56-B888-7AAA95BD701E}" type="pres">
      <dgm:prSet presAssocID="{57D94681-1D13-4DF4-9D0E-E1418CBE6EB2}" presName="iconBgRect" presStyleLbl="bgShp" presStyleIdx="3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2172C21B-C0EC-4F07-A724-0C82D4065460}" type="pres">
      <dgm:prSet presAssocID="{57D94681-1D13-4DF4-9D0E-E1418CBE6EB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D7BC05B-F9F9-4DC6-B4B1-5CD663044A34}" type="pres">
      <dgm:prSet presAssocID="{57D94681-1D13-4DF4-9D0E-E1418CBE6EB2}" presName="spaceRect" presStyleCnt="0"/>
      <dgm:spPr/>
    </dgm:pt>
    <dgm:pt modelId="{F58EA77C-EA77-469E-B94F-19084BBBD667}" type="pres">
      <dgm:prSet presAssocID="{57D94681-1D13-4DF4-9D0E-E1418CBE6EB2}" presName="textRect" presStyleLbl="revTx" presStyleIdx="3" presStyleCnt="7">
        <dgm:presLayoutVars>
          <dgm:chMax val="1"/>
          <dgm:chPref val="1"/>
        </dgm:presLayoutVars>
      </dgm:prSet>
      <dgm:spPr/>
    </dgm:pt>
    <dgm:pt modelId="{92ECF9F3-0EAA-4959-ACC5-41D84B00EA5C}" type="pres">
      <dgm:prSet presAssocID="{BBFAE790-11BA-4800-8372-5A7C65DCFD4E}" presName="sibTrans" presStyleCnt="0"/>
      <dgm:spPr/>
    </dgm:pt>
    <dgm:pt modelId="{9553E732-8F34-46D1-9D4F-17A2F26E8045}" type="pres">
      <dgm:prSet presAssocID="{98C3291D-419C-43A2-9256-77D6F927AB5E}" presName="compNode" presStyleCnt="0"/>
      <dgm:spPr/>
    </dgm:pt>
    <dgm:pt modelId="{68406742-94ED-4B1E-8602-ACBFB30FD99A}" type="pres">
      <dgm:prSet presAssocID="{98C3291D-419C-43A2-9256-77D6F927AB5E}" presName="iconBgRect" presStyleLbl="bgShp" presStyleIdx="4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D6426461-B031-4D30-B573-CC93C1373DDD}" type="pres">
      <dgm:prSet presAssocID="{98C3291D-419C-43A2-9256-77D6F927AB5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F8D4F5F-796C-4DA9-A2AE-835CA7F484CB}" type="pres">
      <dgm:prSet presAssocID="{98C3291D-419C-43A2-9256-77D6F927AB5E}" presName="spaceRect" presStyleCnt="0"/>
      <dgm:spPr/>
    </dgm:pt>
    <dgm:pt modelId="{6BF42534-13DB-4C66-807E-BA2E538C75BD}" type="pres">
      <dgm:prSet presAssocID="{98C3291D-419C-43A2-9256-77D6F927AB5E}" presName="textRect" presStyleLbl="revTx" presStyleIdx="4" presStyleCnt="7">
        <dgm:presLayoutVars>
          <dgm:chMax val="1"/>
          <dgm:chPref val="1"/>
        </dgm:presLayoutVars>
      </dgm:prSet>
      <dgm:spPr/>
    </dgm:pt>
    <dgm:pt modelId="{FC62B748-0F6B-4A93-A665-1C081F667AD8}" type="pres">
      <dgm:prSet presAssocID="{161F7EC7-110B-4769-8B05-832F3219AEF8}" presName="sibTrans" presStyleCnt="0"/>
      <dgm:spPr/>
    </dgm:pt>
    <dgm:pt modelId="{28C7971E-B171-40B1-8F1E-BD18C5C1C131}" type="pres">
      <dgm:prSet presAssocID="{8E945787-3DF4-497D-9AAF-049EDCC26B7B}" presName="compNode" presStyleCnt="0"/>
      <dgm:spPr/>
    </dgm:pt>
    <dgm:pt modelId="{046DCCE0-6321-4321-A2AC-B0BD75238523}" type="pres">
      <dgm:prSet presAssocID="{8E945787-3DF4-497D-9AAF-049EDCC26B7B}" presName="iconBgRect" presStyleLbl="bgShp" presStyleIdx="5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EE2BA968-E9EB-4C74-9DBD-BA31731DA67C}" type="pres">
      <dgm:prSet presAssocID="{8E945787-3DF4-497D-9AAF-049EDCC26B7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9F66E68-92F5-4104-8220-50BC1AA691B5}" type="pres">
      <dgm:prSet presAssocID="{8E945787-3DF4-497D-9AAF-049EDCC26B7B}" presName="spaceRect" presStyleCnt="0"/>
      <dgm:spPr/>
    </dgm:pt>
    <dgm:pt modelId="{777F9331-934A-4F69-B349-12B7C02FE0FF}" type="pres">
      <dgm:prSet presAssocID="{8E945787-3DF4-497D-9AAF-049EDCC26B7B}" presName="textRect" presStyleLbl="revTx" presStyleIdx="5" presStyleCnt="7">
        <dgm:presLayoutVars>
          <dgm:chMax val="1"/>
          <dgm:chPref val="1"/>
        </dgm:presLayoutVars>
      </dgm:prSet>
      <dgm:spPr/>
    </dgm:pt>
    <dgm:pt modelId="{8D76073B-DA59-4150-825A-D126723547B6}" type="pres">
      <dgm:prSet presAssocID="{79037E85-CA4A-4CFF-A532-B243902AC92B}" presName="sibTrans" presStyleCnt="0"/>
      <dgm:spPr/>
    </dgm:pt>
    <dgm:pt modelId="{8387518F-F5DB-4051-836D-B08E9D9AE480}" type="pres">
      <dgm:prSet presAssocID="{CB1A8E74-5B90-4CC6-94DF-C256ACD71479}" presName="compNode" presStyleCnt="0"/>
      <dgm:spPr/>
    </dgm:pt>
    <dgm:pt modelId="{6D10F956-D82B-4D06-AFC1-8EC3994D468D}" type="pres">
      <dgm:prSet presAssocID="{CB1A8E74-5B90-4CC6-94DF-C256ACD71479}" presName="iconBgRect" presStyleLbl="bgShp" presStyleIdx="6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A6AF37CA-BCD6-45E9-A428-1B3AE6545D63}" type="pres">
      <dgm:prSet presAssocID="{CB1A8E74-5B90-4CC6-94DF-C256ACD7147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FD998A7-C734-4BDD-B961-C0BC0B581865}" type="pres">
      <dgm:prSet presAssocID="{CB1A8E74-5B90-4CC6-94DF-C256ACD71479}" presName="spaceRect" presStyleCnt="0"/>
      <dgm:spPr/>
    </dgm:pt>
    <dgm:pt modelId="{7BE877E9-7A05-477E-A3C8-53B8BE108089}" type="pres">
      <dgm:prSet presAssocID="{CB1A8E74-5B90-4CC6-94DF-C256ACD7147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98F2509-2229-4B38-B3E4-EF3BCF6BA3E9}" type="presOf" srcId="{8E945787-3DF4-497D-9AAF-049EDCC26B7B}" destId="{777F9331-934A-4F69-B349-12B7C02FE0FF}" srcOrd="0" destOrd="0" presId="urn:microsoft.com/office/officeart/2018/5/layout/IconLeafLabelList"/>
    <dgm:cxn modelId="{05F5A60C-4022-4DF4-B00C-F045E2063CD3}" srcId="{BCE30E8C-377E-4ABE-9CEE-9B005DEC8BCC}" destId="{C3F46732-7CF3-4963-AFC8-8E2CDE3C21D8}" srcOrd="2" destOrd="0" parTransId="{DA545D45-5052-4B90-8F4E-E608B9ED3365}" sibTransId="{A5B373D5-3697-4336-AF95-231F5F6857B1}"/>
    <dgm:cxn modelId="{1A0D4D12-19D2-482F-AF89-FC94FF2A5A27}" type="presOf" srcId="{7D3D8793-C37B-4BEE-AFE2-1EF14453E6CD}" destId="{A0228671-BF5D-45DF-91D7-C9E3F8E9617F}" srcOrd="0" destOrd="0" presId="urn:microsoft.com/office/officeart/2018/5/layout/IconLeafLabelList"/>
    <dgm:cxn modelId="{3EFB7925-C1F1-4DD2-8658-9CAC68B9EC03}" type="presOf" srcId="{CB1A8E74-5B90-4CC6-94DF-C256ACD71479}" destId="{7BE877E9-7A05-477E-A3C8-53B8BE108089}" srcOrd="0" destOrd="0" presId="urn:microsoft.com/office/officeart/2018/5/layout/IconLeafLabelList"/>
    <dgm:cxn modelId="{D1599F36-28BB-494F-A213-77821BD85069}" type="presOf" srcId="{98C3291D-419C-43A2-9256-77D6F927AB5E}" destId="{6BF42534-13DB-4C66-807E-BA2E538C75BD}" srcOrd="0" destOrd="0" presId="urn:microsoft.com/office/officeart/2018/5/layout/IconLeafLabelList"/>
    <dgm:cxn modelId="{7C2D953A-2AC7-4B0C-8428-3A47C3B5C0E1}" srcId="{BCE30E8C-377E-4ABE-9CEE-9B005DEC8BCC}" destId="{8E945787-3DF4-497D-9AAF-049EDCC26B7B}" srcOrd="5" destOrd="0" parTransId="{9736CA7F-EB29-4D88-A602-ABC12E0006CF}" sibTransId="{79037E85-CA4A-4CFF-A532-B243902AC92B}"/>
    <dgm:cxn modelId="{15F1263C-9E0E-473C-8B1B-C65425F11892}" srcId="{BCE30E8C-377E-4ABE-9CEE-9B005DEC8BCC}" destId="{207E9BB4-CA33-413C-9EB9-1FA44459C64A}" srcOrd="1" destOrd="0" parTransId="{8168936E-0766-40BB-A487-A0494D34B014}" sibTransId="{27713EBD-9F11-45F1-B41A-8F5266F96F1F}"/>
    <dgm:cxn modelId="{AA791A4F-8A51-4B55-A9AA-80C7FB4D5AC5}" type="presOf" srcId="{57D94681-1D13-4DF4-9D0E-E1418CBE6EB2}" destId="{F58EA77C-EA77-469E-B94F-19084BBBD667}" srcOrd="0" destOrd="0" presId="urn:microsoft.com/office/officeart/2018/5/layout/IconLeafLabelList"/>
    <dgm:cxn modelId="{A5745C54-303F-4B44-8D67-6DE1DBB2B1ED}" srcId="{BCE30E8C-377E-4ABE-9CEE-9B005DEC8BCC}" destId="{7D3D8793-C37B-4BEE-AFE2-1EF14453E6CD}" srcOrd="0" destOrd="0" parTransId="{4E0C86D3-9AB6-4B7E-BEAC-12CA40B56C05}" sibTransId="{467C1210-C21C-4A0D-8433-E11C3A0293AC}"/>
    <dgm:cxn modelId="{DE5F8293-26D2-4AF0-872D-6DBEA5EA8C82}" type="presOf" srcId="{C3F46732-7CF3-4963-AFC8-8E2CDE3C21D8}" destId="{1583A81D-F104-49FD-930E-1AB143039932}" srcOrd="0" destOrd="0" presId="urn:microsoft.com/office/officeart/2018/5/layout/IconLeafLabelList"/>
    <dgm:cxn modelId="{55604698-9E58-4D2C-94B1-669E5942FEBD}" srcId="{BCE30E8C-377E-4ABE-9CEE-9B005DEC8BCC}" destId="{CB1A8E74-5B90-4CC6-94DF-C256ACD71479}" srcOrd="6" destOrd="0" parTransId="{B8DA90E9-BBEE-4161-908E-D8E5F133CE65}" sibTransId="{338ACB5B-CEC8-4C18-B153-43ACA6380E6B}"/>
    <dgm:cxn modelId="{787CEFA2-20D5-4C94-A95A-AED313DB37FA}" type="presOf" srcId="{207E9BB4-CA33-413C-9EB9-1FA44459C64A}" destId="{3CC6ACD9-9B87-4E0B-9A3E-8AC3A34C286D}" srcOrd="0" destOrd="0" presId="urn:microsoft.com/office/officeart/2018/5/layout/IconLeafLabelList"/>
    <dgm:cxn modelId="{865B9FD4-185D-438D-85EE-FFDC19FA6E94}" type="presOf" srcId="{BCE30E8C-377E-4ABE-9CEE-9B005DEC8BCC}" destId="{80AC2793-ECDA-4DC7-97B2-680C17FF1B44}" srcOrd="0" destOrd="0" presId="urn:microsoft.com/office/officeart/2018/5/layout/IconLeafLabelList"/>
    <dgm:cxn modelId="{376DDAD4-809F-4304-8E6F-6A45037C1873}" srcId="{BCE30E8C-377E-4ABE-9CEE-9B005DEC8BCC}" destId="{98C3291D-419C-43A2-9256-77D6F927AB5E}" srcOrd="4" destOrd="0" parTransId="{B69D2891-3DB4-4292-826E-016D81918D2B}" sibTransId="{161F7EC7-110B-4769-8B05-832F3219AEF8}"/>
    <dgm:cxn modelId="{131BEFF8-A10E-42A6-9050-0EBFA9AB13F6}" srcId="{BCE30E8C-377E-4ABE-9CEE-9B005DEC8BCC}" destId="{57D94681-1D13-4DF4-9D0E-E1418CBE6EB2}" srcOrd="3" destOrd="0" parTransId="{83660268-027E-4F55-AE2D-638BA67AB562}" sibTransId="{BBFAE790-11BA-4800-8372-5A7C65DCFD4E}"/>
    <dgm:cxn modelId="{C52BB9C5-B1D9-47C4-B873-C92018DDEB7B}" type="presParOf" srcId="{80AC2793-ECDA-4DC7-97B2-680C17FF1B44}" destId="{FEE12DFC-EFD1-4165-8236-2D1E40584089}" srcOrd="0" destOrd="0" presId="urn:microsoft.com/office/officeart/2018/5/layout/IconLeafLabelList"/>
    <dgm:cxn modelId="{40332213-452A-46E4-A89F-1C9E58FF5D9C}" type="presParOf" srcId="{FEE12DFC-EFD1-4165-8236-2D1E40584089}" destId="{CC784BDC-C150-403F-B761-82D037DBC5AE}" srcOrd="0" destOrd="0" presId="urn:microsoft.com/office/officeart/2018/5/layout/IconLeafLabelList"/>
    <dgm:cxn modelId="{15F565DA-BB94-4DB0-96BB-1D5EEDA149AD}" type="presParOf" srcId="{FEE12DFC-EFD1-4165-8236-2D1E40584089}" destId="{DD535AD2-58BA-49F9-92C7-1C857D10FC31}" srcOrd="1" destOrd="0" presId="urn:microsoft.com/office/officeart/2018/5/layout/IconLeafLabelList"/>
    <dgm:cxn modelId="{E4F3B41C-3F1E-4620-ADEE-AD08CF9CB577}" type="presParOf" srcId="{FEE12DFC-EFD1-4165-8236-2D1E40584089}" destId="{818A3CFD-2F19-462A-8B74-DAE3E4299399}" srcOrd="2" destOrd="0" presId="urn:microsoft.com/office/officeart/2018/5/layout/IconLeafLabelList"/>
    <dgm:cxn modelId="{0E43534E-050D-4F8E-91CD-9AF6D638596A}" type="presParOf" srcId="{FEE12DFC-EFD1-4165-8236-2D1E40584089}" destId="{A0228671-BF5D-45DF-91D7-C9E3F8E9617F}" srcOrd="3" destOrd="0" presId="urn:microsoft.com/office/officeart/2018/5/layout/IconLeafLabelList"/>
    <dgm:cxn modelId="{FF690D63-1259-4400-970B-D920B428AA8A}" type="presParOf" srcId="{80AC2793-ECDA-4DC7-97B2-680C17FF1B44}" destId="{B42057B1-2397-4420-81D7-AE485D00A8F0}" srcOrd="1" destOrd="0" presId="urn:microsoft.com/office/officeart/2018/5/layout/IconLeafLabelList"/>
    <dgm:cxn modelId="{C6332D8B-71ED-489F-8F60-A2A6A625EBB9}" type="presParOf" srcId="{80AC2793-ECDA-4DC7-97B2-680C17FF1B44}" destId="{4935D7AC-CAFC-4AFE-A097-A34801C8262D}" srcOrd="2" destOrd="0" presId="urn:microsoft.com/office/officeart/2018/5/layout/IconLeafLabelList"/>
    <dgm:cxn modelId="{FF63835E-E5DC-40E0-969D-EEB77555FF02}" type="presParOf" srcId="{4935D7AC-CAFC-4AFE-A097-A34801C8262D}" destId="{C6EFEA57-9D32-405A-B87F-C26703318FAC}" srcOrd="0" destOrd="0" presId="urn:microsoft.com/office/officeart/2018/5/layout/IconLeafLabelList"/>
    <dgm:cxn modelId="{AAA828DC-01B6-4D38-993E-F58AA25D8910}" type="presParOf" srcId="{4935D7AC-CAFC-4AFE-A097-A34801C8262D}" destId="{19D53709-D32E-4105-B8EE-8CCCE4DA989D}" srcOrd="1" destOrd="0" presId="urn:microsoft.com/office/officeart/2018/5/layout/IconLeafLabelList"/>
    <dgm:cxn modelId="{C9967BCE-EA73-4828-A869-4F8C8F98C0FC}" type="presParOf" srcId="{4935D7AC-CAFC-4AFE-A097-A34801C8262D}" destId="{9CB9E0AC-BF72-4794-B61F-664DED9A2372}" srcOrd="2" destOrd="0" presId="urn:microsoft.com/office/officeart/2018/5/layout/IconLeafLabelList"/>
    <dgm:cxn modelId="{184E79DE-1754-48EB-B875-DB2E9A93D009}" type="presParOf" srcId="{4935D7AC-CAFC-4AFE-A097-A34801C8262D}" destId="{3CC6ACD9-9B87-4E0B-9A3E-8AC3A34C286D}" srcOrd="3" destOrd="0" presId="urn:microsoft.com/office/officeart/2018/5/layout/IconLeafLabelList"/>
    <dgm:cxn modelId="{E20535B0-81E8-4791-9372-2D59B5E5DBD8}" type="presParOf" srcId="{80AC2793-ECDA-4DC7-97B2-680C17FF1B44}" destId="{3DD1992A-61CB-4DC3-8A3D-5147C87FA088}" srcOrd="3" destOrd="0" presId="urn:microsoft.com/office/officeart/2018/5/layout/IconLeafLabelList"/>
    <dgm:cxn modelId="{7AD27031-39B1-4A10-9915-58C98357F8F0}" type="presParOf" srcId="{80AC2793-ECDA-4DC7-97B2-680C17FF1B44}" destId="{2A568B99-B576-4B13-A6A9-6B0B8D21ED4F}" srcOrd="4" destOrd="0" presId="urn:microsoft.com/office/officeart/2018/5/layout/IconLeafLabelList"/>
    <dgm:cxn modelId="{A6094E7B-42ED-4098-A614-E01AFE1A53C4}" type="presParOf" srcId="{2A568B99-B576-4B13-A6A9-6B0B8D21ED4F}" destId="{EFE24951-853C-47F4-BF43-D13B44435BCC}" srcOrd="0" destOrd="0" presId="urn:microsoft.com/office/officeart/2018/5/layout/IconLeafLabelList"/>
    <dgm:cxn modelId="{67E06AA9-DB20-4261-A833-66D91B76E64F}" type="presParOf" srcId="{2A568B99-B576-4B13-A6A9-6B0B8D21ED4F}" destId="{A1AD6A2D-1ACB-4674-9CA4-364F7A1BCA38}" srcOrd="1" destOrd="0" presId="urn:microsoft.com/office/officeart/2018/5/layout/IconLeafLabelList"/>
    <dgm:cxn modelId="{0337E8F7-E862-46BD-9A5A-8953E31B028C}" type="presParOf" srcId="{2A568B99-B576-4B13-A6A9-6B0B8D21ED4F}" destId="{E25E51DE-1B55-4A42-92FA-F26F42552203}" srcOrd="2" destOrd="0" presId="urn:microsoft.com/office/officeart/2018/5/layout/IconLeafLabelList"/>
    <dgm:cxn modelId="{537BF21E-5C20-4083-98B9-1CE0D79EA54C}" type="presParOf" srcId="{2A568B99-B576-4B13-A6A9-6B0B8D21ED4F}" destId="{1583A81D-F104-49FD-930E-1AB143039932}" srcOrd="3" destOrd="0" presId="urn:microsoft.com/office/officeart/2018/5/layout/IconLeafLabelList"/>
    <dgm:cxn modelId="{2C7348B9-02F8-4863-9B68-DC25FCBBA706}" type="presParOf" srcId="{80AC2793-ECDA-4DC7-97B2-680C17FF1B44}" destId="{E934E2AF-3A4D-4396-88C8-A3EC4696F5A7}" srcOrd="5" destOrd="0" presId="urn:microsoft.com/office/officeart/2018/5/layout/IconLeafLabelList"/>
    <dgm:cxn modelId="{9DD973F0-74A2-4275-A352-03899CFFD032}" type="presParOf" srcId="{80AC2793-ECDA-4DC7-97B2-680C17FF1B44}" destId="{C2A5F981-BD85-4B88-9439-1F842DC96D63}" srcOrd="6" destOrd="0" presId="urn:microsoft.com/office/officeart/2018/5/layout/IconLeafLabelList"/>
    <dgm:cxn modelId="{0ED1982D-9A3C-4D5C-9540-380E8ABFA4EC}" type="presParOf" srcId="{C2A5F981-BD85-4B88-9439-1F842DC96D63}" destId="{50D0B4F4-73B5-4A56-B888-7AAA95BD701E}" srcOrd="0" destOrd="0" presId="urn:microsoft.com/office/officeart/2018/5/layout/IconLeafLabelList"/>
    <dgm:cxn modelId="{F4642057-39A0-47A9-A178-2B5308D79DDF}" type="presParOf" srcId="{C2A5F981-BD85-4B88-9439-1F842DC96D63}" destId="{2172C21B-C0EC-4F07-A724-0C82D4065460}" srcOrd="1" destOrd="0" presId="urn:microsoft.com/office/officeart/2018/5/layout/IconLeafLabelList"/>
    <dgm:cxn modelId="{29D2A5D5-E40B-4B5F-A4C3-14560307D00D}" type="presParOf" srcId="{C2A5F981-BD85-4B88-9439-1F842DC96D63}" destId="{6D7BC05B-F9F9-4DC6-B4B1-5CD663044A34}" srcOrd="2" destOrd="0" presId="urn:microsoft.com/office/officeart/2018/5/layout/IconLeafLabelList"/>
    <dgm:cxn modelId="{AF1CA2FA-4348-4BCF-9D2B-50644DF7BADF}" type="presParOf" srcId="{C2A5F981-BD85-4B88-9439-1F842DC96D63}" destId="{F58EA77C-EA77-469E-B94F-19084BBBD667}" srcOrd="3" destOrd="0" presId="urn:microsoft.com/office/officeart/2018/5/layout/IconLeafLabelList"/>
    <dgm:cxn modelId="{3D35A746-BC5B-4F0F-A21E-DF4453F8628D}" type="presParOf" srcId="{80AC2793-ECDA-4DC7-97B2-680C17FF1B44}" destId="{92ECF9F3-0EAA-4959-ACC5-41D84B00EA5C}" srcOrd="7" destOrd="0" presId="urn:microsoft.com/office/officeart/2018/5/layout/IconLeafLabelList"/>
    <dgm:cxn modelId="{0A837F73-BE07-4EA9-9100-7203965D8E70}" type="presParOf" srcId="{80AC2793-ECDA-4DC7-97B2-680C17FF1B44}" destId="{9553E732-8F34-46D1-9D4F-17A2F26E8045}" srcOrd="8" destOrd="0" presId="urn:microsoft.com/office/officeart/2018/5/layout/IconLeafLabelList"/>
    <dgm:cxn modelId="{4569A2BF-71A2-4A43-ACE0-FA93EB11BA5E}" type="presParOf" srcId="{9553E732-8F34-46D1-9D4F-17A2F26E8045}" destId="{68406742-94ED-4B1E-8602-ACBFB30FD99A}" srcOrd="0" destOrd="0" presId="urn:microsoft.com/office/officeart/2018/5/layout/IconLeafLabelList"/>
    <dgm:cxn modelId="{3BC002F4-BDCD-4D77-A6CA-3D9746F81363}" type="presParOf" srcId="{9553E732-8F34-46D1-9D4F-17A2F26E8045}" destId="{D6426461-B031-4D30-B573-CC93C1373DDD}" srcOrd="1" destOrd="0" presId="urn:microsoft.com/office/officeart/2018/5/layout/IconLeafLabelList"/>
    <dgm:cxn modelId="{C3BC2BF0-B52D-4692-BB16-BA7347652283}" type="presParOf" srcId="{9553E732-8F34-46D1-9D4F-17A2F26E8045}" destId="{EF8D4F5F-796C-4DA9-A2AE-835CA7F484CB}" srcOrd="2" destOrd="0" presId="urn:microsoft.com/office/officeart/2018/5/layout/IconLeafLabelList"/>
    <dgm:cxn modelId="{AAC3CA13-4C90-4441-9346-3317F89300DC}" type="presParOf" srcId="{9553E732-8F34-46D1-9D4F-17A2F26E8045}" destId="{6BF42534-13DB-4C66-807E-BA2E538C75BD}" srcOrd="3" destOrd="0" presId="urn:microsoft.com/office/officeart/2018/5/layout/IconLeafLabelList"/>
    <dgm:cxn modelId="{062BABB2-1645-453B-B186-314FEA134F4E}" type="presParOf" srcId="{80AC2793-ECDA-4DC7-97B2-680C17FF1B44}" destId="{FC62B748-0F6B-4A93-A665-1C081F667AD8}" srcOrd="9" destOrd="0" presId="urn:microsoft.com/office/officeart/2018/5/layout/IconLeafLabelList"/>
    <dgm:cxn modelId="{E45C7295-ADFA-4757-8BB1-854C9914CE96}" type="presParOf" srcId="{80AC2793-ECDA-4DC7-97B2-680C17FF1B44}" destId="{28C7971E-B171-40B1-8F1E-BD18C5C1C131}" srcOrd="10" destOrd="0" presId="urn:microsoft.com/office/officeart/2018/5/layout/IconLeafLabelList"/>
    <dgm:cxn modelId="{12A904DE-763F-495F-A6A1-060327983FA9}" type="presParOf" srcId="{28C7971E-B171-40B1-8F1E-BD18C5C1C131}" destId="{046DCCE0-6321-4321-A2AC-B0BD75238523}" srcOrd="0" destOrd="0" presId="urn:microsoft.com/office/officeart/2018/5/layout/IconLeafLabelList"/>
    <dgm:cxn modelId="{EF206ABF-3787-482F-A97C-28A16DFBE441}" type="presParOf" srcId="{28C7971E-B171-40B1-8F1E-BD18C5C1C131}" destId="{EE2BA968-E9EB-4C74-9DBD-BA31731DA67C}" srcOrd="1" destOrd="0" presId="urn:microsoft.com/office/officeart/2018/5/layout/IconLeafLabelList"/>
    <dgm:cxn modelId="{7E8AE5C3-896E-4C1A-9E57-F9463451D302}" type="presParOf" srcId="{28C7971E-B171-40B1-8F1E-BD18C5C1C131}" destId="{29F66E68-92F5-4104-8220-50BC1AA691B5}" srcOrd="2" destOrd="0" presId="urn:microsoft.com/office/officeart/2018/5/layout/IconLeafLabelList"/>
    <dgm:cxn modelId="{44E905AE-9D68-465C-87C5-561FD705DE7D}" type="presParOf" srcId="{28C7971E-B171-40B1-8F1E-BD18C5C1C131}" destId="{777F9331-934A-4F69-B349-12B7C02FE0FF}" srcOrd="3" destOrd="0" presId="urn:microsoft.com/office/officeart/2018/5/layout/IconLeafLabelList"/>
    <dgm:cxn modelId="{14FF2F81-CE8C-4C7F-81CF-4B0C4D9D6C69}" type="presParOf" srcId="{80AC2793-ECDA-4DC7-97B2-680C17FF1B44}" destId="{8D76073B-DA59-4150-825A-D126723547B6}" srcOrd="11" destOrd="0" presId="urn:microsoft.com/office/officeart/2018/5/layout/IconLeafLabelList"/>
    <dgm:cxn modelId="{8501AA47-9E44-48F6-9505-823C482DD14D}" type="presParOf" srcId="{80AC2793-ECDA-4DC7-97B2-680C17FF1B44}" destId="{8387518F-F5DB-4051-836D-B08E9D9AE480}" srcOrd="12" destOrd="0" presId="urn:microsoft.com/office/officeart/2018/5/layout/IconLeafLabelList"/>
    <dgm:cxn modelId="{4F9A4BB1-99E1-4FB7-B976-FBF35C60F0DE}" type="presParOf" srcId="{8387518F-F5DB-4051-836D-B08E9D9AE480}" destId="{6D10F956-D82B-4D06-AFC1-8EC3994D468D}" srcOrd="0" destOrd="0" presId="urn:microsoft.com/office/officeart/2018/5/layout/IconLeafLabelList"/>
    <dgm:cxn modelId="{9812BD23-8C2D-400B-BB05-1B85F1A21DB1}" type="presParOf" srcId="{8387518F-F5DB-4051-836D-B08E9D9AE480}" destId="{A6AF37CA-BCD6-45E9-A428-1B3AE6545D63}" srcOrd="1" destOrd="0" presId="urn:microsoft.com/office/officeart/2018/5/layout/IconLeafLabelList"/>
    <dgm:cxn modelId="{12B8387B-EC81-48EB-BCBD-EAE51C0FBCB9}" type="presParOf" srcId="{8387518F-F5DB-4051-836D-B08E9D9AE480}" destId="{6FD998A7-C734-4BDD-B961-C0BC0B581865}" srcOrd="2" destOrd="0" presId="urn:microsoft.com/office/officeart/2018/5/layout/IconLeafLabelList"/>
    <dgm:cxn modelId="{DF4A610A-2AA5-4C25-8B41-A07085C64770}" type="presParOf" srcId="{8387518F-F5DB-4051-836D-B08E9D9AE480}" destId="{7BE877E9-7A05-477E-A3C8-53B8BE10808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CA3737-1E03-4932-A542-342C4B1B613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SG"/>
        </a:p>
      </dgm:t>
    </dgm:pt>
    <dgm:pt modelId="{6DF4836A-9CDE-43A4-BC25-69242D649C3B}">
      <dgm:prSet phldrT="[Text]"/>
      <dgm:spPr/>
      <dgm:t>
        <a:bodyPr/>
        <a:lstStyle/>
        <a:p>
          <a:pPr>
            <a:defRPr cap="all"/>
          </a:pPr>
          <a:r>
            <a:rPr lang="en-SG"/>
            <a:t>Customer Segments</a:t>
          </a:r>
        </a:p>
      </dgm:t>
    </dgm:pt>
    <dgm:pt modelId="{72766775-CD99-4116-81FC-64C17B209AB0}" type="parTrans" cxnId="{A806B570-2EBF-4389-8211-9B3BBE86F113}">
      <dgm:prSet/>
      <dgm:spPr/>
      <dgm:t>
        <a:bodyPr/>
        <a:lstStyle/>
        <a:p>
          <a:endParaRPr lang="en-SG"/>
        </a:p>
      </dgm:t>
    </dgm:pt>
    <dgm:pt modelId="{348C118D-0BB4-4486-80A3-EEDF4D746250}" type="sibTrans" cxnId="{A806B570-2EBF-4389-8211-9B3BBE86F113}">
      <dgm:prSet/>
      <dgm:spPr/>
      <dgm:t>
        <a:bodyPr/>
        <a:lstStyle/>
        <a:p>
          <a:endParaRPr lang="en-US"/>
        </a:p>
      </dgm:t>
    </dgm:pt>
    <dgm:pt modelId="{DB85D30A-4301-45CD-9FA3-2AF3D78DC0F1}">
      <dgm:prSet phldrT="[Text]"/>
      <dgm:spPr/>
      <dgm:t>
        <a:bodyPr/>
        <a:lstStyle/>
        <a:p>
          <a:pPr>
            <a:defRPr cap="all"/>
          </a:pPr>
          <a:r>
            <a:rPr lang="en-SG"/>
            <a:t>Customer Relationship</a:t>
          </a:r>
        </a:p>
      </dgm:t>
    </dgm:pt>
    <dgm:pt modelId="{DBC330B7-812C-463E-A935-0090C5B618A8}" type="parTrans" cxnId="{9B1184F9-7234-4DE9-A581-91D08C2F0DE7}">
      <dgm:prSet/>
      <dgm:spPr/>
      <dgm:t>
        <a:bodyPr/>
        <a:lstStyle/>
        <a:p>
          <a:endParaRPr lang="en-SG"/>
        </a:p>
      </dgm:t>
    </dgm:pt>
    <dgm:pt modelId="{FAC0607B-6D2B-4654-B8D9-4A249A2441A0}" type="sibTrans" cxnId="{9B1184F9-7234-4DE9-A581-91D08C2F0DE7}">
      <dgm:prSet/>
      <dgm:spPr/>
      <dgm:t>
        <a:bodyPr/>
        <a:lstStyle/>
        <a:p>
          <a:endParaRPr lang="en-US"/>
        </a:p>
      </dgm:t>
    </dgm:pt>
    <dgm:pt modelId="{6057477E-34D7-459F-8112-3D86878227EE}">
      <dgm:prSet phldrT="[Text]"/>
      <dgm:spPr/>
      <dgm:t>
        <a:bodyPr/>
        <a:lstStyle/>
        <a:p>
          <a:pPr>
            <a:defRPr cap="all"/>
          </a:pPr>
          <a:r>
            <a:rPr lang="en-SG"/>
            <a:t>Channels</a:t>
          </a:r>
        </a:p>
      </dgm:t>
    </dgm:pt>
    <dgm:pt modelId="{3B888D9C-C811-46B6-B664-987EFE436BA4}" type="parTrans" cxnId="{3F7104BC-5EF3-4F9E-AAB9-6E47788358E8}">
      <dgm:prSet/>
      <dgm:spPr/>
      <dgm:t>
        <a:bodyPr/>
        <a:lstStyle/>
        <a:p>
          <a:endParaRPr lang="en-SG"/>
        </a:p>
      </dgm:t>
    </dgm:pt>
    <dgm:pt modelId="{0C82A216-559E-492D-9E46-BB295CACE50C}" type="sibTrans" cxnId="{3F7104BC-5EF3-4F9E-AAB9-6E47788358E8}">
      <dgm:prSet/>
      <dgm:spPr/>
      <dgm:t>
        <a:bodyPr/>
        <a:lstStyle/>
        <a:p>
          <a:endParaRPr lang="en-US"/>
        </a:p>
      </dgm:t>
    </dgm:pt>
    <dgm:pt modelId="{456D43E1-00EA-4306-A53E-A0B89228F78D}">
      <dgm:prSet/>
      <dgm:spPr/>
      <dgm:t>
        <a:bodyPr/>
        <a:lstStyle/>
        <a:p>
          <a:pPr>
            <a:defRPr cap="all"/>
          </a:pPr>
          <a:r>
            <a:rPr lang="en-SG"/>
            <a:t>Key Partners</a:t>
          </a:r>
        </a:p>
      </dgm:t>
    </dgm:pt>
    <dgm:pt modelId="{A6CB8D16-B3F6-4285-86BF-7CB0AAA9EEE2}" type="parTrans" cxnId="{FBC40443-A10A-424A-9B6E-890E31CF415F}">
      <dgm:prSet/>
      <dgm:spPr/>
      <dgm:t>
        <a:bodyPr/>
        <a:lstStyle/>
        <a:p>
          <a:endParaRPr lang="en-SG"/>
        </a:p>
      </dgm:t>
    </dgm:pt>
    <dgm:pt modelId="{D19FA8CF-19E3-4119-B907-932C63294944}" type="sibTrans" cxnId="{FBC40443-A10A-424A-9B6E-890E31CF415F}">
      <dgm:prSet/>
      <dgm:spPr/>
      <dgm:t>
        <a:bodyPr/>
        <a:lstStyle/>
        <a:p>
          <a:endParaRPr lang="en-SG"/>
        </a:p>
      </dgm:t>
    </dgm:pt>
    <dgm:pt modelId="{3701BC8B-331C-476C-86F3-0E2C061CDA53}">
      <dgm:prSet/>
      <dgm:spPr/>
      <dgm:t>
        <a:bodyPr/>
        <a:lstStyle/>
        <a:p>
          <a:pPr>
            <a:defRPr cap="all"/>
          </a:pPr>
          <a:r>
            <a:rPr lang="en-SG"/>
            <a:t>Value Propositions</a:t>
          </a:r>
        </a:p>
      </dgm:t>
    </dgm:pt>
    <dgm:pt modelId="{9E6418D3-7433-4D8B-A76B-AEB70822FE18}" type="parTrans" cxnId="{B0C481E9-6E84-429B-B89D-803D370CC8E6}">
      <dgm:prSet/>
      <dgm:spPr/>
      <dgm:t>
        <a:bodyPr/>
        <a:lstStyle/>
        <a:p>
          <a:endParaRPr lang="en-SG"/>
        </a:p>
      </dgm:t>
    </dgm:pt>
    <dgm:pt modelId="{3D15750A-A702-4447-A9FB-D3D422FEFF52}" type="sibTrans" cxnId="{B0C481E9-6E84-429B-B89D-803D370CC8E6}">
      <dgm:prSet/>
      <dgm:spPr/>
      <dgm:t>
        <a:bodyPr/>
        <a:lstStyle/>
        <a:p>
          <a:endParaRPr lang="en-SG"/>
        </a:p>
      </dgm:t>
    </dgm:pt>
    <dgm:pt modelId="{473AFAA0-9A27-4BD9-AFFE-94B8967E1FA6}">
      <dgm:prSet/>
      <dgm:spPr/>
      <dgm:t>
        <a:bodyPr/>
        <a:lstStyle/>
        <a:p>
          <a:pPr>
            <a:defRPr cap="all"/>
          </a:pPr>
          <a:r>
            <a:rPr lang="en-SG"/>
            <a:t>Resources</a:t>
          </a:r>
        </a:p>
      </dgm:t>
    </dgm:pt>
    <dgm:pt modelId="{06A39B9C-B833-4A8F-9347-207FF939FD28}" type="parTrans" cxnId="{56C96EFB-C42D-4C20-B78E-B4238E6E20E7}">
      <dgm:prSet/>
      <dgm:spPr/>
      <dgm:t>
        <a:bodyPr/>
        <a:lstStyle/>
        <a:p>
          <a:endParaRPr lang="en-SG"/>
        </a:p>
      </dgm:t>
    </dgm:pt>
    <dgm:pt modelId="{37AC58AC-8FD8-4D7E-BE97-41AF81709A0D}" type="sibTrans" cxnId="{56C96EFB-C42D-4C20-B78E-B4238E6E20E7}">
      <dgm:prSet/>
      <dgm:spPr/>
      <dgm:t>
        <a:bodyPr/>
        <a:lstStyle/>
        <a:p>
          <a:endParaRPr lang="en-SG"/>
        </a:p>
      </dgm:t>
    </dgm:pt>
    <dgm:pt modelId="{ABC9EA49-864D-43CD-BBC9-12945C71FE63}">
      <dgm:prSet/>
      <dgm:spPr/>
      <dgm:t>
        <a:bodyPr/>
        <a:lstStyle/>
        <a:p>
          <a:pPr>
            <a:defRPr cap="all"/>
          </a:pPr>
          <a:r>
            <a:rPr lang="en-SG"/>
            <a:t>Cost Structure</a:t>
          </a:r>
        </a:p>
      </dgm:t>
    </dgm:pt>
    <dgm:pt modelId="{B1E0B46B-FB49-48F8-B491-9623C3AFCF5D}" type="parTrans" cxnId="{08095637-AC00-410D-B7F6-1974490D7268}">
      <dgm:prSet/>
      <dgm:spPr/>
      <dgm:t>
        <a:bodyPr/>
        <a:lstStyle/>
        <a:p>
          <a:endParaRPr lang="en-SG"/>
        </a:p>
      </dgm:t>
    </dgm:pt>
    <dgm:pt modelId="{38C4F334-9D7A-4A90-A181-16491343094D}" type="sibTrans" cxnId="{08095637-AC00-410D-B7F6-1974490D7268}">
      <dgm:prSet/>
      <dgm:spPr/>
      <dgm:t>
        <a:bodyPr/>
        <a:lstStyle/>
        <a:p>
          <a:endParaRPr lang="en-SG"/>
        </a:p>
      </dgm:t>
    </dgm:pt>
    <dgm:pt modelId="{7E7CC329-8314-4883-B082-07125F910430}">
      <dgm:prSet/>
      <dgm:spPr/>
      <dgm:t>
        <a:bodyPr/>
        <a:lstStyle/>
        <a:p>
          <a:pPr>
            <a:defRPr cap="all"/>
          </a:pPr>
          <a:r>
            <a:rPr lang="en-SG"/>
            <a:t>Revenue Stream</a:t>
          </a:r>
        </a:p>
      </dgm:t>
    </dgm:pt>
    <dgm:pt modelId="{9967347A-4529-474D-86E0-1B86D74D2334}" type="parTrans" cxnId="{57A0BB0F-53FA-43B3-93CC-8569D09B844F}">
      <dgm:prSet/>
      <dgm:spPr/>
      <dgm:t>
        <a:bodyPr/>
        <a:lstStyle/>
        <a:p>
          <a:endParaRPr lang="en-SG"/>
        </a:p>
      </dgm:t>
    </dgm:pt>
    <dgm:pt modelId="{3B05CCCB-132C-4063-AE74-17C899D0CFA0}" type="sibTrans" cxnId="{57A0BB0F-53FA-43B3-93CC-8569D09B844F}">
      <dgm:prSet/>
      <dgm:spPr/>
      <dgm:t>
        <a:bodyPr/>
        <a:lstStyle/>
        <a:p>
          <a:endParaRPr lang="en-SG"/>
        </a:p>
      </dgm:t>
    </dgm:pt>
    <dgm:pt modelId="{1CBE17F8-DA79-4BD6-8D6B-B99C01A2670B}" type="pres">
      <dgm:prSet presAssocID="{CFCA3737-1E03-4932-A542-342C4B1B613A}" presName="root" presStyleCnt="0">
        <dgm:presLayoutVars>
          <dgm:dir/>
          <dgm:resizeHandles val="exact"/>
        </dgm:presLayoutVars>
      </dgm:prSet>
      <dgm:spPr/>
    </dgm:pt>
    <dgm:pt modelId="{BAE20AC0-0079-4FA4-8085-FED9F1646249}" type="pres">
      <dgm:prSet presAssocID="{3701BC8B-331C-476C-86F3-0E2C061CDA53}" presName="compNode" presStyleCnt="0"/>
      <dgm:spPr/>
    </dgm:pt>
    <dgm:pt modelId="{CC891E9E-3C39-4D34-8DA5-392E65B9CC61}" type="pres">
      <dgm:prSet presAssocID="{3701BC8B-331C-476C-86F3-0E2C061CDA53}" presName="iconBgRect" presStyleLbl="bgShp" presStyleIdx="0" presStyleCnt="8"/>
      <dgm:spPr/>
    </dgm:pt>
    <dgm:pt modelId="{57645F85-D18C-4249-B0CF-3CDD40E8256C}" type="pres">
      <dgm:prSet presAssocID="{3701BC8B-331C-476C-86F3-0E2C061CDA5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D2FA771-CF62-4A43-8A3E-E75BEB05CA61}" type="pres">
      <dgm:prSet presAssocID="{3701BC8B-331C-476C-86F3-0E2C061CDA53}" presName="spaceRect" presStyleCnt="0"/>
      <dgm:spPr/>
    </dgm:pt>
    <dgm:pt modelId="{854F9803-4B77-453A-B60A-4296AA2CC02A}" type="pres">
      <dgm:prSet presAssocID="{3701BC8B-331C-476C-86F3-0E2C061CDA53}" presName="textRect" presStyleLbl="revTx" presStyleIdx="0" presStyleCnt="8">
        <dgm:presLayoutVars>
          <dgm:chMax val="1"/>
          <dgm:chPref val="1"/>
        </dgm:presLayoutVars>
      </dgm:prSet>
      <dgm:spPr/>
    </dgm:pt>
    <dgm:pt modelId="{F265FC5C-D1C3-41F3-AD6E-8A4E2DF54FD5}" type="pres">
      <dgm:prSet presAssocID="{3D15750A-A702-4447-A9FB-D3D422FEFF52}" presName="sibTrans" presStyleCnt="0"/>
      <dgm:spPr/>
    </dgm:pt>
    <dgm:pt modelId="{8F26FB75-89E3-479D-8CA2-D5504A739920}" type="pres">
      <dgm:prSet presAssocID="{6DF4836A-9CDE-43A4-BC25-69242D649C3B}" presName="compNode" presStyleCnt="0"/>
      <dgm:spPr/>
    </dgm:pt>
    <dgm:pt modelId="{A3316546-C888-4D90-A926-5E6FFCB645D9}" type="pres">
      <dgm:prSet presAssocID="{6DF4836A-9CDE-43A4-BC25-69242D649C3B}" presName="iconBgRect" presStyleLbl="bgShp" presStyleIdx="1" presStyleCnt="8"/>
      <dgm:spPr/>
    </dgm:pt>
    <dgm:pt modelId="{7862CD32-905E-443B-9AB2-0C83FE12714C}" type="pres">
      <dgm:prSet presAssocID="{6DF4836A-9CDE-43A4-BC25-69242D649C3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A157754-401E-41DD-B1AB-8AD25FDAAD90}" type="pres">
      <dgm:prSet presAssocID="{6DF4836A-9CDE-43A4-BC25-69242D649C3B}" presName="spaceRect" presStyleCnt="0"/>
      <dgm:spPr/>
    </dgm:pt>
    <dgm:pt modelId="{2E4A2D31-F1BE-4364-ADD8-B676B3688CC7}" type="pres">
      <dgm:prSet presAssocID="{6DF4836A-9CDE-43A4-BC25-69242D649C3B}" presName="textRect" presStyleLbl="revTx" presStyleIdx="1" presStyleCnt="8">
        <dgm:presLayoutVars>
          <dgm:chMax val="1"/>
          <dgm:chPref val="1"/>
        </dgm:presLayoutVars>
      </dgm:prSet>
      <dgm:spPr/>
    </dgm:pt>
    <dgm:pt modelId="{84FB2D1D-0B61-4E63-905D-9473654337A2}" type="pres">
      <dgm:prSet presAssocID="{348C118D-0BB4-4486-80A3-EEDF4D746250}" presName="sibTrans" presStyleCnt="0"/>
      <dgm:spPr/>
    </dgm:pt>
    <dgm:pt modelId="{E6FCB3A0-BE49-4F43-BCB0-B2D9252074BF}" type="pres">
      <dgm:prSet presAssocID="{DB85D30A-4301-45CD-9FA3-2AF3D78DC0F1}" presName="compNode" presStyleCnt="0"/>
      <dgm:spPr/>
    </dgm:pt>
    <dgm:pt modelId="{AD9C93F8-A92E-41D8-B20C-2766D2163372}" type="pres">
      <dgm:prSet presAssocID="{DB85D30A-4301-45CD-9FA3-2AF3D78DC0F1}" presName="iconBgRect" presStyleLbl="bgShp" presStyleIdx="2" presStyleCnt="8"/>
      <dgm:spPr/>
    </dgm:pt>
    <dgm:pt modelId="{28895743-4A25-4BFB-BB6E-D3729CFF4461}" type="pres">
      <dgm:prSet presAssocID="{DB85D30A-4301-45CD-9FA3-2AF3D78DC0F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85AA28BB-7690-4060-B891-D335C17DC007}" type="pres">
      <dgm:prSet presAssocID="{DB85D30A-4301-45CD-9FA3-2AF3D78DC0F1}" presName="spaceRect" presStyleCnt="0"/>
      <dgm:spPr/>
    </dgm:pt>
    <dgm:pt modelId="{C0083D90-F4C9-43E6-BCCF-B548F13FB371}" type="pres">
      <dgm:prSet presAssocID="{DB85D30A-4301-45CD-9FA3-2AF3D78DC0F1}" presName="textRect" presStyleLbl="revTx" presStyleIdx="2" presStyleCnt="8">
        <dgm:presLayoutVars>
          <dgm:chMax val="1"/>
          <dgm:chPref val="1"/>
        </dgm:presLayoutVars>
      </dgm:prSet>
      <dgm:spPr/>
    </dgm:pt>
    <dgm:pt modelId="{095B0A84-6463-4228-AD01-B6D9F6091A74}" type="pres">
      <dgm:prSet presAssocID="{FAC0607B-6D2B-4654-B8D9-4A249A2441A0}" presName="sibTrans" presStyleCnt="0"/>
      <dgm:spPr/>
    </dgm:pt>
    <dgm:pt modelId="{E1573960-783A-4BC8-A874-A8721D089935}" type="pres">
      <dgm:prSet presAssocID="{6057477E-34D7-459F-8112-3D86878227EE}" presName="compNode" presStyleCnt="0"/>
      <dgm:spPr/>
    </dgm:pt>
    <dgm:pt modelId="{B66F6524-BD62-4ACA-B4CD-45543799F7D7}" type="pres">
      <dgm:prSet presAssocID="{6057477E-34D7-459F-8112-3D86878227EE}" presName="iconBgRect" presStyleLbl="bgShp" presStyleIdx="3" presStyleCnt="8"/>
      <dgm:spPr/>
    </dgm:pt>
    <dgm:pt modelId="{5C454F2D-D95C-4567-9E4E-FC4B60094C3A}" type="pres">
      <dgm:prSet presAssocID="{6057477E-34D7-459F-8112-3D86878227EE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1C27519-2D9D-410A-A266-FD9917C5C98D}" type="pres">
      <dgm:prSet presAssocID="{6057477E-34D7-459F-8112-3D86878227EE}" presName="spaceRect" presStyleCnt="0"/>
      <dgm:spPr/>
    </dgm:pt>
    <dgm:pt modelId="{2F0BFBE3-C5A9-488C-AC89-F6E9C749F580}" type="pres">
      <dgm:prSet presAssocID="{6057477E-34D7-459F-8112-3D86878227EE}" presName="textRect" presStyleLbl="revTx" presStyleIdx="3" presStyleCnt="8">
        <dgm:presLayoutVars>
          <dgm:chMax val="1"/>
          <dgm:chPref val="1"/>
        </dgm:presLayoutVars>
      </dgm:prSet>
      <dgm:spPr/>
    </dgm:pt>
    <dgm:pt modelId="{8502D45E-27DA-45EB-9F1C-BE1825C8229B}" type="pres">
      <dgm:prSet presAssocID="{0C82A216-559E-492D-9E46-BB295CACE50C}" presName="sibTrans" presStyleCnt="0"/>
      <dgm:spPr/>
    </dgm:pt>
    <dgm:pt modelId="{E96B2261-4FDD-4672-A2CB-015790184B95}" type="pres">
      <dgm:prSet presAssocID="{456D43E1-00EA-4306-A53E-A0B89228F78D}" presName="compNode" presStyleCnt="0"/>
      <dgm:spPr/>
    </dgm:pt>
    <dgm:pt modelId="{3BEBBEA5-BB99-4348-886A-249EC5AC0B7C}" type="pres">
      <dgm:prSet presAssocID="{456D43E1-00EA-4306-A53E-A0B89228F78D}" presName="iconBgRect" presStyleLbl="bgShp" presStyleIdx="4" presStyleCnt="8"/>
      <dgm:spPr/>
    </dgm:pt>
    <dgm:pt modelId="{76731792-0A0E-4E69-8007-22D73BF3ABA5}" type="pres">
      <dgm:prSet presAssocID="{456D43E1-00EA-4306-A53E-A0B89228F78D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E3EAC6B9-1C1E-4C4F-A33B-A169B9D4AD99}" type="pres">
      <dgm:prSet presAssocID="{456D43E1-00EA-4306-A53E-A0B89228F78D}" presName="spaceRect" presStyleCnt="0"/>
      <dgm:spPr/>
    </dgm:pt>
    <dgm:pt modelId="{52AF6481-B9EF-4CF9-A675-D871CC7A9B8B}" type="pres">
      <dgm:prSet presAssocID="{456D43E1-00EA-4306-A53E-A0B89228F78D}" presName="textRect" presStyleLbl="revTx" presStyleIdx="4" presStyleCnt="8">
        <dgm:presLayoutVars>
          <dgm:chMax val="1"/>
          <dgm:chPref val="1"/>
        </dgm:presLayoutVars>
      </dgm:prSet>
      <dgm:spPr/>
    </dgm:pt>
    <dgm:pt modelId="{3E80E8ED-C32D-4406-8DB1-F3B1E5012B29}" type="pres">
      <dgm:prSet presAssocID="{D19FA8CF-19E3-4119-B907-932C63294944}" presName="sibTrans" presStyleCnt="0"/>
      <dgm:spPr/>
    </dgm:pt>
    <dgm:pt modelId="{21730E3C-E2FC-40AD-A53A-39F698E5CF3F}" type="pres">
      <dgm:prSet presAssocID="{473AFAA0-9A27-4BD9-AFFE-94B8967E1FA6}" presName="compNode" presStyleCnt="0"/>
      <dgm:spPr/>
    </dgm:pt>
    <dgm:pt modelId="{BDBE9EE3-6F73-4E79-92CB-3B235BEA0774}" type="pres">
      <dgm:prSet presAssocID="{473AFAA0-9A27-4BD9-AFFE-94B8967E1FA6}" presName="iconBgRect" presStyleLbl="bgShp" presStyleIdx="5" presStyleCnt="8"/>
      <dgm:spPr/>
    </dgm:pt>
    <dgm:pt modelId="{EAE0D522-A7E3-4148-BC92-40F41F8CBEC9}" type="pres">
      <dgm:prSet presAssocID="{473AFAA0-9A27-4BD9-AFFE-94B8967E1FA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F456E6A6-819C-44CE-96B7-6A24E597CC40}" type="pres">
      <dgm:prSet presAssocID="{473AFAA0-9A27-4BD9-AFFE-94B8967E1FA6}" presName="spaceRect" presStyleCnt="0"/>
      <dgm:spPr/>
    </dgm:pt>
    <dgm:pt modelId="{4BD2A1CF-CD4A-42AE-8F18-55B2E91715F7}" type="pres">
      <dgm:prSet presAssocID="{473AFAA0-9A27-4BD9-AFFE-94B8967E1FA6}" presName="textRect" presStyleLbl="revTx" presStyleIdx="5" presStyleCnt="8">
        <dgm:presLayoutVars>
          <dgm:chMax val="1"/>
          <dgm:chPref val="1"/>
        </dgm:presLayoutVars>
      </dgm:prSet>
      <dgm:spPr/>
    </dgm:pt>
    <dgm:pt modelId="{10899EA0-5248-4C9B-AE6C-9AAFB5F2F405}" type="pres">
      <dgm:prSet presAssocID="{37AC58AC-8FD8-4D7E-BE97-41AF81709A0D}" presName="sibTrans" presStyleCnt="0"/>
      <dgm:spPr/>
    </dgm:pt>
    <dgm:pt modelId="{96638CC4-8141-407E-B91F-950E5402B8A8}" type="pres">
      <dgm:prSet presAssocID="{ABC9EA49-864D-43CD-BBC9-12945C71FE63}" presName="compNode" presStyleCnt="0"/>
      <dgm:spPr/>
    </dgm:pt>
    <dgm:pt modelId="{DACCACDE-69FA-4C3A-849C-74BF8708C32F}" type="pres">
      <dgm:prSet presAssocID="{ABC9EA49-864D-43CD-BBC9-12945C71FE63}" presName="iconBgRect" presStyleLbl="bgShp" presStyleIdx="6" presStyleCnt="8"/>
      <dgm:spPr/>
    </dgm:pt>
    <dgm:pt modelId="{F918E4A4-1651-4A2E-AF69-B920EF9056FD}" type="pres">
      <dgm:prSet presAssocID="{ABC9EA49-864D-43CD-BBC9-12945C71FE6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1350440-35C3-4AAB-AC17-03A9A32874D7}" type="pres">
      <dgm:prSet presAssocID="{ABC9EA49-864D-43CD-BBC9-12945C71FE63}" presName="spaceRect" presStyleCnt="0"/>
      <dgm:spPr/>
    </dgm:pt>
    <dgm:pt modelId="{43558C5E-F33B-4AC7-9CBC-409555C1601D}" type="pres">
      <dgm:prSet presAssocID="{ABC9EA49-864D-43CD-BBC9-12945C71FE63}" presName="textRect" presStyleLbl="revTx" presStyleIdx="6" presStyleCnt="8">
        <dgm:presLayoutVars>
          <dgm:chMax val="1"/>
          <dgm:chPref val="1"/>
        </dgm:presLayoutVars>
      </dgm:prSet>
      <dgm:spPr/>
    </dgm:pt>
    <dgm:pt modelId="{BE349374-03B8-452C-9237-2482D376802F}" type="pres">
      <dgm:prSet presAssocID="{38C4F334-9D7A-4A90-A181-16491343094D}" presName="sibTrans" presStyleCnt="0"/>
      <dgm:spPr/>
    </dgm:pt>
    <dgm:pt modelId="{3E8AE8CE-8CB6-4225-8EE7-A5CA7B7AC6C6}" type="pres">
      <dgm:prSet presAssocID="{7E7CC329-8314-4883-B082-07125F910430}" presName="compNode" presStyleCnt="0"/>
      <dgm:spPr/>
    </dgm:pt>
    <dgm:pt modelId="{B7183822-3041-4202-8D57-CDB014CF666B}" type="pres">
      <dgm:prSet presAssocID="{7E7CC329-8314-4883-B082-07125F910430}" presName="iconBgRect" presStyleLbl="bgShp" presStyleIdx="7" presStyleCnt="8"/>
      <dgm:spPr/>
    </dgm:pt>
    <dgm:pt modelId="{CDF94AF4-6D70-4D79-9D08-965D64B0C771}" type="pres">
      <dgm:prSet presAssocID="{7E7CC329-8314-4883-B082-07125F91043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B66C744-C85F-4B64-A511-714A0EE1483E}" type="pres">
      <dgm:prSet presAssocID="{7E7CC329-8314-4883-B082-07125F910430}" presName="spaceRect" presStyleCnt="0"/>
      <dgm:spPr/>
    </dgm:pt>
    <dgm:pt modelId="{494EDCA6-CA19-4745-B530-BF3E4CBAA482}" type="pres">
      <dgm:prSet presAssocID="{7E7CC329-8314-4883-B082-07125F91043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7A0BB0F-53FA-43B3-93CC-8569D09B844F}" srcId="{CFCA3737-1E03-4932-A542-342C4B1B613A}" destId="{7E7CC329-8314-4883-B082-07125F910430}" srcOrd="7" destOrd="0" parTransId="{9967347A-4529-474D-86E0-1B86D74D2334}" sibTransId="{3B05CCCB-132C-4063-AE74-17C899D0CFA0}"/>
    <dgm:cxn modelId="{3C81A434-E175-4478-B80F-1B7BA5F1DD0F}" type="presOf" srcId="{CFCA3737-1E03-4932-A542-342C4B1B613A}" destId="{1CBE17F8-DA79-4BD6-8D6B-B99C01A2670B}" srcOrd="0" destOrd="0" presId="urn:microsoft.com/office/officeart/2018/5/layout/IconCircleLabelList"/>
    <dgm:cxn modelId="{08095637-AC00-410D-B7F6-1974490D7268}" srcId="{CFCA3737-1E03-4932-A542-342C4B1B613A}" destId="{ABC9EA49-864D-43CD-BBC9-12945C71FE63}" srcOrd="6" destOrd="0" parTransId="{B1E0B46B-FB49-48F8-B491-9623C3AFCF5D}" sibTransId="{38C4F334-9D7A-4A90-A181-16491343094D}"/>
    <dgm:cxn modelId="{B765E062-7615-4929-88FF-FD244409A1F2}" type="presOf" srcId="{DB85D30A-4301-45CD-9FA3-2AF3D78DC0F1}" destId="{C0083D90-F4C9-43E6-BCCF-B548F13FB371}" srcOrd="0" destOrd="0" presId="urn:microsoft.com/office/officeart/2018/5/layout/IconCircleLabelList"/>
    <dgm:cxn modelId="{FBC40443-A10A-424A-9B6E-890E31CF415F}" srcId="{CFCA3737-1E03-4932-A542-342C4B1B613A}" destId="{456D43E1-00EA-4306-A53E-A0B89228F78D}" srcOrd="4" destOrd="0" parTransId="{A6CB8D16-B3F6-4285-86BF-7CB0AAA9EEE2}" sibTransId="{D19FA8CF-19E3-4119-B907-932C63294944}"/>
    <dgm:cxn modelId="{9CF4FF45-5287-450A-9F1C-5CFBEB4CB77F}" type="presOf" srcId="{7E7CC329-8314-4883-B082-07125F910430}" destId="{494EDCA6-CA19-4745-B530-BF3E4CBAA482}" srcOrd="0" destOrd="0" presId="urn:microsoft.com/office/officeart/2018/5/layout/IconCircleLabelList"/>
    <dgm:cxn modelId="{E19E5E66-A760-44A1-999F-08B70D05E00E}" type="presOf" srcId="{473AFAA0-9A27-4BD9-AFFE-94B8967E1FA6}" destId="{4BD2A1CF-CD4A-42AE-8F18-55B2E91715F7}" srcOrd="0" destOrd="0" presId="urn:microsoft.com/office/officeart/2018/5/layout/IconCircleLabelList"/>
    <dgm:cxn modelId="{A806B570-2EBF-4389-8211-9B3BBE86F113}" srcId="{CFCA3737-1E03-4932-A542-342C4B1B613A}" destId="{6DF4836A-9CDE-43A4-BC25-69242D649C3B}" srcOrd="1" destOrd="0" parTransId="{72766775-CD99-4116-81FC-64C17B209AB0}" sibTransId="{348C118D-0BB4-4486-80A3-EEDF4D746250}"/>
    <dgm:cxn modelId="{19CA9E7E-7E94-4D76-B281-60F69F24A868}" type="presOf" srcId="{6057477E-34D7-459F-8112-3D86878227EE}" destId="{2F0BFBE3-C5A9-488C-AC89-F6E9C749F580}" srcOrd="0" destOrd="0" presId="urn:microsoft.com/office/officeart/2018/5/layout/IconCircleLabelList"/>
    <dgm:cxn modelId="{D718AC80-54B2-4781-B2FA-5896046DF651}" type="presOf" srcId="{6DF4836A-9CDE-43A4-BC25-69242D649C3B}" destId="{2E4A2D31-F1BE-4364-ADD8-B676B3688CC7}" srcOrd="0" destOrd="0" presId="urn:microsoft.com/office/officeart/2018/5/layout/IconCircleLabelList"/>
    <dgm:cxn modelId="{2904C0B6-769D-4ED9-B25D-1126E94099B0}" type="presOf" srcId="{456D43E1-00EA-4306-A53E-A0B89228F78D}" destId="{52AF6481-B9EF-4CF9-A675-D871CC7A9B8B}" srcOrd="0" destOrd="0" presId="urn:microsoft.com/office/officeart/2018/5/layout/IconCircleLabelList"/>
    <dgm:cxn modelId="{3F7104BC-5EF3-4F9E-AAB9-6E47788358E8}" srcId="{CFCA3737-1E03-4932-A542-342C4B1B613A}" destId="{6057477E-34D7-459F-8112-3D86878227EE}" srcOrd="3" destOrd="0" parTransId="{3B888D9C-C811-46B6-B664-987EFE436BA4}" sibTransId="{0C82A216-559E-492D-9E46-BB295CACE50C}"/>
    <dgm:cxn modelId="{972480DD-1852-40A2-B442-C52406B4F78D}" type="presOf" srcId="{ABC9EA49-864D-43CD-BBC9-12945C71FE63}" destId="{43558C5E-F33B-4AC7-9CBC-409555C1601D}" srcOrd="0" destOrd="0" presId="urn:microsoft.com/office/officeart/2018/5/layout/IconCircleLabelList"/>
    <dgm:cxn modelId="{B0C481E9-6E84-429B-B89D-803D370CC8E6}" srcId="{CFCA3737-1E03-4932-A542-342C4B1B613A}" destId="{3701BC8B-331C-476C-86F3-0E2C061CDA53}" srcOrd="0" destOrd="0" parTransId="{9E6418D3-7433-4D8B-A76B-AEB70822FE18}" sibTransId="{3D15750A-A702-4447-A9FB-D3D422FEFF52}"/>
    <dgm:cxn modelId="{CF12E5EB-B30C-4B66-925E-520CD1434C97}" type="presOf" srcId="{3701BC8B-331C-476C-86F3-0E2C061CDA53}" destId="{854F9803-4B77-453A-B60A-4296AA2CC02A}" srcOrd="0" destOrd="0" presId="urn:microsoft.com/office/officeart/2018/5/layout/IconCircleLabelList"/>
    <dgm:cxn modelId="{9B1184F9-7234-4DE9-A581-91D08C2F0DE7}" srcId="{CFCA3737-1E03-4932-A542-342C4B1B613A}" destId="{DB85D30A-4301-45CD-9FA3-2AF3D78DC0F1}" srcOrd="2" destOrd="0" parTransId="{DBC330B7-812C-463E-A935-0090C5B618A8}" sibTransId="{FAC0607B-6D2B-4654-B8D9-4A249A2441A0}"/>
    <dgm:cxn modelId="{56C96EFB-C42D-4C20-B78E-B4238E6E20E7}" srcId="{CFCA3737-1E03-4932-A542-342C4B1B613A}" destId="{473AFAA0-9A27-4BD9-AFFE-94B8967E1FA6}" srcOrd="5" destOrd="0" parTransId="{06A39B9C-B833-4A8F-9347-207FF939FD28}" sibTransId="{37AC58AC-8FD8-4D7E-BE97-41AF81709A0D}"/>
    <dgm:cxn modelId="{3EA98926-B576-44B7-9300-E480560B1783}" type="presParOf" srcId="{1CBE17F8-DA79-4BD6-8D6B-B99C01A2670B}" destId="{BAE20AC0-0079-4FA4-8085-FED9F1646249}" srcOrd="0" destOrd="0" presId="urn:microsoft.com/office/officeart/2018/5/layout/IconCircleLabelList"/>
    <dgm:cxn modelId="{7DB00D5B-593D-46F7-BD6D-34400DBE39DE}" type="presParOf" srcId="{BAE20AC0-0079-4FA4-8085-FED9F1646249}" destId="{CC891E9E-3C39-4D34-8DA5-392E65B9CC61}" srcOrd="0" destOrd="0" presId="urn:microsoft.com/office/officeart/2018/5/layout/IconCircleLabelList"/>
    <dgm:cxn modelId="{EDB6EF43-2FE2-47C4-A186-7F22A0F2073E}" type="presParOf" srcId="{BAE20AC0-0079-4FA4-8085-FED9F1646249}" destId="{57645F85-D18C-4249-B0CF-3CDD40E8256C}" srcOrd="1" destOrd="0" presId="urn:microsoft.com/office/officeart/2018/5/layout/IconCircleLabelList"/>
    <dgm:cxn modelId="{5364DF73-BF2D-40C5-ACCD-CF683205183A}" type="presParOf" srcId="{BAE20AC0-0079-4FA4-8085-FED9F1646249}" destId="{2D2FA771-CF62-4A43-8A3E-E75BEB05CA61}" srcOrd="2" destOrd="0" presId="urn:microsoft.com/office/officeart/2018/5/layout/IconCircleLabelList"/>
    <dgm:cxn modelId="{2B67A0D5-1938-4945-9065-075BCFD3EE6A}" type="presParOf" srcId="{BAE20AC0-0079-4FA4-8085-FED9F1646249}" destId="{854F9803-4B77-453A-B60A-4296AA2CC02A}" srcOrd="3" destOrd="0" presId="urn:microsoft.com/office/officeart/2018/5/layout/IconCircleLabelList"/>
    <dgm:cxn modelId="{C840257F-ABF5-4098-BFB9-894A3AB1B99C}" type="presParOf" srcId="{1CBE17F8-DA79-4BD6-8D6B-B99C01A2670B}" destId="{F265FC5C-D1C3-41F3-AD6E-8A4E2DF54FD5}" srcOrd="1" destOrd="0" presId="urn:microsoft.com/office/officeart/2018/5/layout/IconCircleLabelList"/>
    <dgm:cxn modelId="{16409E17-CF35-4BE8-9AA2-54FC92B9CCDF}" type="presParOf" srcId="{1CBE17F8-DA79-4BD6-8D6B-B99C01A2670B}" destId="{8F26FB75-89E3-479D-8CA2-D5504A739920}" srcOrd="2" destOrd="0" presId="urn:microsoft.com/office/officeart/2018/5/layout/IconCircleLabelList"/>
    <dgm:cxn modelId="{74245E58-1B32-4AA8-B504-CD45F3BCC12A}" type="presParOf" srcId="{8F26FB75-89E3-479D-8CA2-D5504A739920}" destId="{A3316546-C888-4D90-A926-5E6FFCB645D9}" srcOrd="0" destOrd="0" presId="urn:microsoft.com/office/officeart/2018/5/layout/IconCircleLabelList"/>
    <dgm:cxn modelId="{6944B9ED-7EE2-45D3-8FC9-37DCBC13C3DD}" type="presParOf" srcId="{8F26FB75-89E3-479D-8CA2-D5504A739920}" destId="{7862CD32-905E-443B-9AB2-0C83FE12714C}" srcOrd="1" destOrd="0" presId="urn:microsoft.com/office/officeart/2018/5/layout/IconCircleLabelList"/>
    <dgm:cxn modelId="{99709BD3-9CE2-431E-BC1E-0DA470B12D5A}" type="presParOf" srcId="{8F26FB75-89E3-479D-8CA2-D5504A739920}" destId="{0A157754-401E-41DD-B1AB-8AD25FDAAD90}" srcOrd="2" destOrd="0" presId="urn:microsoft.com/office/officeart/2018/5/layout/IconCircleLabelList"/>
    <dgm:cxn modelId="{8AB95C13-A7E4-475F-B306-ACA03340FBCE}" type="presParOf" srcId="{8F26FB75-89E3-479D-8CA2-D5504A739920}" destId="{2E4A2D31-F1BE-4364-ADD8-B676B3688CC7}" srcOrd="3" destOrd="0" presId="urn:microsoft.com/office/officeart/2018/5/layout/IconCircleLabelList"/>
    <dgm:cxn modelId="{BA42DAD8-9FC1-4F34-93EC-9786AB082D7A}" type="presParOf" srcId="{1CBE17F8-DA79-4BD6-8D6B-B99C01A2670B}" destId="{84FB2D1D-0B61-4E63-905D-9473654337A2}" srcOrd="3" destOrd="0" presId="urn:microsoft.com/office/officeart/2018/5/layout/IconCircleLabelList"/>
    <dgm:cxn modelId="{E4E7B365-431C-4922-B007-ABC976F29523}" type="presParOf" srcId="{1CBE17F8-DA79-4BD6-8D6B-B99C01A2670B}" destId="{E6FCB3A0-BE49-4F43-BCB0-B2D9252074BF}" srcOrd="4" destOrd="0" presId="urn:microsoft.com/office/officeart/2018/5/layout/IconCircleLabelList"/>
    <dgm:cxn modelId="{AA5EF0B3-70AE-4193-913A-E0F6F823914A}" type="presParOf" srcId="{E6FCB3A0-BE49-4F43-BCB0-B2D9252074BF}" destId="{AD9C93F8-A92E-41D8-B20C-2766D2163372}" srcOrd="0" destOrd="0" presId="urn:microsoft.com/office/officeart/2018/5/layout/IconCircleLabelList"/>
    <dgm:cxn modelId="{C0E19B0D-16AB-41AF-B0DF-44FCE4FFACBD}" type="presParOf" srcId="{E6FCB3A0-BE49-4F43-BCB0-B2D9252074BF}" destId="{28895743-4A25-4BFB-BB6E-D3729CFF4461}" srcOrd="1" destOrd="0" presId="urn:microsoft.com/office/officeart/2018/5/layout/IconCircleLabelList"/>
    <dgm:cxn modelId="{F5F8FFEE-FD51-47DE-87AC-14792F3BCC45}" type="presParOf" srcId="{E6FCB3A0-BE49-4F43-BCB0-B2D9252074BF}" destId="{85AA28BB-7690-4060-B891-D335C17DC007}" srcOrd="2" destOrd="0" presId="urn:microsoft.com/office/officeart/2018/5/layout/IconCircleLabelList"/>
    <dgm:cxn modelId="{563AE817-19EB-42DE-B429-00A3EF3E3ED9}" type="presParOf" srcId="{E6FCB3A0-BE49-4F43-BCB0-B2D9252074BF}" destId="{C0083D90-F4C9-43E6-BCCF-B548F13FB371}" srcOrd="3" destOrd="0" presId="urn:microsoft.com/office/officeart/2018/5/layout/IconCircleLabelList"/>
    <dgm:cxn modelId="{3866A264-F86A-4871-971E-C1CD214CCFB2}" type="presParOf" srcId="{1CBE17F8-DA79-4BD6-8D6B-B99C01A2670B}" destId="{095B0A84-6463-4228-AD01-B6D9F6091A74}" srcOrd="5" destOrd="0" presId="urn:microsoft.com/office/officeart/2018/5/layout/IconCircleLabelList"/>
    <dgm:cxn modelId="{A8E552D1-E785-435A-BFF0-7CA76072B659}" type="presParOf" srcId="{1CBE17F8-DA79-4BD6-8D6B-B99C01A2670B}" destId="{E1573960-783A-4BC8-A874-A8721D089935}" srcOrd="6" destOrd="0" presId="urn:microsoft.com/office/officeart/2018/5/layout/IconCircleLabelList"/>
    <dgm:cxn modelId="{6C332F09-6C00-4958-AB26-415BE8914325}" type="presParOf" srcId="{E1573960-783A-4BC8-A874-A8721D089935}" destId="{B66F6524-BD62-4ACA-B4CD-45543799F7D7}" srcOrd="0" destOrd="0" presId="urn:microsoft.com/office/officeart/2018/5/layout/IconCircleLabelList"/>
    <dgm:cxn modelId="{BF7580B1-8DBE-4E48-9C07-290DB74A96B0}" type="presParOf" srcId="{E1573960-783A-4BC8-A874-A8721D089935}" destId="{5C454F2D-D95C-4567-9E4E-FC4B60094C3A}" srcOrd="1" destOrd="0" presId="urn:microsoft.com/office/officeart/2018/5/layout/IconCircleLabelList"/>
    <dgm:cxn modelId="{0587ACEB-C8EA-44D8-A185-4D8548FD0398}" type="presParOf" srcId="{E1573960-783A-4BC8-A874-A8721D089935}" destId="{91C27519-2D9D-410A-A266-FD9917C5C98D}" srcOrd="2" destOrd="0" presId="urn:microsoft.com/office/officeart/2018/5/layout/IconCircleLabelList"/>
    <dgm:cxn modelId="{CF4A24ED-2758-4401-8936-13473A3A9BC3}" type="presParOf" srcId="{E1573960-783A-4BC8-A874-A8721D089935}" destId="{2F0BFBE3-C5A9-488C-AC89-F6E9C749F580}" srcOrd="3" destOrd="0" presId="urn:microsoft.com/office/officeart/2018/5/layout/IconCircleLabelList"/>
    <dgm:cxn modelId="{C73D9577-6BEF-4598-8410-8B7FF8AD7378}" type="presParOf" srcId="{1CBE17F8-DA79-4BD6-8D6B-B99C01A2670B}" destId="{8502D45E-27DA-45EB-9F1C-BE1825C8229B}" srcOrd="7" destOrd="0" presId="urn:microsoft.com/office/officeart/2018/5/layout/IconCircleLabelList"/>
    <dgm:cxn modelId="{F96E52ED-38E2-4A1E-AFA8-02D2A8C93089}" type="presParOf" srcId="{1CBE17F8-DA79-4BD6-8D6B-B99C01A2670B}" destId="{E96B2261-4FDD-4672-A2CB-015790184B95}" srcOrd="8" destOrd="0" presId="urn:microsoft.com/office/officeart/2018/5/layout/IconCircleLabelList"/>
    <dgm:cxn modelId="{52F83D99-A949-406B-809B-30C8ADABAD35}" type="presParOf" srcId="{E96B2261-4FDD-4672-A2CB-015790184B95}" destId="{3BEBBEA5-BB99-4348-886A-249EC5AC0B7C}" srcOrd="0" destOrd="0" presId="urn:microsoft.com/office/officeart/2018/5/layout/IconCircleLabelList"/>
    <dgm:cxn modelId="{365AEDE1-F57A-42CC-B128-05F05EF08842}" type="presParOf" srcId="{E96B2261-4FDD-4672-A2CB-015790184B95}" destId="{76731792-0A0E-4E69-8007-22D73BF3ABA5}" srcOrd="1" destOrd="0" presId="urn:microsoft.com/office/officeart/2018/5/layout/IconCircleLabelList"/>
    <dgm:cxn modelId="{391F755B-2EA8-4F48-BD00-151D11E8A1DA}" type="presParOf" srcId="{E96B2261-4FDD-4672-A2CB-015790184B95}" destId="{E3EAC6B9-1C1E-4C4F-A33B-A169B9D4AD99}" srcOrd="2" destOrd="0" presId="urn:microsoft.com/office/officeart/2018/5/layout/IconCircleLabelList"/>
    <dgm:cxn modelId="{675940DC-C9DA-43A7-8D3C-126F316E58F5}" type="presParOf" srcId="{E96B2261-4FDD-4672-A2CB-015790184B95}" destId="{52AF6481-B9EF-4CF9-A675-D871CC7A9B8B}" srcOrd="3" destOrd="0" presId="urn:microsoft.com/office/officeart/2018/5/layout/IconCircleLabelList"/>
    <dgm:cxn modelId="{6BC77A1D-41EE-440D-891A-56F60D4DAB6F}" type="presParOf" srcId="{1CBE17F8-DA79-4BD6-8D6B-B99C01A2670B}" destId="{3E80E8ED-C32D-4406-8DB1-F3B1E5012B29}" srcOrd="9" destOrd="0" presId="urn:microsoft.com/office/officeart/2018/5/layout/IconCircleLabelList"/>
    <dgm:cxn modelId="{99E85662-475D-4B42-B290-732F20E76FFA}" type="presParOf" srcId="{1CBE17F8-DA79-4BD6-8D6B-B99C01A2670B}" destId="{21730E3C-E2FC-40AD-A53A-39F698E5CF3F}" srcOrd="10" destOrd="0" presId="urn:microsoft.com/office/officeart/2018/5/layout/IconCircleLabelList"/>
    <dgm:cxn modelId="{6092D777-BF8D-474E-B866-DD20551AE7FC}" type="presParOf" srcId="{21730E3C-E2FC-40AD-A53A-39F698E5CF3F}" destId="{BDBE9EE3-6F73-4E79-92CB-3B235BEA0774}" srcOrd="0" destOrd="0" presId="urn:microsoft.com/office/officeart/2018/5/layout/IconCircleLabelList"/>
    <dgm:cxn modelId="{EE181F90-0260-4983-A5FF-618C1C8AB86D}" type="presParOf" srcId="{21730E3C-E2FC-40AD-A53A-39F698E5CF3F}" destId="{EAE0D522-A7E3-4148-BC92-40F41F8CBEC9}" srcOrd="1" destOrd="0" presId="urn:microsoft.com/office/officeart/2018/5/layout/IconCircleLabelList"/>
    <dgm:cxn modelId="{3B2C63EF-C6BC-48A8-8F53-703343C460D3}" type="presParOf" srcId="{21730E3C-E2FC-40AD-A53A-39F698E5CF3F}" destId="{F456E6A6-819C-44CE-96B7-6A24E597CC40}" srcOrd="2" destOrd="0" presId="urn:microsoft.com/office/officeart/2018/5/layout/IconCircleLabelList"/>
    <dgm:cxn modelId="{894EE928-88AD-4697-B3B6-B67F9014319D}" type="presParOf" srcId="{21730E3C-E2FC-40AD-A53A-39F698E5CF3F}" destId="{4BD2A1CF-CD4A-42AE-8F18-55B2E91715F7}" srcOrd="3" destOrd="0" presId="urn:microsoft.com/office/officeart/2018/5/layout/IconCircleLabelList"/>
    <dgm:cxn modelId="{F9357706-B95D-4DCF-B49C-704AA061A9BF}" type="presParOf" srcId="{1CBE17F8-DA79-4BD6-8D6B-B99C01A2670B}" destId="{10899EA0-5248-4C9B-AE6C-9AAFB5F2F405}" srcOrd="11" destOrd="0" presId="urn:microsoft.com/office/officeart/2018/5/layout/IconCircleLabelList"/>
    <dgm:cxn modelId="{683D477C-AA00-40FB-BB04-A376E67B0ADF}" type="presParOf" srcId="{1CBE17F8-DA79-4BD6-8D6B-B99C01A2670B}" destId="{96638CC4-8141-407E-B91F-950E5402B8A8}" srcOrd="12" destOrd="0" presId="urn:microsoft.com/office/officeart/2018/5/layout/IconCircleLabelList"/>
    <dgm:cxn modelId="{A3025C32-1051-463C-855B-456815364242}" type="presParOf" srcId="{96638CC4-8141-407E-B91F-950E5402B8A8}" destId="{DACCACDE-69FA-4C3A-849C-74BF8708C32F}" srcOrd="0" destOrd="0" presId="urn:microsoft.com/office/officeart/2018/5/layout/IconCircleLabelList"/>
    <dgm:cxn modelId="{A7AA368D-61AB-44D3-BDA6-F6AD83D04519}" type="presParOf" srcId="{96638CC4-8141-407E-B91F-950E5402B8A8}" destId="{F918E4A4-1651-4A2E-AF69-B920EF9056FD}" srcOrd="1" destOrd="0" presId="urn:microsoft.com/office/officeart/2018/5/layout/IconCircleLabelList"/>
    <dgm:cxn modelId="{640BBF9C-30B1-4B7E-B497-712BCB73DF75}" type="presParOf" srcId="{96638CC4-8141-407E-B91F-950E5402B8A8}" destId="{91350440-35C3-4AAB-AC17-03A9A32874D7}" srcOrd="2" destOrd="0" presId="urn:microsoft.com/office/officeart/2018/5/layout/IconCircleLabelList"/>
    <dgm:cxn modelId="{7F163D05-8FC3-4059-8986-35359C283221}" type="presParOf" srcId="{96638CC4-8141-407E-B91F-950E5402B8A8}" destId="{43558C5E-F33B-4AC7-9CBC-409555C1601D}" srcOrd="3" destOrd="0" presId="urn:microsoft.com/office/officeart/2018/5/layout/IconCircleLabelList"/>
    <dgm:cxn modelId="{78996AB9-4DF5-40D4-9852-FE69576E79F5}" type="presParOf" srcId="{1CBE17F8-DA79-4BD6-8D6B-B99C01A2670B}" destId="{BE349374-03B8-452C-9237-2482D376802F}" srcOrd="13" destOrd="0" presId="urn:microsoft.com/office/officeart/2018/5/layout/IconCircleLabelList"/>
    <dgm:cxn modelId="{C62D1098-2287-4FA1-A206-E6EEA50D9EBB}" type="presParOf" srcId="{1CBE17F8-DA79-4BD6-8D6B-B99C01A2670B}" destId="{3E8AE8CE-8CB6-4225-8EE7-A5CA7B7AC6C6}" srcOrd="14" destOrd="0" presId="urn:microsoft.com/office/officeart/2018/5/layout/IconCircleLabelList"/>
    <dgm:cxn modelId="{42BBB13A-3ECE-4489-9A5F-746858CF5BB6}" type="presParOf" srcId="{3E8AE8CE-8CB6-4225-8EE7-A5CA7B7AC6C6}" destId="{B7183822-3041-4202-8D57-CDB014CF666B}" srcOrd="0" destOrd="0" presId="urn:microsoft.com/office/officeart/2018/5/layout/IconCircleLabelList"/>
    <dgm:cxn modelId="{9534FAAF-7F60-4F0B-95AC-FC395EDEBBBA}" type="presParOf" srcId="{3E8AE8CE-8CB6-4225-8EE7-A5CA7B7AC6C6}" destId="{CDF94AF4-6D70-4D79-9D08-965D64B0C771}" srcOrd="1" destOrd="0" presId="urn:microsoft.com/office/officeart/2018/5/layout/IconCircleLabelList"/>
    <dgm:cxn modelId="{577913AB-6D7D-4681-B680-710F7D369211}" type="presParOf" srcId="{3E8AE8CE-8CB6-4225-8EE7-A5CA7B7AC6C6}" destId="{9B66C744-C85F-4B64-A511-714A0EE1483E}" srcOrd="2" destOrd="0" presId="urn:microsoft.com/office/officeart/2018/5/layout/IconCircleLabelList"/>
    <dgm:cxn modelId="{18DA67AD-3170-4B36-8CA5-11D4F5ADF0E5}" type="presParOf" srcId="{3E8AE8CE-8CB6-4225-8EE7-A5CA7B7AC6C6}" destId="{494EDCA6-CA19-4745-B530-BF3E4CBAA48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4A0244-8AD7-4335-B6A1-CA070124A4C7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C592B8-5232-4133-9075-6F09B7F89829}">
      <dgm:prSet/>
      <dgm:spPr/>
      <dgm:t>
        <a:bodyPr/>
        <a:lstStyle/>
        <a:p>
          <a:r>
            <a:rPr lang="en-SG"/>
            <a:t>Describe different techniques for organizations/companies to generate income.</a:t>
          </a:r>
          <a:endParaRPr lang="en-US"/>
        </a:p>
      </dgm:t>
    </dgm:pt>
    <dgm:pt modelId="{60FB4BC8-5BFC-4B50-A0C4-72F20B89D3BE}" type="parTrans" cxnId="{E0FFE409-BB8D-48C5-B4B1-482F742E34A5}">
      <dgm:prSet/>
      <dgm:spPr/>
      <dgm:t>
        <a:bodyPr/>
        <a:lstStyle/>
        <a:p>
          <a:endParaRPr lang="en-US"/>
        </a:p>
      </dgm:t>
    </dgm:pt>
    <dgm:pt modelId="{60FEEF75-4426-4086-A967-680F823D5C6E}" type="sibTrans" cxnId="{E0FFE409-BB8D-48C5-B4B1-482F742E34A5}">
      <dgm:prSet/>
      <dgm:spPr/>
      <dgm:t>
        <a:bodyPr/>
        <a:lstStyle/>
        <a:p>
          <a:endParaRPr lang="en-US"/>
        </a:p>
      </dgm:t>
    </dgm:pt>
    <dgm:pt modelId="{7C64AF26-44CF-4355-83B1-DDD062CF4211}">
      <dgm:prSet/>
      <dgm:spPr/>
      <dgm:t>
        <a:bodyPr/>
        <a:lstStyle/>
        <a:p>
          <a:r>
            <a:rPr lang="en-SG"/>
            <a:t>For existing companies, revenue models are mainly based upon sales of product and services.</a:t>
          </a:r>
          <a:endParaRPr lang="en-US"/>
        </a:p>
      </dgm:t>
    </dgm:pt>
    <dgm:pt modelId="{03FB94C7-6DD3-4E7C-A839-E126DFAC6AC4}" type="parTrans" cxnId="{CCEAAB8E-7F5A-4A95-85DA-4CED32B08844}">
      <dgm:prSet/>
      <dgm:spPr/>
      <dgm:t>
        <a:bodyPr/>
        <a:lstStyle/>
        <a:p>
          <a:endParaRPr lang="en-US"/>
        </a:p>
      </dgm:t>
    </dgm:pt>
    <dgm:pt modelId="{67EFF632-8AEA-426D-B661-2755D48BE09A}" type="sibTrans" cxnId="{CCEAAB8E-7F5A-4A95-85DA-4CED32B08844}">
      <dgm:prSet/>
      <dgm:spPr/>
      <dgm:t>
        <a:bodyPr/>
        <a:lstStyle/>
        <a:p>
          <a:endParaRPr lang="en-US"/>
        </a:p>
      </dgm:t>
    </dgm:pt>
    <dgm:pt modelId="{F2D38F46-E29E-4E5C-9B6C-A7113B324E73}" type="pres">
      <dgm:prSet presAssocID="{AE4A0244-8AD7-4335-B6A1-CA070124A4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B7CEF6C-DC56-4E21-9872-2D2AC4744328}" type="pres">
      <dgm:prSet presAssocID="{97C592B8-5232-4133-9075-6F09B7F89829}" presName="hierRoot1" presStyleCnt="0"/>
      <dgm:spPr/>
    </dgm:pt>
    <dgm:pt modelId="{B657814C-D2E7-4BB2-A50A-D7C40BA04FB2}" type="pres">
      <dgm:prSet presAssocID="{97C592B8-5232-4133-9075-6F09B7F89829}" presName="composite" presStyleCnt="0"/>
      <dgm:spPr/>
    </dgm:pt>
    <dgm:pt modelId="{305BE601-97DA-4EFB-A621-5D86CAEE0FE2}" type="pres">
      <dgm:prSet presAssocID="{97C592B8-5232-4133-9075-6F09B7F89829}" presName="background" presStyleLbl="node0" presStyleIdx="0" presStyleCnt="2"/>
      <dgm:spPr/>
    </dgm:pt>
    <dgm:pt modelId="{9CD3AB94-8D34-4B96-8AB9-8E71C74D0260}" type="pres">
      <dgm:prSet presAssocID="{97C592B8-5232-4133-9075-6F09B7F89829}" presName="text" presStyleLbl="fgAcc0" presStyleIdx="0" presStyleCnt="2">
        <dgm:presLayoutVars>
          <dgm:chPref val="3"/>
        </dgm:presLayoutVars>
      </dgm:prSet>
      <dgm:spPr/>
    </dgm:pt>
    <dgm:pt modelId="{39C5163A-EA58-48D6-9347-CA24FF51D1C0}" type="pres">
      <dgm:prSet presAssocID="{97C592B8-5232-4133-9075-6F09B7F89829}" presName="hierChild2" presStyleCnt="0"/>
      <dgm:spPr/>
    </dgm:pt>
    <dgm:pt modelId="{5839AF7A-5865-45F5-AA16-A5AE47D11E9C}" type="pres">
      <dgm:prSet presAssocID="{7C64AF26-44CF-4355-83B1-DDD062CF4211}" presName="hierRoot1" presStyleCnt="0"/>
      <dgm:spPr/>
    </dgm:pt>
    <dgm:pt modelId="{C6328F22-433E-49F1-992D-49CEFF634C96}" type="pres">
      <dgm:prSet presAssocID="{7C64AF26-44CF-4355-83B1-DDD062CF4211}" presName="composite" presStyleCnt="0"/>
      <dgm:spPr/>
    </dgm:pt>
    <dgm:pt modelId="{BA61B2E9-78FB-4DD9-8A85-DA3B4295DBB6}" type="pres">
      <dgm:prSet presAssocID="{7C64AF26-44CF-4355-83B1-DDD062CF4211}" presName="background" presStyleLbl="node0" presStyleIdx="1" presStyleCnt="2"/>
      <dgm:spPr/>
    </dgm:pt>
    <dgm:pt modelId="{C2603F85-4D1D-4E1A-AE70-6289B45E8004}" type="pres">
      <dgm:prSet presAssocID="{7C64AF26-44CF-4355-83B1-DDD062CF4211}" presName="text" presStyleLbl="fgAcc0" presStyleIdx="1" presStyleCnt="2">
        <dgm:presLayoutVars>
          <dgm:chPref val="3"/>
        </dgm:presLayoutVars>
      </dgm:prSet>
      <dgm:spPr/>
    </dgm:pt>
    <dgm:pt modelId="{2250E969-1D00-43E5-9B0D-4BD084745F08}" type="pres">
      <dgm:prSet presAssocID="{7C64AF26-44CF-4355-83B1-DDD062CF4211}" presName="hierChild2" presStyleCnt="0"/>
      <dgm:spPr/>
    </dgm:pt>
  </dgm:ptLst>
  <dgm:cxnLst>
    <dgm:cxn modelId="{E0FFE409-BB8D-48C5-B4B1-482F742E34A5}" srcId="{AE4A0244-8AD7-4335-B6A1-CA070124A4C7}" destId="{97C592B8-5232-4133-9075-6F09B7F89829}" srcOrd="0" destOrd="0" parTransId="{60FB4BC8-5BFC-4B50-A0C4-72F20B89D3BE}" sibTransId="{60FEEF75-4426-4086-A967-680F823D5C6E}"/>
    <dgm:cxn modelId="{817F4E2B-FA77-4625-B838-12774B75C2E8}" type="presOf" srcId="{7C64AF26-44CF-4355-83B1-DDD062CF4211}" destId="{C2603F85-4D1D-4E1A-AE70-6289B45E8004}" srcOrd="0" destOrd="0" presId="urn:microsoft.com/office/officeart/2005/8/layout/hierarchy1"/>
    <dgm:cxn modelId="{29F79372-8EC1-4FA7-B525-B8D7DD6AB761}" type="presOf" srcId="{AE4A0244-8AD7-4335-B6A1-CA070124A4C7}" destId="{F2D38F46-E29E-4E5C-9B6C-A7113B324E73}" srcOrd="0" destOrd="0" presId="urn:microsoft.com/office/officeart/2005/8/layout/hierarchy1"/>
    <dgm:cxn modelId="{CCEAAB8E-7F5A-4A95-85DA-4CED32B08844}" srcId="{AE4A0244-8AD7-4335-B6A1-CA070124A4C7}" destId="{7C64AF26-44CF-4355-83B1-DDD062CF4211}" srcOrd="1" destOrd="0" parTransId="{03FB94C7-6DD3-4E7C-A839-E126DFAC6AC4}" sibTransId="{67EFF632-8AEA-426D-B661-2755D48BE09A}"/>
    <dgm:cxn modelId="{B40187B6-B558-4FAF-AD59-4B046BAE9F25}" type="presOf" srcId="{97C592B8-5232-4133-9075-6F09B7F89829}" destId="{9CD3AB94-8D34-4B96-8AB9-8E71C74D0260}" srcOrd="0" destOrd="0" presId="urn:microsoft.com/office/officeart/2005/8/layout/hierarchy1"/>
    <dgm:cxn modelId="{45F355A5-350E-4B9C-9D02-C263ED99CA66}" type="presParOf" srcId="{F2D38F46-E29E-4E5C-9B6C-A7113B324E73}" destId="{BB7CEF6C-DC56-4E21-9872-2D2AC4744328}" srcOrd="0" destOrd="0" presId="urn:microsoft.com/office/officeart/2005/8/layout/hierarchy1"/>
    <dgm:cxn modelId="{4E29EDF8-BA81-4DD0-A268-83D27F05A732}" type="presParOf" srcId="{BB7CEF6C-DC56-4E21-9872-2D2AC4744328}" destId="{B657814C-D2E7-4BB2-A50A-D7C40BA04FB2}" srcOrd="0" destOrd="0" presId="urn:microsoft.com/office/officeart/2005/8/layout/hierarchy1"/>
    <dgm:cxn modelId="{2C4E14C4-5FB2-4E8C-8FB0-EBFABE019C68}" type="presParOf" srcId="{B657814C-D2E7-4BB2-A50A-D7C40BA04FB2}" destId="{305BE601-97DA-4EFB-A621-5D86CAEE0FE2}" srcOrd="0" destOrd="0" presId="urn:microsoft.com/office/officeart/2005/8/layout/hierarchy1"/>
    <dgm:cxn modelId="{3271587A-4EF9-4C3B-81EF-3CE7D55EF654}" type="presParOf" srcId="{B657814C-D2E7-4BB2-A50A-D7C40BA04FB2}" destId="{9CD3AB94-8D34-4B96-8AB9-8E71C74D0260}" srcOrd="1" destOrd="0" presId="urn:microsoft.com/office/officeart/2005/8/layout/hierarchy1"/>
    <dgm:cxn modelId="{FDD86D45-CF3C-43CF-8F03-330F6717F1C2}" type="presParOf" srcId="{BB7CEF6C-DC56-4E21-9872-2D2AC4744328}" destId="{39C5163A-EA58-48D6-9347-CA24FF51D1C0}" srcOrd="1" destOrd="0" presId="urn:microsoft.com/office/officeart/2005/8/layout/hierarchy1"/>
    <dgm:cxn modelId="{A4EF85CC-4D2A-4E4C-91D3-5AA6EF2D5AA8}" type="presParOf" srcId="{F2D38F46-E29E-4E5C-9B6C-A7113B324E73}" destId="{5839AF7A-5865-45F5-AA16-A5AE47D11E9C}" srcOrd="1" destOrd="0" presId="urn:microsoft.com/office/officeart/2005/8/layout/hierarchy1"/>
    <dgm:cxn modelId="{7F26CF72-93C7-4A8D-8D9E-893A97C1E1E7}" type="presParOf" srcId="{5839AF7A-5865-45F5-AA16-A5AE47D11E9C}" destId="{C6328F22-433E-49F1-992D-49CEFF634C96}" srcOrd="0" destOrd="0" presId="urn:microsoft.com/office/officeart/2005/8/layout/hierarchy1"/>
    <dgm:cxn modelId="{27402A25-0648-4A10-8E97-72AE5C3B465A}" type="presParOf" srcId="{C6328F22-433E-49F1-992D-49CEFF634C96}" destId="{BA61B2E9-78FB-4DD9-8A85-DA3B4295DBB6}" srcOrd="0" destOrd="0" presId="urn:microsoft.com/office/officeart/2005/8/layout/hierarchy1"/>
    <dgm:cxn modelId="{2CDBA8F0-B709-4CEF-ABB1-003D9B3C2C3D}" type="presParOf" srcId="{C6328F22-433E-49F1-992D-49CEFF634C96}" destId="{C2603F85-4D1D-4E1A-AE70-6289B45E8004}" srcOrd="1" destOrd="0" presId="urn:microsoft.com/office/officeart/2005/8/layout/hierarchy1"/>
    <dgm:cxn modelId="{1FC98D5E-F631-4FDF-A02E-B73CB473526E}" type="presParOf" srcId="{5839AF7A-5865-45F5-AA16-A5AE47D11E9C}" destId="{2250E969-1D00-43E5-9B0D-4BD084745F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A60A72-8EAA-442E-BF67-DDF9A91FFAA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6C6305-83BE-46D6-A2F6-EC2FFE77483D}">
      <dgm:prSet/>
      <dgm:spPr/>
      <dgm:t>
        <a:bodyPr/>
        <a:lstStyle/>
        <a:p>
          <a:r>
            <a:rPr lang="en-SG"/>
            <a:t>CPM (Cost-Per-Thousand) display Advertising on-sites </a:t>
          </a:r>
          <a:endParaRPr lang="en-US"/>
        </a:p>
      </dgm:t>
    </dgm:pt>
    <dgm:pt modelId="{F3F74378-A275-42D6-B2FB-E56241B5EF26}" type="parTrans" cxnId="{24BF0164-3854-4005-8F0B-FC8380D4AC44}">
      <dgm:prSet/>
      <dgm:spPr/>
      <dgm:t>
        <a:bodyPr/>
        <a:lstStyle/>
        <a:p>
          <a:endParaRPr lang="en-US"/>
        </a:p>
      </dgm:t>
    </dgm:pt>
    <dgm:pt modelId="{6158233F-0A58-4E19-A19F-AA62D6329D91}" type="sibTrans" cxnId="{24BF0164-3854-4005-8F0B-FC8380D4AC44}">
      <dgm:prSet/>
      <dgm:spPr/>
      <dgm:t>
        <a:bodyPr/>
        <a:lstStyle/>
        <a:p>
          <a:endParaRPr lang="en-US"/>
        </a:p>
      </dgm:t>
    </dgm:pt>
    <dgm:pt modelId="{1F06D492-03EC-4F74-BD83-CA69118AE6AF}">
      <dgm:prSet/>
      <dgm:spPr/>
      <dgm:t>
        <a:bodyPr/>
        <a:lstStyle/>
        <a:p>
          <a:r>
            <a:rPr lang="en-SG"/>
            <a:t>CPC (Cost-Per-Click) Advertising on-sites </a:t>
          </a:r>
          <a:endParaRPr lang="en-US"/>
        </a:p>
      </dgm:t>
    </dgm:pt>
    <dgm:pt modelId="{8B241713-A373-40CF-855B-96462D602631}" type="parTrans" cxnId="{9D4053F9-1248-4EFF-8E40-E233FB5D67BC}">
      <dgm:prSet/>
      <dgm:spPr/>
      <dgm:t>
        <a:bodyPr/>
        <a:lstStyle/>
        <a:p>
          <a:endParaRPr lang="en-US"/>
        </a:p>
      </dgm:t>
    </dgm:pt>
    <dgm:pt modelId="{770F074C-7EF3-4583-8364-7F44A584D7CF}" type="sibTrans" cxnId="{9D4053F9-1248-4EFF-8E40-E233FB5D67BC}">
      <dgm:prSet/>
      <dgm:spPr/>
      <dgm:t>
        <a:bodyPr/>
        <a:lstStyle/>
        <a:p>
          <a:endParaRPr lang="en-US"/>
        </a:p>
      </dgm:t>
    </dgm:pt>
    <dgm:pt modelId="{183238FD-03CC-4424-9095-CA7C570D2A78}">
      <dgm:prSet/>
      <dgm:spPr/>
      <dgm:t>
        <a:bodyPr/>
        <a:lstStyle/>
        <a:p>
          <a:r>
            <a:rPr lang="en-SG"/>
            <a:t>Sponsorship of site sections or content types</a:t>
          </a:r>
          <a:endParaRPr lang="en-US"/>
        </a:p>
      </dgm:t>
    </dgm:pt>
    <dgm:pt modelId="{789E6164-58CB-4BE4-B7C6-D2E20A9D83AB}" type="parTrans" cxnId="{168122A9-41FF-4F32-8A46-BD29BE918E96}">
      <dgm:prSet/>
      <dgm:spPr/>
      <dgm:t>
        <a:bodyPr/>
        <a:lstStyle/>
        <a:p>
          <a:endParaRPr lang="en-US"/>
        </a:p>
      </dgm:t>
    </dgm:pt>
    <dgm:pt modelId="{3D1D5000-805E-4628-842E-9434BE481AA5}" type="sibTrans" cxnId="{168122A9-41FF-4F32-8A46-BD29BE918E96}">
      <dgm:prSet/>
      <dgm:spPr/>
      <dgm:t>
        <a:bodyPr/>
        <a:lstStyle/>
        <a:p>
          <a:endParaRPr lang="en-US"/>
        </a:p>
      </dgm:t>
    </dgm:pt>
    <dgm:pt modelId="{FF602280-59E6-4DCB-8551-1DF0C2C37BA0}">
      <dgm:prSet/>
      <dgm:spPr/>
      <dgm:t>
        <a:bodyPr/>
        <a:lstStyle/>
        <a:p>
          <a:r>
            <a:rPr lang="en-SG"/>
            <a:t>Affiliate revenue (CPA, could be CPC)</a:t>
          </a:r>
          <a:endParaRPr lang="en-US"/>
        </a:p>
      </dgm:t>
    </dgm:pt>
    <dgm:pt modelId="{51CC820B-0B43-47F7-BA74-F4D1AAB19630}" type="parTrans" cxnId="{30F81390-A83B-4BE2-A042-C0687A131D28}">
      <dgm:prSet/>
      <dgm:spPr/>
      <dgm:t>
        <a:bodyPr/>
        <a:lstStyle/>
        <a:p>
          <a:endParaRPr lang="en-US"/>
        </a:p>
      </dgm:t>
    </dgm:pt>
    <dgm:pt modelId="{2B5503EA-5114-4C70-94ED-01F16A2BE435}" type="sibTrans" cxnId="{30F81390-A83B-4BE2-A042-C0687A131D28}">
      <dgm:prSet/>
      <dgm:spPr/>
      <dgm:t>
        <a:bodyPr/>
        <a:lstStyle/>
        <a:p>
          <a:endParaRPr lang="en-US"/>
        </a:p>
      </dgm:t>
    </dgm:pt>
    <dgm:pt modelId="{B240BBE4-0CA2-49DC-8C38-A031A821E2AD}">
      <dgm:prSet/>
      <dgm:spPr/>
      <dgm:t>
        <a:bodyPr/>
        <a:lstStyle/>
        <a:p>
          <a:r>
            <a:rPr lang="en-SG"/>
            <a:t>Transaction Fee Revenue</a:t>
          </a:r>
          <a:endParaRPr lang="en-US"/>
        </a:p>
      </dgm:t>
    </dgm:pt>
    <dgm:pt modelId="{1FFD1A8F-E0F7-4311-ADA4-1CC1C5E46DB0}" type="parTrans" cxnId="{AA459682-0C59-4188-9F2E-ACA3F8F74F01}">
      <dgm:prSet/>
      <dgm:spPr/>
      <dgm:t>
        <a:bodyPr/>
        <a:lstStyle/>
        <a:p>
          <a:endParaRPr lang="en-US"/>
        </a:p>
      </dgm:t>
    </dgm:pt>
    <dgm:pt modelId="{A8CC52F5-05C3-4925-83EF-9B7081DD9605}" type="sibTrans" cxnId="{AA459682-0C59-4188-9F2E-ACA3F8F74F01}">
      <dgm:prSet/>
      <dgm:spPr/>
      <dgm:t>
        <a:bodyPr/>
        <a:lstStyle/>
        <a:p>
          <a:endParaRPr lang="en-US"/>
        </a:p>
      </dgm:t>
    </dgm:pt>
    <dgm:pt modelId="{480B65BA-5DED-463F-AC7A-8BC1802FAE6A}">
      <dgm:prSet/>
      <dgm:spPr/>
      <dgm:t>
        <a:bodyPr/>
        <a:lstStyle/>
        <a:p>
          <a:r>
            <a:rPr lang="en-SG"/>
            <a:t>Subscription access to content or service</a:t>
          </a:r>
          <a:endParaRPr lang="en-US"/>
        </a:p>
      </dgm:t>
    </dgm:pt>
    <dgm:pt modelId="{1B8C4FF4-F106-4B62-9962-B4ECBA7160D3}" type="parTrans" cxnId="{3B214814-BE7A-4E46-87BC-37B26E26C025}">
      <dgm:prSet/>
      <dgm:spPr/>
      <dgm:t>
        <a:bodyPr/>
        <a:lstStyle/>
        <a:p>
          <a:endParaRPr lang="en-US"/>
        </a:p>
      </dgm:t>
    </dgm:pt>
    <dgm:pt modelId="{1ED07CF3-1727-4FB1-AC9F-BBD788494935}" type="sibTrans" cxnId="{3B214814-BE7A-4E46-87BC-37B26E26C025}">
      <dgm:prSet/>
      <dgm:spPr/>
      <dgm:t>
        <a:bodyPr/>
        <a:lstStyle/>
        <a:p>
          <a:endParaRPr lang="en-US"/>
        </a:p>
      </dgm:t>
    </dgm:pt>
    <dgm:pt modelId="{A57CF41E-E72E-4546-9908-6F35B22B78B0}">
      <dgm:prSet/>
      <dgm:spPr/>
      <dgm:t>
        <a:bodyPr/>
        <a:lstStyle/>
        <a:p>
          <a:r>
            <a:rPr lang="en-SG"/>
            <a:t>Pay-per-view access to documents</a:t>
          </a:r>
          <a:endParaRPr lang="en-US"/>
        </a:p>
      </dgm:t>
    </dgm:pt>
    <dgm:pt modelId="{2CACDE28-4BB0-46EB-B25C-7EA3BF3D44AB}" type="parTrans" cxnId="{639D2913-2FDD-4E0E-B76A-4282F92F3C16}">
      <dgm:prSet/>
      <dgm:spPr/>
      <dgm:t>
        <a:bodyPr/>
        <a:lstStyle/>
        <a:p>
          <a:endParaRPr lang="en-US"/>
        </a:p>
      </dgm:t>
    </dgm:pt>
    <dgm:pt modelId="{A7776551-0905-43AB-AFB6-30AEBA2FF13F}" type="sibTrans" cxnId="{639D2913-2FDD-4E0E-B76A-4282F92F3C16}">
      <dgm:prSet/>
      <dgm:spPr/>
      <dgm:t>
        <a:bodyPr/>
        <a:lstStyle/>
        <a:p>
          <a:endParaRPr lang="en-US"/>
        </a:p>
      </dgm:t>
    </dgm:pt>
    <dgm:pt modelId="{A5CA06ED-793B-4573-8E11-E75687712D00}">
      <dgm:prSet/>
      <dgm:spPr/>
      <dgm:t>
        <a:bodyPr/>
        <a:lstStyle/>
        <a:p>
          <a:r>
            <a:rPr lang="en-SG"/>
            <a:t>Subscriber data access for e-mail marketing</a:t>
          </a:r>
          <a:endParaRPr lang="en-US"/>
        </a:p>
      </dgm:t>
    </dgm:pt>
    <dgm:pt modelId="{3B9F3552-67AC-4E21-B21A-1D095438A5A6}" type="parTrans" cxnId="{192097D4-1752-4BB1-910E-10EE37EFEF6D}">
      <dgm:prSet/>
      <dgm:spPr/>
      <dgm:t>
        <a:bodyPr/>
        <a:lstStyle/>
        <a:p>
          <a:endParaRPr lang="en-US"/>
        </a:p>
      </dgm:t>
    </dgm:pt>
    <dgm:pt modelId="{7CA2CA55-BE23-433B-8236-98F7EB071CBE}" type="sibTrans" cxnId="{192097D4-1752-4BB1-910E-10EE37EFEF6D}">
      <dgm:prSet/>
      <dgm:spPr/>
      <dgm:t>
        <a:bodyPr/>
        <a:lstStyle/>
        <a:p>
          <a:endParaRPr lang="en-US"/>
        </a:p>
      </dgm:t>
    </dgm:pt>
    <dgm:pt modelId="{0AA1D93C-2BD5-416D-BB49-394144B3C444}" type="pres">
      <dgm:prSet presAssocID="{FCA60A72-8EAA-442E-BF67-DDF9A91FFAA3}" presName="root" presStyleCnt="0">
        <dgm:presLayoutVars>
          <dgm:dir/>
          <dgm:resizeHandles val="exact"/>
        </dgm:presLayoutVars>
      </dgm:prSet>
      <dgm:spPr/>
    </dgm:pt>
    <dgm:pt modelId="{4F2F38BB-4B0E-4313-B8BD-C8CEA2F8D781}" type="pres">
      <dgm:prSet presAssocID="{FCA60A72-8EAA-442E-BF67-DDF9A91FFAA3}" presName="container" presStyleCnt="0">
        <dgm:presLayoutVars>
          <dgm:dir/>
          <dgm:resizeHandles val="exact"/>
        </dgm:presLayoutVars>
      </dgm:prSet>
      <dgm:spPr/>
    </dgm:pt>
    <dgm:pt modelId="{F9129D2E-903D-4C45-97BC-9336B3AE356F}" type="pres">
      <dgm:prSet presAssocID="{506C6305-83BE-46D6-A2F6-EC2FFE77483D}" presName="compNode" presStyleCnt="0"/>
      <dgm:spPr/>
    </dgm:pt>
    <dgm:pt modelId="{30FF14DB-A658-4E6A-990C-223974ECE72D}" type="pres">
      <dgm:prSet presAssocID="{506C6305-83BE-46D6-A2F6-EC2FFE77483D}" presName="iconBgRect" presStyleLbl="bgShp" presStyleIdx="0" presStyleCnt="8"/>
      <dgm:spPr/>
    </dgm:pt>
    <dgm:pt modelId="{19986FD2-F173-40C0-A00B-4DB40BB54798}" type="pres">
      <dgm:prSet presAssocID="{506C6305-83BE-46D6-A2F6-EC2FFE77483D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site"/>
        </a:ext>
      </dgm:extLst>
    </dgm:pt>
    <dgm:pt modelId="{D8D8B60C-331B-4188-8AE2-10015CF1E5C5}" type="pres">
      <dgm:prSet presAssocID="{506C6305-83BE-46D6-A2F6-EC2FFE77483D}" presName="spaceRect" presStyleCnt="0"/>
      <dgm:spPr/>
    </dgm:pt>
    <dgm:pt modelId="{71A78AC3-DA28-4B83-A187-F3A4D2923DE2}" type="pres">
      <dgm:prSet presAssocID="{506C6305-83BE-46D6-A2F6-EC2FFE77483D}" presName="textRect" presStyleLbl="revTx" presStyleIdx="0" presStyleCnt="8">
        <dgm:presLayoutVars>
          <dgm:chMax val="1"/>
          <dgm:chPref val="1"/>
        </dgm:presLayoutVars>
      </dgm:prSet>
      <dgm:spPr/>
    </dgm:pt>
    <dgm:pt modelId="{97200951-B406-40F0-9DBA-D71593BDE781}" type="pres">
      <dgm:prSet presAssocID="{6158233F-0A58-4E19-A19F-AA62D6329D91}" presName="sibTrans" presStyleLbl="sibTrans2D1" presStyleIdx="0" presStyleCnt="0"/>
      <dgm:spPr/>
    </dgm:pt>
    <dgm:pt modelId="{6452B326-1134-401A-8BFF-AF2E08629C22}" type="pres">
      <dgm:prSet presAssocID="{1F06D492-03EC-4F74-BD83-CA69118AE6AF}" presName="compNode" presStyleCnt="0"/>
      <dgm:spPr/>
    </dgm:pt>
    <dgm:pt modelId="{BDBCF2BE-B42B-4679-8CB8-DD620BD5E25F}" type="pres">
      <dgm:prSet presAssocID="{1F06D492-03EC-4F74-BD83-CA69118AE6AF}" presName="iconBgRect" presStyleLbl="bgShp" presStyleIdx="1" presStyleCnt="8"/>
      <dgm:spPr/>
    </dgm:pt>
    <dgm:pt modelId="{734EEA92-5551-46B2-9E3F-382A832725BC}" type="pres">
      <dgm:prSet presAssocID="{1F06D492-03EC-4F74-BD83-CA69118AE6A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5FE88509-B915-4B96-9F3B-F2195D401A15}" type="pres">
      <dgm:prSet presAssocID="{1F06D492-03EC-4F74-BD83-CA69118AE6AF}" presName="spaceRect" presStyleCnt="0"/>
      <dgm:spPr/>
    </dgm:pt>
    <dgm:pt modelId="{51A8D019-0560-4C54-9D2E-A2955E31D046}" type="pres">
      <dgm:prSet presAssocID="{1F06D492-03EC-4F74-BD83-CA69118AE6AF}" presName="textRect" presStyleLbl="revTx" presStyleIdx="1" presStyleCnt="8">
        <dgm:presLayoutVars>
          <dgm:chMax val="1"/>
          <dgm:chPref val="1"/>
        </dgm:presLayoutVars>
      </dgm:prSet>
      <dgm:spPr/>
    </dgm:pt>
    <dgm:pt modelId="{20732B67-6C7B-4671-B3FC-DFE7A0A2F51F}" type="pres">
      <dgm:prSet presAssocID="{770F074C-7EF3-4583-8364-7F44A584D7CF}" presName="sibTrans" presStyleLbl="sibTrans2D1" presStyleIdx="0" presStyleCnt="0"/>
      <dgm:spPr/>
    </dgm:pt>
    <dgm:pt modelId="{B21E612C-BD2F-47C2-8F05-FC1D276EEEF7}" type="pres">
      <dgm:prSet presAssocID="{183238FD-03CC-4424-9095-CA7C570D2A78}" presName="compNode" presStyleCnt="0"/>
      <dgm:spPr/>
    </dgm:pt>
    <dgm:pt modelId="{571C8DD8-AF2F-492A-9927-F7ED6F5D0ABB}" type="pres">
      <dgm:prSet presAssocID="{183238FD-03CC-4424-9095-CA7C570D2A78}" presName="iconBgRect" presStyleLbl="bgShp" presStyleIdx="2" presStyleCnt="8"/>
      <dgm:spPr/>
    </dgm:pt>
    <dgm:pt modelId="{C5A61970-81BE-4218-9C5A-CB86A5656B5A}" type="pres">
      <dgm:prSet presAssocID="{183238FD-03CC-4424-9095-CA7C570D2A78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CCD1C40-6CED-4200-815F-A7A16BCD464D}" type="pres">
      <dgm:prSet presAssocID="{183238FD-03CC-4424-9095-CA7C570D2A78}" presName="spaceRect" presStyleCnt="0"/>
      <dgm:spPr/>
    </dgm:pt>
    <dgm:pt modelId="{7D876172-B44F-4720-B37C-736A944BEC0D}" type="pres">
      <dgm:prSet presAssocID="{183238FD-03CC-4424-9095-CA7C570D2A78}" presName="textRect" presStyleLbl="revTx" presStyleIdx="2" presStyleCnt="8">
        <dgm:presLayoutVars>
          <dgm:chMax val="1"/>
          <dgm:chPref val="1"/>
        </dgm:presLayoutVars>
      </dgm:prSet>
      <dgm:spPr/>
    </dgm:pt>
    <dgm:pt modelId="{148F2C00-7061-467B-8A86-D750B2A58C17}" type="pres">
      <dgm:prSet presAssocID="{3D1D5000-805E-4628-842E-9434BE481AA5}" presName="sibTrans" presStyleLbl="sibTrans2D1" presStyleIdx="0" presStyleCnt="0"/>
      <dgm:spPr/>
    </dgm:pt>
    <dgm:pt modelId="{B2CE4F16-DA1A-4617-83E9-D71BE277BD6B}" type="pres">
      <dgm:prSet presAssocID="{FF602280-59E6-4DCB-8551-1DF0C2C37BA0}" presName="compNode" presStyleCnt="0"/>
      <dgm:spPr/>
    </dgm:pt>
    <dgm:pt modelId="{9C5A2ADD-11DE-4932-A698-64229EF7DBFA}" type="pres">
      <dgm:prSet presAssocID="{FF602280-59E6-4DCB-8551-1DF0C2C37BA0}" presName="iconBgRect" presStyleLbl="bgShp" presStyleIdx="3" presStyleCnt="8"/>
      <dgm:spPr/>
    </dgm:pt>
    <dgm:pt modelId="{69AD3574-1EFD-4F48-95EC-3006B6176C16}" type="pres">
      <dgm:prSet presAssocID="{FF602280-59E6-4DCB-8551-1DF0C2C37BA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C817491-36EA-44C7-8772-C204D5C0796D}" type="pres">
      <dgm:prSet presAssocID="{FF602280-59E6-4DCB-8551-1DF0C2C37BA0}" presName="spaceRect" presStyleCnt="0"/>
      <dgm:spPr/>
    </dgm:pt>
    <dgm:pt modelId="{B9E1E5AD-8EC5-4BC9-893A-535E3890A2AA}" type="pres">
      <dgm:prSet presAssocID="{FF602280-59E6-4DCB-8551-1DF0C2C37BA0}" presName="textRect" presStyleLbl="revTx" presStyleIdx="3" presStyleCnt="8">
        <dgm:presLayoutVars>
          <dgm:chMax val="1"/>
          <dgm:chPref val="1"/>
        </dgm:presLayoutVars>
      </dgm:prSet>
      <dgm:spPr/>
    </dgm:pt>
    <dgm:pt modelId="{B6038DD8-0802-4E4F-BCD8-CD7FE0F57AB3}" type="pres">
      <dgm:prSet presAssocID="{2B5503EA-5114-4C70-94ED-01F16A2BE435}" presName="sibTrans" presStyleLbl="sibTrans2D1" presStyleIdx="0" presStyleCnt="0"/>
      <dgm:spPr/>
    </dgm:pt>
    <dgm:pt modelId="{3B6CB032-58C9-4FF6-87CD-AC48805BC366}" type="pres">
      <dgm:prSet presAssocID="{B240BBE4-0CA2-49DC-8C38-A031A821E2AD}" presName="compNode" presStyleCnt="0"/>
      <dgm:spPr/>
    </dgm:pt>
    <dgm:pt modelId="{0AFE6A1F-236D-4D13-9CF0-151274723F6B}" type="pres">
      <dgm:prSet presAssocID="{B240BBE4-0CA2-49DC-8C38-A031A821E2AD}" presName="iconBgRect" presStyleLbl="bgShp" presStyleIdx="4" presStyleCnt="8"/>
      <dgm:spPr/>
    </dgm:pt>
    <dgm:pt modelId="{664F8694-6258-4D1C-8D88-1776A4AC0E26}" type="pres">
      <dgm:prSet presAssocID="{B240BBE4-0CA2-49DC-8C38-A031A821E2AD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B430B45-D0CD-4F39-A3D6-FE55FBF137BF}" type="pres">
      <dgm:prSet presAssocID="{B240BBE4-0CA2-49DC-8C38-A031A821E2AD}" presName="spaceRect" presStyleCnt="0"/>
      <dgm:spPr/>
    </dgm:pt>
    <dgm:pt modelId="{9A463C04-F536-4F94-AD66-F1860F3F37E8}" type="pres">
      <dgm:prSet presAssocID="{B240BBE4-0CA2-49DC-8C38-A031A821E2AD}" presName="textRect" presStyleLbl="revTx" presStyleIdx="4" presStyleCnt="8">
        <dgm:presLayoutVars>
          <dgm:chMax val="1"/>
          <dgm:chPref val="1"/>
        </dgm:presLayoutVars>
      </dgm:prSet>
      <dgm:spPr/>
    </dgm:pt>
    <dgm:pt modelId="{D1CC1D4D-18FD-47D3-BAFA-552734702671}" type="pres">
      <dgm:prSet presAssocID="{A8CC52F5-05C3-4925-83EF-9B7081DD9605}" presName="sibTrans" presStyleLbl="sibTrans2D1" presStyleIdx="0" presStyleCnt="0"/>
      <dgm:spPr/>
    </dgm:pt>
    <dgm:pt modelId="{68B223F1-AC37-47C3-9073-F607C8F4F422}" type="pres">
      <dgm:prSet presAssocID="{480B65BA-5DED-463F-AC7A-8BC1802FAE6A}" presName="compNode" presStyleCnt="0"/>
      <dgm:spPr/>
    </dgm:pt>
    <dgm:pt modelId="{250A0899-73C8-461D-B9E3-289514F63465}" type="pres">
      <dgm:prSet presAssocID="{480B65BA-5DED-463F-AC7A-8BC1802FAE6A}" presName="iconBgRect" presStyleLbl="bgShp" presStyleIdx="5" presStyleCnt="8"/>
      <dgm:spPr/>
    </dgm:pt>
    <dgm:pt modelId="{073718E3-592D-4334-B990-06BB72AC87F7}" type="pres">
      <dgm:prSet presAssocID="{480B65BA-5DED-463F-AC7A-8BC1802FAE6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3D54D390-F3CC-4CC0-B9F0-E23447DB5606}" type="pres">
      <dgm:prSet presAssocID="{480B65BA-5DED-463F-AC7A-8BC1802FAE6A}" presName="spaceRect" presStyleCnt="0"/>
      <dgm:spPr/>
    </dgm:pt>
    <dgm:pt modelId="{19AA7355-FF8E-4273-9A1D-BEC595E271F0}" type="pres">
      <dgm:prSet presAssocID="{480B65BA-5DED-463F-AC7A-8BC1802FAE6A}" presName="textRect" presStyleLbl="revTx" presStyleIdx="5" presStyleCnt="8">
        <dgm:presLayoutVars>
          <dgm:chMax val="1"/>
          <dgm:chPref val="1"/>
        </dgm:presLayoutVars>
      </dgm:prSet>
      <dgm:spPr/>
    </dgm:pt>
    <dgm:pt modelId="{F27767B9-EEA7-4C88-8B84-3E484E53265B}" type="pres">
      <dgm:prSet presAssocID="{1ED07CF3-1727-4FB1-AC9F-BBD788494935}" presName="sibTrans" presStyleLbl="sibTrans2D1" presStyleIdx="0" presStyleCnt="0"/>
      <dgm:spPr/>
    </dgm:pt>
    <dgm:pt modelId="{B68B7445-8910-4B52-AC26-34599A1D2B63}" type="pres">
      <dgm:prSet presAssocID="{A57CF41E-E72E-4546-9908-6F35B22B78B0}" presName="compNode" presStyleCnt="0"/>
      <dgm:spPr/>
    </dgm:pt>
    <dgm:pt modelId="{7CBF0A11-E9AB-4460-85D6-9CB74BAB2731}" type="pres">
      <dgm:prSet presAssocID="{A57CF41E-E72E-4546-9908-6F35B22B78B0}" presName="iconBgRect" presStyleLbl="bgShp" presStyleIdx="6" presStyleCnt="8"/>
      <dgm:spPr/>
    </dgm:pt>
    <dgm:pt modelId="{72D1D3C8-223A-4C24-A4A7-1172AF10807F}" type="pres">
      <dgm:prSet presAssocID="{A57CF41E-E72E-4546-9908-6F35B22B78B0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F5FE35C-6CCC-493F-9575-818089D5DF38}" type="pres">
      <dgm:prSet presAssocID="{A57CF41E-E72E-4546-9908-6F35B22B78B0}" presName="spaceRect" presStyleCnt="0"/>
      <dgm:spPr/>
    </dgm:pt>
    <dgm:pt modelId="{83AF5214-7A30-4041-BD7D-0B593E6DC901}" type="pres">
      <dgm:prSet presAssocID="{A57CF41E-E72E-4546-9908-6F35B22B78B0}" presName="textRect" presStyleLbl="revTx" presStyleIdx="6" presStyleCnt="8">
        <dgm:presLayoutVars>
          <dgm:chMax val="1"/>
          <dgm:chPref val="1"/>
        </dgm:presLayoutVars>
      </dgm:prSet>
      <dgm:spPr/>
    </dgm:pt>
    <dgm:pt modelId="{398364AD-CE12-4E3B-9459-DC8DDD07B8C1}" type="pres">
      <dgm:prSet presAssocID="{A7776551-0905-43AB-AFB6-30AEBA2FF13F}" presName="sibTrans" presStyleLbl="sibTrans2D1" presStyleIdx="0" presStyleCnt="0"/>
      <dgm:spPr/>
    </dgm:pt>
    <dgm:pt modelId="{75977FF5-F40A-4526-A2F0-AFED0A78F20D}" type="pres">
      <dgm:prSet presAssocID="{A5CA06ED-793B-4573-8E11-E75687712D00}" presName="compNode" presStyleCnt="0"/>
      <dgm:spPr/>
    </dgm:pt>
    <dgm:pt modelId="{F15A19F8-57EC-443A-ABA7-4F9DF3234039}" type="pres">
      <dgm:prSet presAssocID="{A5CA06ED-793B-4573-8E11-E75687712D00}" presName="iconBgRect" presStyleLbl="bgShp" presStyleIdx="7" presStyleCnt="8"/>
      <dgm:spPr/>
    </dgm:pt>
    <dgm:pt modelId="{36862550-44E3-4775-9C5C-73B17623EB18}" type="pres">
      <dgm:prSet presAssocID="{A5CA06ED-793B-4573-8E11-E75687712D0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l Reply"/>
        </a:ext>
      </dgm:extLst>
    </dgm:pt>
    <dgm:pt modelId="{CEF0CD73-5A8A-42BB-BC5A-CFEF589A0315}" type="pres">
      <dgm:prSet presAssocID="{A5CA06ED-793B-4573-8E11-E75687712D00}" presName="spaceRect" presStyleCnt="0"/>
      <dgm:spPr/>
    </dgm:pt>
    <dgm:pt modelId="{87B3036D-B0BA-4517-9BB5-4F8D8223C74B}" type="pres">
      <dgm:prSet presAssocID="{A5CA06ED-793B-4573-8E11-E75687712D0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25413E01-8246-476B-A44E-18EBD0DE0732}" type="presOf" srcId="{6158233F-0A58-4E19-A19F-AA62D6329D91}" destId="{97200951-B406-40F0-9DBA-D71593BDE781}" srcOrd="0" destOrd="0" presId="urn:microsoft.com/office/officeart/2018/2/layout/IconCircleList"/>
    <dgm:cxn modelId="{88301410-584B-480B-8660-28E1340AD9CC}" type="presOf" srcId="{480B65BA-5DED-463F-AC7A-8BC1802FAE6A}" destId="{19AA7355-FF8E-4273-9A1D-BEC595E271F0}" srcOrd="0" destOrd="0" presId="urn:microsoft.com/office/officeart/2018/2/layout/IconCircleList"/>
    <dgm:cxn modelId="{639D2913-2FDD-4E0E-B76A-4282F92F3C16}" srcId="{FCA60A72-8EAA-442E-BF67-DDF9A91FFAA3}" destId="{A57CF41E-E72E-4546-9908-6F35B22B78B0}" srcOrd="6" destOrd="0" parTransId="{2CACDE28-4BB0-46EB-B25C-7EA3BF3D44AB}" sibTransId="{A7776551-0905-43AB-AFB6-30AEBA2FF13F}"/>
    <dgm:cxn modelId="{3FED7013-8493-4CA5-85A4-5352E25FD9FC}" type="presOf" srcId="{1F06D492-03EC-4F74-BD83-CA69118AE6AF}" destId="{51A8D019-0560-4C54-9D2E-A2955E31D046}" srcOrd="0" destOrd="0" presId="urn:microsoft.com/office/officeart/2018/2/layout/IconCircleList"/>
    <dgm:cxn modelId="{3B214814-BE7A-4E46-87BC-37B26E26C025}" srcId="{FCA60A72-8EAA-442E-BF67-DDF9A91FFAA3}" destId="{480B65BA-5DED-463F-AC7A-8BC1802FAE6A}" srcOrd="5" destOrd="0" parTransId="{1B8C4FF4-F106-4B62-9962-B4ECBA7160D3}" sibTransId="{1ED07CF3-1727-4FB1-AC9F-BBD788494935}"/>
    <dgm:cxn modelId="{C9655814-C6E4-4E3C-9185-B080A23547B7}" type="presOf" srcId="{1ED07CF3-1727-4FB1-AC9F-BBD788494935}" destId="{F27767B9-EEA7-4C88-8B84-3E484E53265B}" srcOrd="0" destOrd="0" presId="urn:microsoft.com/office/officeart/2018/2/layout/IconCircleList"/>
    <dgm:cxn modelId="{68A6303C-1985-410E-829A-1A3D947BB47D}" type="presOf" srcId="{2B5503EA-5114-4C70-94ED-01F16A2BE435}" destId="{B6038DD8-0802-4E4F-BCD8-CD7FE0F57AB3}" srcOrd="0" destOrd="0" presId="urn:microsoft.com/office/officeart/2018/2/layout/IconCircleList"/>
    <dgm:cxn modelId="{F7D3FF3F-4094-4E78-AAC7-C911DB2F83D8}" type="presOf" srcId="{FF602280-59E6-4DCB-8551-1DF0C2C37BA0}" destId="{B9E1E5AD-8EC5-4BC9-893A-535E3890A2AA}" srcOrd="0" destOrd="0" presId="urn:microsoft.com/office/officeart/2018/2/layout/IconCircleList"/>
    <dgm:cxn modelId="{85D24343-6054-4F0C-8F2C-F7D382241B5E}" type="presOf" srcId="{3D1D5000-805E-4628-842E-9434BE481AA5}" destId="{148F2C00-7061-467B-8A86-D750B2A58C17}" srcOrd="0" destOrd="0" presId="urn:microsoft.com/office/officeart/2018/2/layout/IconCircleList"/>
    <dgm:cxn modelId="{24BF0164-3854-4005-8F0B-FC8380D4AC44}" srcId="{FCA60A72-8EAA-442E-BF67-DDF9A91FFAA3}" destId="{506C6305-83BE-46D6-A2F6-EC2FFE77483D}" srcOrd="0" destOrd="0" parTransId="{F3F74378-A275-42D6-B2FB-E56241B5EF26}" sibTransId="{6158233F-0A58-4E19-A19F-AA62D6329D91}"/>
    <dgm:cxn modelId="{AEDF9749-3DD1-443D-B39C-4022BC43CA09}" type="presOf" srcId="{A5CA06ED-793B-4573-8E11-E75687712D00}" destId="{87B3036D-B0BA-4517-9BB5-4F8D8223C74B}" srcOrd="0" destOrd="0" presId="urn:microsoft.com/office/officeart/2018/2/layout/IconCircleList"/>
    <dgm:cxn modelId="{EC71A36A-4DC6-4B6F-9E38-6315985CF2C3}" type="presOf" srcId="{A8CC52F5-05C3-4925-83EF-9B7081DD9605}" destId="{D1CC1D4D-18FD-47D3-BAFA-552734702671}" srcOrd="0" destOrd="0" presId="urn:microsoft.com/office/officeart/2018/2/layout/IconCircleList"/>
    <dgm:cxn modelId="{AB252F57-50C8-47E0-85C1-54D795DD8BE1}" type="presOf" srcId="{770F074C-7EF3-4583-8364-7F44A584D7CF}" destId="{20732B67-6C7B-4671-B3FC-DFE7A0A2F51F}" srcOrd="0" destOrd="0" presId="urn:microsoft.com/office/officeart/2018/2/layout/IconCircleList"/>
    <dgm:cxn modelId="{2252E87A-E256-447C-8808-482D09897D2D}" type="presOf" srcId="{A57CF41E-E72E-4546-9908-6F35B22B78B0}" destId="{83AF5214-7A30-4041-BD7D-0B593E6DC901}" srcOrd="0" destOrd="0" presId="urn:microsoft.com/office/officeart/2018/2/layout/IconCircleList"/>
    <dgm:cxn modelId="{AA459682-0C59-4188-9F2E-ACA3F8F74F01}" srcId="{FCA60A72-8EAA-442E-BF67-DDF9A91FFAA3}" destId="{B240BBE4-0CA2-49DC-8C38-A031A821E2AD}" srcOrd="4" destOrd="0" parTransId="{1FFD1A8F-E0F7-4311-ADA4-1CC1C5E46DB0}" sibTransId="{A8CC52F5-05C3-4925-83EF-9B7081DD9605}"/>
    <dgm:cxn modelId="{37165F88-6B79-4201-B689-539DBB4C5217}" type="presOf" srcId="{183238FD-03CC-4424-9095-CA7C570D2A78}" destId="{7D876172-B44F-4720-B37C-736A944BEC0D}" srcOrd="0" destOrd="0" presId="urn:microsoft.com/office/officeart/2018/2/layout/IconCircleList"/>
    <dgm:cxn modelId="{30F81390-A83B-4BE2-A042-C0687A131D28}" srcId="{FCA60A72-8EAA-442E-BF67-DDF9A91FFAA3}" destId="{FF602280-59E6-4DCB-8551-1DF0C2C37BA0}" srcOrd="3" destOrd="0" parTransId="{51CC820B-0B43-47F7-BA74-F4D1AAB19630}" sibTransId="{2B5503EA-5114-4C70-94ED-01F16A2BE435}"/>
    <dgm:cxn modelId="{168122A9-41FF-4F32-8A46-BD29BE918E96}" srcId="{FCA60A72-8EAA-442E-BF67-DDF9A91FFAA3}" destId="{183238FD-03CC-4424-9095-CA7C570D2A78}" srcOrd="2" destOrd="0" parTransId="{789E6164-58CB-4BE4-B7C6-D2E20A9D83AB}" sibTransId="{3D1D5000-805E-4628-842E-9434BE481AA5}"/>
    <dgm:cxn modelId="{59E109AC-C17F-4282-BF0C-02FF68167D53}" type="presOf" srcId="{FCA60A72-8EAA-442E-BF67-DDF9A91FFAA3}" destId="{0AA1D93C-2BD5-416D-BB49-394144B3C444}" srcOrd="0" destOrd="0" presId="urn:microsoft.com/office/officeart/2018/2/layout/IconCircleList"/>
    <dgm:cxn modelId="{1D0C1DB9-F762-4513-BE05-0C02D2DB2A3F}" type="presOf" srcId="{A7776551-0905-43AB-AFB6-30AEBA2FF13F}" destId="{398364AD-CE12-4E3B-9459-DC8DDD07B8C1}" srcOrd="0" destOrd="0" presId="urn:microsoft.com/office/officeart/2018/2/layout/IconCircleList"/>
    <dgm:cxn modelId="{9EF14FC2-91D8-441D-B027-117B12B85C97}" type="presOf" srcId="{B240BBE4-0CA2-49DC-8C38-A031A821E2AD}" destId="{9A463C04-F536-4F94-AD66-F1860F3F37E8}" srcOrd="0" destOrd="0" presId="urn:microsoft.com/office/officeart/2018/2/layout/IconCircleList"/>
    <dgm:cxn modelId="{D37DADC6-9CB6-4D2E-B81E-D0A2F96804FA}" type="presOf" srcId="{506C6305-83BE-46D6-A2F6-EC2FFE77483D}" destId="{71A78AC3-DA28-4B83-A187-F3A4D2923DE2}" srcOrd="0" destOrd="0" presId="urn:microsoft.com/office/officeart/2018/2/layout/IconCircleList"/>
    <dgm:cxn modelId="{192097D4-1752-4BB1-910E-10EE37EFEF6D}" srcId="{FCA60A72-8EAA-442E-BF67-DDF9A91FFAA3}" destId="{A5CA06ED-793B-4573-8E11-E75687712D00}" srcOrd="7" destOrd="0" parTransId="{3B9F3552-67AC-4E21-B21A-1D095438A5A6}" sibTransId="{7CA2CA55-BE23-433B-8236-98F7EB071CBE}"/>
    <dgm:cxn modelId="{9D4053F9-1248-4EFF-8E40-E233FB5D67BC}" srcId="{FCA60A72-8EAA-442E-BF67-DDF9A91FFAA3}" destId="{1F06D492-03EC-4F74-BD83-CA69118AE6AF}" srcOrd="1" destOrd="0" parTransId="{8B241713-A373-40CF-855B-96462D602631}" sibTransId="{770F074C-7EF3-4583-8364-7F44A584D7CF}"/>
    <dgm:cxn modelId="{B2289C69-A804-4612-88C5-FE1341C40FFB}" type="presParOf" srcId="{0AA1D93C-2BD5-416D-BB49-394144B3C444}" destId="{4F2F38BB-4B0E-4313-B8BD-C8CEA2F8D781}" srcOrd="0" destOrd="0" presId="urn:microsoft.com/office/officeart/2018/2/layout/IconCircleList"/>
    <dgm:cxn modelId="{BEB8D469-9184-4322-B1D5-A5B4CA9FB350}" type="presParOf" srcId="{4F2F38BB-4B0E-4313-B8BD-C8CEA2F8D781}" destId="{F9129D2E-903D-4C45-97BC-9336B3AE356F}" srcOrd="0" destOrd="0" presId="urn:microsoft.com/office/officeart/2018/2/layout/IconCircleList"/>
    <dgm:cxn modelId="{401D104E-918F-4D6E-A3DA-E0B31267A959}" type="presParOf" srcId="{F9129D2E-903D-4C45-97BC-9336B3AE356F}" destId="{30FF14DB-A658-4E6A-990C-223974ECE72D}" srcOrd="0" destOrd="0" presId="urn:microsoft.com/office/officeart/2018/2/layout/IconCircleList"/>
    <dgm:cxn modelId="{EA91C861-77E1-426E-9DEA-6A32298D61D1}" type="presParOf" srcId="{F9129D2E-903D-4C45-97BC-9336B3AE356F}" destId="{19986FD2-F173-40C0-A00B-4DB40BB54798}" srcOrd="1" destOrd="0" presId="urn:microsoft.com/office/officeart/2018/2/layout/IconCircleList"/>
    <dgm:cxn modelId="{845D127E-F1D4-4BBC-BFAF-4B7A84A3359D}" type="presParOf" srcId="{F9129D2E-903D-4C45-97BC-9336B3AE356F}" destId="{D8D8B60C-331B-4188-8AE2-10015CF1E5C5}" srcOrd="2" destOrd="0" presId="urn:microsoft.com/office/officeart/2018/2/layout/IconCircleList"/>
    <dgm:cxn modelId="{B8B77463-DDA7-4CB6-8178-1EA32BBBC021}" type="presParOf" srcId="{F9129D2E-903D-4C45-97BC-9336B3AE356F}" destId="{71A78AC3-DA28-4B83-A187-F3A4D2923DE2}" srcOrd="3" destOrd="0" presId="urn:microsoft.com/office/officeart/2018/2/layout/IconCircleList"/>
    <dgm:cxn modelId="{B30B5BA9-23AC-458E-8BF6-DCB184BEBE81}" type="presParOf" srcId="{4F2F38BB-4B0E-4313-B8BD-C8CEA2F8D781}" destId="{97200951-B406-40F0-9DBA-D71593BDE781}" srcOrd="1" destOrd="0" presId="urn:microsoft.com/office/officeart/2018/2/layout/IconCircleList"/>
    <dgm:cxn modelId="{CF63A89C-6532-4ECC-A48F-3A3D94AABD35}" type="presParOf" srcId="{4F2F38BB-4B0E-4313-B8BD-C8CEA2F8D781}" destId="{6452B326-1134-401A-8BFF-AF2E08629C22}" srcOrd="2" destOrd="0" presId="urn:microsoft.com/office/officeart/2018/2/layout/IconCircleList"/>
    <dgm:cxn modelId="{CB120CDA-7ADD-4DFF-AA07-57131B3FD35B}" type="presParOf" srcId="{6452B326-1134-401A-8BFF-AF2E08629C22}" destId="{BDBCF2BE-B42B-4679-8CB8-DD620BD5E25F}" srcOrd="0" destOrd="0" presId="urn:microsoft.com/office/officeart/2018/2/layout/IconCircleList"/>
    <dgm:cxn modelId="{EF2774C1-0C0B-42BB-B119-79EA5CA3A109}" type="presParOf" srcId="{6452B326-1134-401A-8BFF-AF2E08629C22}" destId="{734EEA92-5551-46B2-9E3F-382A832725BC}" srcOrd="1" destOrd="0" presId="urn:microsoft.com/office/officeart/2018/2/layout/IconCircleList"/>
    <dgm:cxn modelId="{C2F41461-4033-48D9-B856-FA1BD15BDF68}" type="presParOf" srcId="{6452B326-1134-401A-8BFF-AF2E08629C22}" destId="{5FE88509-B915-4B96-9F3B-F2195D401A15}" srcOrd="2" destOrd="0" presId="urn:microsoft.com/office/officeart/2018/2/layout/IconCircleList"/>
    <dgm:cxn modelId="{04385D42-04CA-4270-AEB7-20439158377B}" type="presParOf" srcId="{6452B326-1134-401A-8BFF-AF2E08629C22}" destId="{51A8D019-0560-4C54-9D2E-A2955E31D046}" srcOrd="3" destOrd="0" presId="urn:microsoft.com/office/officeart/2018/2/layout/IconCircleList"/>
    <dgm:cxn modelId="{85968498-15E3-4416-90DA-80EF390DC57A}" type="presParOf" srcId="{4F2F38BB-4B0E-4313-B8BD-C8CEA2F8D781}" destId="{20732B67-6C7B-4671-B3FC-DFE7A0A2F51F}" srcOrd="3" destOrd="0" presId="urn:microsoft.com/office/officeart/2018/2/layout/IconCircleList"/>
    <dgm:cxn modelId="{C4AD08E0-B71F-4FCC-A408-9C3AAF35DB43}" type="presParOf" srcId="{4F2F38BB-4B0E-4313-B8BD-C8CEA2F8D781}" destId="{B21E612C-BD2F-47C2-8F05-FC1D276EEEF7}" srcOrd="4" destOrd="0" presId="urn:microsoft.com/office/officeart/2018/2/layout/IconCircleList"/>
    <dgm:cxn modelId="{3E305B83-ABCE-4904-8260-AB5C889C9BA2}" type="presParOf" srcId="{B21E612C-BD2F-47C2-8F05-FC1D276EEEF7}" destId="{571C8DD8-AF2F-492A-9927-F7ED6F5D0ABB}" srcOrd="0" destOrd="0" presId="urn:microsoft.com/office/officeart/2018/2/layout/IconCircleList"/>
    <dgm:cxn modelId="{AE1C2359-4A67-4448-A52C-6203FEC728AD}" type="presParOf" srcId="{B21E612C-BD2F-47C2-8F05-FC1D276EEEF7}" destId="{C5A61970-81BE-4218-9C5A-CB86A5656B5A}" srcOrd="1" destOrd="0" presId="urn:microsoft.com/office/officeart/2018/2/layout/IconCircleList"/>
    <dgm:cxn modelId="{8EA884B7-1953-4738-9ECE-68610B827C0E}" type="presParOf" srcId="{B21E612C-BD2F-47C2-8F05-FC1D276EEEF7}" destId="{6CCD1C40-6CED-4200-815F-A7A16BCD464D}" srcOrd="2" destOrd="0" presId="urn:microsoft.com/office/officeart/2018/2/layout/IconCircleList"/>
    <dgm:cxn modelId="{36C00B7E-881E-4A25-909A-0EB2B259CF28}" type="presParOf" srcId="{B21E612C-BD2F-47C2-8F05-FC1D276EEEF7}" destId="{7D876172-B44F-4720-B37C-736A944BEC0D}" srcOrd="3" destOrd="0" presId="urn:microsoft.com/office/officeart/2018/2/layout/IconCircleList"/>
    <dgm:cxn modelId="{EA730E9C-778E-45F9-B6D4-3D6D2B61FF5B}" type="presParOf" srcId="{4F2F38BB-4B0E-4313-B8BD-C8CEA2F8D781}" destId="{148F2C00-7061-467B-8A86-D750B2A58C17}" srcOrd="5" destOrd="0" presId="urn:microsoft.com/office/officeart/2018/2/layout/IconCircleList"/>
    <dgm:cxn modelId="{B644A46F-0BD1-4C86-9D09-BB2F540ACE85}" type="presParOf" srcId="{4F2F38BB-4B0E-4313-B8BD-C8CEA2F8D781}" destId="{B2CE4F16-DA1A-4617-83E9-D71BE277BD6B}" srcOrd="6" destOrd="0" presId="urn:microsoft.com/office/officeart/2018/2/layout/IconCircleList"/>
    <dgm:cxn modelId="{B9BA4795-3EB5-40F3-B273-C88EB2B51183}" type="presParOf" srcId="{B2CE4F16-DA1A-4617-83E9-D71BE277BD6B}" destId="{9C5A2ADD-11DE-4932-A698-64229EF7DBFA}" srcOrd="0" destOrd="0" presId="urn:microsoft.com/office/officeart/2018/2/layout/IconCircleList"/>
    <dgm:cxn modelId="{1E9CB71C-93AE-4C18-B709-91B02C83E95D}" type="presParOf" srcId="{B2CE4F16-DA1A-4617-83E9-D71BE277BD6B}" destId="{69AD3574-1EFD-4F48-95EC-3006B6176C16}" srcOrd="1" destOrd="0" presId="urn:microsoft.com/office/officeart/2018/2/layout/IconCircleList"/>
    <dgm:cxn modelId="{F0A8A08B-3BD7-4C72-B7BF-9B86C1A1EA2D}" type="presParOf" srcId="{B2CE4F16-DA1A-4617-83E9-D71BE277BD6B}" destId="{EC817491-36EA-44C7-8772-C204D5C0796D}" srcOrd="2" destOrd="0" presId="urn:microsoft.com/office/officeart/2018/2/layout/IconCircleList"/>
    <dgm:cxn modelId="{F86245C3-B8A1-4BB6-B255-255588041D9D}" type="presParOf" srcId="{B2CE4F16-DA1A-4617-83E9-D71BE277BD6B}" destId="{B9E1E5AD-8EC5-4BC9-893A-535E3890A2AA}" srcOrd="3" destOrd="0" presId="urn:microsoft.com/office/officeart/2018/2/layout/IconCircleList"/>
    <dgm:cxn modelId="{1798E2FF-CDB7-4430-AB97-055853B1A751}" type="presParOf" srcId="{4F2F38BB-4B0E-4313-B8BD-C8CEA2F8D781}" destId="{B6038DD8-0802-4E4F-BCD8-CD7FE0F57AB3}" srcOrd="7" destOrd="0" presId="urn:microsoft.com/office/officeart/2018/2/layout/IconCircleList"/>
    <dgm:cxn modelId="{914684FA-1E3C-47BD-9757-99D4E2F74BBC}" type="presParOf" srcId="{4F2F38BB-4B0E-4313-B8BD-C8CEA2F8D781}" destId="{3B6CB032-58C9-4FF6-87CD-AC48805BC366}" srcOrd="8" destOrd="0" presId="urn:microsoft.com/office/officeart/2018/2/layout/IconCircleList"/>
    <dgm:cxn modelId="{B88F450A-8F87-4C4B-B7D7-24D7701E0AEA}" type="presParOf" srcId="{3B6CB032-58C9-4FF6-87CD-AC48805BC366}" destId="{0AFE6A1F-236D-4D13-9CF0-151274723F6B}" srcOrd="0" destOrd="0" presId="urn:microsoft.com/office/officeart/2018/2/layout/IconCircleList"/>
    <dgm:cxn modelId="{05006CEF-D9DE-48A3-A4EE-A3270F94E0A1}" type="presParOf" srcId="{3B6CB032-58C9-4FF6-87CD-AC48805BC366}" destId="{664F8694-6258-4D1C-8D88-1776A4AC0E26}" srcOrd="1" destOrd="0" presId="urn:microsoft.com/office/officeart/2018/2/layout/IconCircleList"/>
    <dgm:cxn modelId="{441B6D68-C578-4F47-99F0-732958F245CD}" type="presParOf" srcId="{3B6CB032-58C9-4FF6-87CD-AC48805BC366}" destId="{0B430B45-D0CD-4F39-A3D6-FE55FBF137BF}" srcOrd="2" destOrd="0" presId="urn:microsoft.com/office/officeart/2018/2/layout/IconCircleList"/>
    <dgm:cxn modelId="{B644FD2E-9CA6-4972-9159-6E170C2E5756}" type="presParOf" srcId="{3B6CB032-58C9-4FF6-87CD-AC48805BC366}" destId="{9A463C04-F536-4F94-AD66-F1860F3F37E8}" srcOrd="3" destOrd="0" presId="urn:microsoft.com/office/officeart/2018/2/layout/IconCircleList"/>
    <dgm:cxn modelId="{49ED552E-5E91-4731-8BCD-FBC98D5A8F68}" type="presParOf" srcId="{4F2F38BB-4B0E-4313-B8BD-C8CEA2F8D781}" destId="{D1CC1D4D-18FD-47D3-BAFA-552734702671}" srcOrd="9" destOrd="0" presId="urn:microsoft.com/office/officeart/2018/2/layout/IconCircleList"/>
    <dgm:cxn modelId="{00EA639A-9509-470A-85A4-BBC6EAC5684A}" type="presParOf" srcId="{4F2F38BB-4B0E-4313-B8BD-C8CEA2F8D781}" destId="{68B223F1-AC37-47C3-9073-F607C8F4F422}" srcOrd="10" destOrd="0" presId="urn:microsoft.com/office/officeart/2018/2/layout/IconCircleList"/>
    <dgm:cxn modelId="{A60F106F-CE26-482F-9560-954A8BC828A8}" type="presParOf" srcId="{68B223F1-AC37-47C3-9073-F607C8F4F422}" destId="{250A0899-73C8-461D-B9E3-289514F63465}" srcOrd="0" destOrd="0" presId="urn:microsoft.com/office/officeart/2018/2/layout/IconCircleList"/>
    <dgm:cxn modelId="{B7129981-43C2-46AD-B865-5CDBC5C4644C}" type="presParOf" srcId="{68B223F1-AC37-47C3-9073-F607C8F4F422}" destId="{073718E3-592D-4334-B990-06BB72AC87F7}" srcOrd="1" destOrd="0" presId="urn:microsoft.com/office/officeart/2018/2/layout/IconCircleList"/>
    <dgm:cxn modelId="{B9FDE63A-547E-4D05-B900-208C3430E158}" type="presParOf" srcId="{68B223F1-AC37-47C3-9073-F607C8F4F422}" destId="{3D54D390-F3CC-4CC0-B9F0-E23447DB5606}" srcOrd="2" destOrd="0" presId="urn:microsoft.com/office/officeart/2018/2/layout/IconCircleList"/>
    <dgm:cxn modelId="{511CCBBC-BC4F-42A0-887E-2353F3008FDE}" type="presParOf" srcId="{68B223F1-AC37-47C3-9073-F607C8F4F422}" destId="{19AA7355-FF8E-4273-9A1D-BEC595E271F0}" srcOrd="3" destOrd="0" presId="urn:microsoft.com/office/officeart/2018/2/layout/IconCircleList"/>
    <dgm:cxn modelId="{30DB6A0A-7AF4-4121-BA47-A2040B29C70E}" type="presParOf" srcId="{4F2F38BB-4B0E-4313-B8BD-C8CEA2F8D781}" destId="{F27767B9-EEA7-4C88-8B84-3E484E53265B}" srcOrd="11" destOrd="0" presId="urn:microsoft.com/office/officeart/2018/2/layout/IconCircleList"/>
    <dgm:cxn modelId="{D417E44C-5103-4E67-8C6F-C3B0AB78CC40}" type="presParOf" srcId="{4F2F38BB-4B0E-4313-B8BD-C8CEA2F8D781}" destId="{B68B7445-8910-4B52-AC26-34599A1D2B63}" srcOrd="12" destOrd="0" presId="urn:microsoft.com/office/officeart/2018/2/layout/IconCircleList"/>
    <dgm:cxn modelId="{0B105876-D8D8-4344-85C2-05E8A858E72E}" type="presParOf" srcId="{B68B7445-8910-4B52-AC26-34599A1D2B63}" destId="{7CBF0A11-E9AB-4460-85D6-9CB74BAB2731}" srcOrd="0" destOrd="0" presId="urn:microsoft.com/office/officeart/2018/2/layout/IconCircleList"/>
    <dgm:cxn modelId="{08AA4D8F-E458-43D4-BB3F-C21E201D7C79}" type="presParOf" srcId="{B68B7445-8910-4B52-AC26-34599A1D2B63}" destId="{72D1D3C8-223A-4C24-A4A7-1172AF10807F}" srcOrd="1" destOrd="0" presId="urn:microsoft.com/office/officeart/2018/2/layout/IconCircleList"/>
    <dgm:cxn modelId="{2CE4C318-2E09-402B-8F44-A29D18B34D05}" type="presParOf" srcId="{B68B7445-8910-4B52-AC26-34599A1D2B63}" destId="{8F5FE35C-6CCC-493F-9575-818089D5DF38}" srcOrd="2" destOrd="0" presId="urn:microsoft.com/office/officeart/2018/2/layout/IconCircleList"/>
    <dgm:cxn modelId="{8BA9CB7B-E74B-4B06-9F3F-2F362499BF7C}" type="presParOf" srcId="{B68B7445-8910-4B52-AC26-34599A1D2B63}" destId="{83AF5214-7A30-4041-BD7D-0B593E6DC901}" srcOrd="3" destOrd="0" presId="urn:microsoft.com/office/officeart/2018/2/layout/IconCircleList"/>
    <dgm:cxn modelId="{F5894ED3-15B6-42E2-B178-2DF2531AD0D8}" type="presParOf" srcId="{4F2F38BB-4B0E-4313-B8BD-C8CEA2F8D781}" destId="{398364AD-CE12-4E3B-9459-DC8DDD07B8C1}" srcOrd="13" destOrd="0" presId="urn:microsoft.com/office/officeart/2018/2/layout/IconCircleList"/>
    <dgm:cxn modelId="{4058F753-690B-4987-89BD-F4CC26EDD5A2}" type="presParOf" srcId="{4F2F38BB-4B0E-4313-B8BD-C8CEA2F8D781}" destId="{75977FF5-F40A-4526-A2F0-AFED0A78F20D}" srcOrd="14" destOrd="0" presId="urn:microsoft.com/office/officeart/2018/2/layout/IconCircleList"/>
    <dgm:cxn modelId="{8F4F1B3D-60EB-4AC2-9507-9861B0E1AF69}" type="presParOf" srcId="{75977FF5-F40A-4526-A2F0-AFED0A78F20D}" destId="{F15A19F8-57EC-443A-ABA7-4F9DF3234039}" srcOrd="0" destOrd="0" presId="urn:microsoft.com/office/officeart/2018/2/layout/IconCircleList"/>
    <dgm:cxn modelId="{FF5A48D5-E734-430F-BA6A-EAA6D8F2D13D}" type="presParOf" srcId="{75977FF5-F40A-4526-A2F0-AFED0A78F20D}" destId="{36862550-44E3-4775-9C5C-73B17623EB18}" srcOrd="1" destOrd="0" presId="urn:microsoft.com/office/officeart/2018/2/layout/IconCircleList"/>
    <dgm:cxn modelId="{F60B7163-8EB1-4811-AA6F-761B7F387522}" type="presParOf" srcId="{75977FF5-F40A-4526-A2F0-AFED0A78F20D}" destId="{CEF0CD73-5A8A-42BB-BC5A-CFEF589A0315}" srcOrd="2" destOrd="0" presId="urn:microsoft.com/office/officeart/2018/2/layout/IconCircleList"/>
    <dgm:cxn modelId="{63659A82-9295-4133-8F08-7A797970BE47}" type="presParOf" srcId="{75977FF5-F40A-4526-A2F0-AFED0A78F20D}" destId="{87B3036D-B0BA-4517-9BB5-4F8D8223C74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DA74EA3-0499-471F-AB6E-7B7C64EA4D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B79846-DDB9-4D73-AF5C-EA1D9DB847AA}">
      <dgm:prSet/>
      <dgm:spPr/>
      <dgm:t>
        <a:bodyPr/>
        <a:lstStyle/>
        <a:p>
          <a:r>
            <a:rPr lang="en-SG"/>
            <a:t>Number and size ad units</a:t>
          </a:r>
          <a:endParaRPr lang="en-US"/>
        </a:p>
      </dgm:t>
    </dgm:pt>
    <dgm:pt modelId="{0B3D2085-2982-4412-AB19-A962E08C1EB1}" type="parTrans" cxnId="{14DEA4AC-D5BB-410D-9BB8-7C6DD6C683C4}">
      <dgm:prSet/>
      <dgm:spPr/>
      <dgm:t>
        <a:bodyPr/>
        <a:lstStyle/>
        <a:p>
          <a:endParaRPr lang="en-US"/>
        </a:p>
      </dgm:t>
    </dgm:pt>
    <dgm:pt modelId="{82D55BC1-574D-402B-9BBD-861D50685712}" type="sibTrans" cxnId="{14DEA4AC-D5BB-410D-9BB8-7C6DD6C683C4}">
      <dgm:prSet/>
      <dgm:spPr/>
      <dgm:t>
        <a:bodyPr/>
        <a:lstStyle/>
        <a:p>
          <a:endParaRPr lang="en-US"/>
        </a:p>
      </dgm:t>
    </dgm:pt>
    <dgm:pt modelId="{969FC222-DBE4-4649-AC4E-9C8FDCC2FD60}">
      <dgm:prSet/>
      <dgm:spPr/>
      <dgm:t>
        <a:bodyPr/>
        <a:lstStyle/>
        <a:p>
          <a:r>
            <a:rPr lang="en-SG"/>
            <a:t>Capacity to sell advertising</a:t>
          </a:r>
          <a:endParaRPr lang="en-US"/>
        </a:p>
      </dgm:t>
    </dgm:pt>
    <dgm:pt modelId="{22CC359E-3521-4BA4-82E2-B67C06428FB2}" type="parTrans" cxnId="{DBBDCF19-9B5B-45F4-BCDF-E01263F3CC4A}">
      <dgm:prSet/>
      <dgm:spPr/>
      <dgm:t>
        <a:bodyPr/>
        <a:lstStyle/>
        <a:p>
          <a:endParaRPr lang="en-US"/>
        </a:p>
      </dgm:t>
    </dgm:pt>
    <dgm:pt modelId="{A22403AE-2E96-470E-8DB7-7CDB8E51C5AB}" type="sibTrans" cxnId="{DBBDCF19-9B5B-45F4-BCDF-E01263F3CC4A}">
      <dgm:prSet/>
      <dgm:spPr/>
      <dgm:t>
        <a:bodyPr/>
        <a:lstStyle/>
        <a:p>
          <a:endParaRPr lang="en-US"/>
        </a:p>
      </dgm:t>
    </dgm:pt>
    <dgm:pt modelId="{5593E441-0697-44A2-8745-B93B966E3A40}">
      <dgm:prSet/>
      <dgm:spPr/>
      <dgm:t>
        <a:bodyPr/>
        <a:lstStyle/>
        <a:p>
          <a:r>
            <a:rPr lang="en-US"/>
            <a:t>Fee levels negotiated for different advertising models</a:t>
          </a:r>
        </a:p>
      </dgm:t>
    </dgm:pt>
    <dgm:pt modelId="{987C831C-D1F7-4E5E-92F3-2F51B671063E}" type="parTrans" cxnId="{A63D2D08-048F-408E-87D4-E49F88DAFF11}">
      <dgm:prSet/>
      <dgm:spPr/>
      <dgm:t>
        <a:bodyPr/>
        <a:lstStyle/>
        <a:p>
          <a:endParaRPr lang="en-US"/>
        </a:p>
      </dgm:t>
    </dgm:pt>
    <dgm:pt modelId="{491D5218-7440-4611-85DE-C3C9FDEE10CE}" type="sibTrans" cxnId="{A63D2D08-048F-408E-87D4-E49F88DAFF11}">
      <dgm:prSet/>
      <dgm:spPr/>
      <dgm:t>
        <a:bodyPr/>
        <a:lstStyle/>
        <a:p>
          <a:endParaRPr lang="en-US"/>
        </a:p>
      </dgm:t>
    </dgm:pt>
    <dgm:pt modelId="{EC16A45C-F12B-479B-92C0-D05588AC2415}">
      <dgm:prSet/>
      <dgm:spPr/>
      <dgm:t>
        <a:bodyPr/>
        <a:lstStyle/>
        <a:p>
          <a:r>
            <a:rPr lang="en-SG"/>
            <a:t>Traffic volumes</a:t>
          </a:r>
          <a:endParaRPr lang="en-US"/>
        </a:p>
      </dgm:t>
    </dgm:pt>
    <dgm:pt modelId="{2F73282A-D94A-436C-A564-A0D6688E6953}" type="parTrans" cxnId="{5479CBA9-8EBE-4067-937E-361818D74CE8}">
      <dgm:prSet/>
      <dgm:spPr/>
      <dgm:t>
        <a:bodyPr/>
        <a:lstStyle/>
        <a:p>
          <a:endParaRPr lang="en-US"/>
        </a:p>
      </dgm:t>
    </dgm:pt>
    <dgm:pt modelId="{EC1ACF62-65A9-47B1-8271-32ED8A0626FF}" type="sibTrans" cxnId="{5479CBA9-8EBE-4067-937E-361818D74CE8}">
      <dgm:prSet/>
      <dgm:spPr/>
      <dgm:t>
        <a:bodyPr/>
        <a:lstStyle/>
        <a:p>
          <a:endParaRPr lang="en-US"/>
        </a:p>
      </dgm:t>
    </dgm:pt>
    <dgm:pt modelId="{BF95E362-F69E-4CE9-AF27-F008EAF45D84}">
      <dgm:prSet/>
      <dgm:spPr/>
      <dgm:t>
        <a:bodyPr/>
        <a:lstStyle/>
        <a:p>
          <a:r>
            <a:rPr lang="en-SG"/>
            <a:t>Visitor engagement</a:t>
          </a:r>
          <a:endParaRPr lang="en-US"/>
        </a:p>
      </dgm:t>
    </dgm:pt>
    <dgm:pt modelId="{B7805569-1ACA-4AAE-B9AC-8EF7076FDF5C}" type="parTrans" cxnId="{83CA016C-E101-4766-91F7-F1496FDE60C7}">
      <dgm:prSet/>
      <dgm:spPr/>
      <dgm:t>
        <a:bodyPr/>
        <a:lstStyle/>
        <a:p>
          <a:endParaRPr lang="en-US"/>
        </a:p>
      </dgm:t>
    </dgm:pt>
    <dgm:pt modelId="{8E11BD70-72B4-4893-9F2A-97ADF9C4DC29}" type="sibTrans" cxnId="{83CA016C-E101-4766-91F7-F1496FDE60C7}">
      <dgm:prSet/>
      <dgm:spPr/>
      <dgm:t>
        <a:bodyPr/>
        <a:lstStyle/>
        <a:p>
          <a:endParaRPr lang="en-US"/>
        </a:p>
      </dgm:t>
    </dgm:pt>
    <dgm:pt modelId="{95724974-088A-4A62-895A-10845A7F82AD}" type="pres">
      <dgm:prSet presAssocID="{0DA74EA3-0499-471F-AB6E-7B7C64EA4D69}" presName="linear" presStyleCnt="0">
        <dgm:presLayoutVars>
          <dgm:animLvl val="lvl"/>
          <dgm:resizeHandles val="exact"/>
        </dgm:presLayoutVars>
      </dgm:prSet>
      <dgm:spPr/>
    </dgm:pt>
    <dgm:pt modelId="{8DA517B2-973D-4A13-8C0F-E8E74970D2D9}" type="pres">
      <dgm:prSet presAssocID="{4EB79846-DDB9-4D73-AF5C-EA1D9DB847A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A57014F-26B9-4E2C-93BA-4B7CD27FFA06}" type="pres">
      <dgm:prSet presAssocID="{82D55BC1-574D-402B-9BBD-861D50685712}" presName="spacer" presStyleCnt="0"/>
      <dgm:spPr/>
    </dgm:pt>
    <dgm:pt modelId="{6D60C1F1-BA95-428E-BC8D-E0F09B409F7B}" type="pres">
      <dgm:prSet presAssocID="{969FC222-DBE4-4649-AC4E-9C8FDCC2FD6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4DEEE32-03CD-4B24-BCF9-FC04C1B203BD}" type="pres">
      <dgm:prSet presAssocID="{A22403AE-2E96-470E-8DB7-7CDB8E51C5AB}" presName="spacer" presStyleCnt="0"/>
      <dgm:spPr/>
    </dgm:pt>
    <dgm:pt modelId="{14D6D006-75D0-4FD4-8854-4D8F74C05D00}" type="pres">
      <dgm:prSet presAssocID="{5593E441-0697-44A2-8745-B93B966E3A4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C7E14E1-28FB-4F57-8A1D-B6AD2B81B3B6}" type="pres">
      <dgm:prSet presAssocID="{491D5218-7440-4611-85DE-C3C9FDEE10CE}" presName="spacer" presStyleCnt="0"/>
      <dgm:spPr/>
    </dgm:pt>
    <dgm:pt modelId="{4CD70181-576B-43DB-B8F1-2E18972DEF7A}" type="pres">
      <dgm:prSet presAssocID="{EC16A45C-F12B-479B-92C0-D05588AC241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820DBA-943C-4124-95E9-D26FFFCDF499}" type="pres">
      <dgm:prSet presAssocID="{EC1ACF62-65A9-47B1-8271-32ED8A0626FF}" presName="spacer" presStyleCnt="0"/>
      <dgm:spPr/>
    </dgm:pt>
    <dgm:pt modelId="{38CC0407-60A2-49CE-AED5-2334634059FE}" type="pres">
      <dgm:prSet presAssocID="{BF95E362-F69E-4CE9-AF27-F008EAF45D8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63D2D08-048F-408E-87D4-E49F88DAFF11}" srcId="{0DA74EA3-0499-471F-AB6E-7B7C64EA4D69}" destId="{5593E441-0697-44A2-8745-B93B966E3A40}" srcOrd="2" destOrd="0" parTransId="{987C831C-D1F7-4E5E-92F3-2F51B671063E}" sibTransId="{491D5218-7440-4611-85DE-C3C9FDEE10CE}"/>
    <dgm:cxn modelId="{CB0D3F13-3FE4-4003-9ECC-4B37FE351648}" type="presOf" srcId="{5593E441-0697-44A2-8745-B93B966E3A40}" destId="{14D6D006-75D0-4FD4-8854-4D8F74C05D00}" srcOrd="0" destOrd="0" presId="urn:microsoft.com/office/officeart/2005/8/layout/vList2"/>
    <dgm:cxn modelId="{DBBDCF19-9B5B-45F4-BCDF-E01263F3CC4A}" srcId="{0DA74EA3-0499-471F-AB6E-7B7C64EA4D69}" destId="{969FC222-DBE4-4649-AC4E-9C8FDCC2FD60}" srcOrd="1" destOrd="0" parTransId="{22CC359E-3521-4BA4-82E2-B67C06428FB2}" sibTransId="{A22403AE-2E96-470E-8DB7-7CDB8E51C5AB}"/>
    <dgm:cxn modelId="{279A423F-A3D5-46DF-84DF-EEFBA21CFCCC}" type="presOf" srcId="{969FC222-DBE4-4649-AC4E-9C8FDCC2FD60}" destId="{6D60C1F1-BA95-428E-BC8D-E0F09B409F7B}" srcOrd="0" destOrd="0" presId="urn:microsoft.com/office/officeart/2005/8/layout/vList2"/>
    <dgm:cxn modelId="{83CA016C-E101-4766-91F7-F1496FDE60C7}" srcId="{0DA74EA3-0499-471F-AB6E-7B7C64EA4D69}" destId="{BF95E362-F69E-4CE9-AF27-F008EAF45D84}" srcOrd="4" destOrd="0" parTransId="{B7805569-1ACA-4AAE-B9AC-8EF7076FDF5C}" sibTransId="{8E11BD70-72B4-4893-9F2A-97ADF9C4DC29}"/>
    <dgm:cxn modelId="{7D5F7B52-F479-4499-9A42-D63F8EC0F44A}" type="presOf" srcId="{BF95E362-F69E-4CE9-AF27-F008EAF45D84}" destId="{38CC0407-60A2-49CE-AED5-2334634059FE}" srcOrd="0" destOrd="0" presId="urn:microsoft.com/office/officeart/2005/8/layout/vList2"/>
    <dgm:cxn modelId="{89DE9582-44F5-4374-9083-143DC8BC36E5}" type="presOf" srcId="{4EB79846-DDB9-4D73-AF5C-EA1D9DB847AA}" destId="{8DA517B2-973D-4A13-8C0F-E8E74970D2D9}" srcOrd="0" destOrd="0" presId="urn:microsoft.com/office/officeart/2005/8/layout/vList2"/>
    <dgm:cxn modelId="{5479CBA9-8EBE-4067-937E-361818D74CE8}" srcId="{0DA74EA3-0499-471F-AB6E-7B7C64EA4D69}" destId="{EC16A45C-F12B-479B-92C0-D05588AC2415}" srcOrd="3" destOrd="0" parTransId="{2F73282A-D94A-436C-A564-A0D6688E6953}" sibTransId="{EC1ACF62-65A9-47B1-8271-32ED8A0626FF}"/>
    <dgm:cxn modelId="{C1FA50AB-06DD-4D26-8236-4D9E8E27215E}" type="presOf" srcId="{EC16A45C-F12B-479B-92C0-D05588AC2415}" destId="{4CD70181-576B-43DB-B8F1-2E18972DEF7A}" srcOrd="0" destOrd="0" presId="urn:microsoft.com/office/officeart/2005/8/layout/vList2"/>
    <dgm:cxn modelId="{14DEA4AC-D5BB-410D-9BB8-7C6DD6C683C4}" srcId="{0DA74EA3-0499-471F-AB6E-7B7C64EA4D69}" destId="{4EB79846-DDB9-4D73-AF5C-EA1D9DB847AA}" srcOrd="0" destOrd="0" parTransId="{0B3D2085-2982-4412-AB19-A962E08C1EB1}" sibTransId="{82D55BC1-574D-402B-9BBD-861D50685712}"/>
    <dgm:cxn modelId="{C9AB38AD-5198-40A8-8B50-5C1940F60837}" type="presOf" srcId="{0DA74EA3-0499-471F-AB6E-7B7C64EA4D69}" destId="{95724974-088A-4A62-895A-10845A7F82AD}" srcOrd="0" destOrd="0" presId="urn:microsoft.com/office/officeart/2005/8/layout/vList2"/>
    <dgm:cxn modelId="{9E4EC163-AF40-4DD1-817E-A0BE21531B56}" type="presParOf" srcId="{95724974-088A-4A62-895A-10845A7F82AD}" destId="{8DA517B2-973D-4A13-8C0F-E8E74970D2D9}" srcOrd="0" destOrd="0" presId="urn:microsoft.com/office/officeart/2005/8/layout/vList2"/>
    <dgm:cxn modelId="{F58BEACC-75DA-4EE2-AA73-BA81E7870627}" type="presParOf" srcId="{95724974-088A-4A62-895A-10845A7F82AD}" destId="{CA57014F-26B9-4E2C-93BA-4B7CD27FFA06}" srcOrd="1" destOrd="0" presId="urn:microsoft.com/office/officeart/2005/8/layout/vList2"/>
    <dgm:cxn modelId="{C34BE624-18D7-481C-9DA2-9BBF97649DB9}" type="presParOf" srcId="{95724974-088A-4A62-895A-10845A7F82AD}" destId="{6D60C1F1-BA95-428E-BC8D-E0F09B409F7B}" srcOrd="2" destOrd="0" presId="urn:microsoft.com/office/officeart/2005/8/layout/vList2"/>
    <dgm:cxn modelId="{63B6024F-AE90-4C35-8A93-7167DC6612FB}" type="presParOf" srcId="{95724974-088A-4A62-895A-10845A7F82AD}" destId="{24DEEE32-03CD-4B24-BCF9-FC04C1B203BD}" srcOrd="3" destOrd="0" presId="urn:microsoft.com/office/officeart/2005/8/layout/vList2"/>
    <dgm:cxn modelId="{241308FF-9379-4B00-8525-FC57908D7012}" type="presParOf" srcId="{95724974-088A-4A62-895A-10845A7F82AD}" destId="{14D6D006-75D0-4FD4-8854-4D8F74C05D00}" srcOrd="4" destOrd="0" presId="urn:microsoft.com/office/officeart/2005/8/layout/vList2"/>
    <dgm:cxn modelId="{1C11F706-C2B2-4CCB-B014-16F4FDDD1AB2}" type="presParOf" srcId="{95724974-088A-4A62-895A-10845A7F82AD}" destId="{BC7E14E1-28FB-4F57-8A1D-B6AD2B81B3B6}" srcOrd="5" destOrd="0" presId="urn:microsoft.com/office/officeart/2005/8/layout/vList2"/>
    <dgm:cxn modelId="{7C7CB25D-6E79-4E8A-AA06-2A6DB8D5F652}" type="presParOf" srcId="{95724974-088A-4A62-895A-10845A7F82AD}" destId="{4CD70181-576B-43DB-B8F1-2E18972DEF7A}" srcOrd="6" destOrd="0" presId="urn:microsoft.com/office/officeart/2005/8/layout/vList2"/>
    <dgm:cxn modelId="{ECE8498B-2C4F-4D48-8DFE-2BE5E38C7562}" type="presParOf" srcId="{95724974-088A-4A62-895A-10845A7F82AD}" destId="{0E820DBA-943C-4124-95E9-D26FFFCDF499}" srcOrd="7" destOrd="0" presId="urn:microsoft.com/office/officeart/2005/8/layout/vList2"/>
    <dgm:cxn modelId="{447454B5-7CB0-4EDF-9FBC-775F59D2DBAF}" type="presParOf" srcId="{95724974-088A-4A62-895A-10845A7F82AD}" destId="{38CC0407-60A2-49CE-AED5-2334634059F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01386B-A6EF-419A-9D15-A1B302268C8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4049B2-3E9C-41C3-A56D-89A3F5CDADA3}">
      <dgm:prSet/>
      <dgm:spPr/>
      <dgm:t>
        <a:bodyPr/>
        <a:lstStyle/>
        <a:p>
          <a:r>
            <a:rPr lang="en-SG"/>
            <a:t>As with all new companies, it is difficult for investors to assess the long-term sustainability of start-ups.</a:t>
          </a:r>
          <a:endParaRPr lang="en-US"/>
        </a:p>
      </dgm:t>
    </dgm:pt>
    <dgm:pt modelId="{ACE46ED7-97FF-44BF-851B-D2107B79193C}" type="parTrans" cxnId="{1D31FF0A-5BF3-47BF-B4D3-8D9DB9E6F51D}">
      <dgm:prSet/>
      <dgm:spPr/>
      <dgm:t>
        <a:bodyPr/>
        <a:lstStyle/>
        <a:p>
          <a:endParaRPr lang="en-US"/>
        </a:p>
      </dgm:t>
    </dgm:pt>
    <dgm:pt modelId="{A0D0ED79-B27B-4531-8934-49BEEA2252E1}" type="sibTrans" cxnId="{1D31FF0A-5BF3-47BF-B4D3-8D9DB9E6F51D}">
      <dgm:prSet/>
      <dgm:spPr/>
      <dgm:t>
        <a:bodyPr/>
        <a:lstStyle/>
        <a:p>
          <a:endParaRPr lang="en-US"/>
        </a:p>
      </dgm:t>
    </dgm:pt>
    <dgm:pt modelId="{5D05DD60-D2AC-4713-B393-DAEC39D8DEBB}">
      <dgm:prSet/>
      <dgm:spPr/>
      <dgm:t>
        <a:bodyPr/>
        <a:lstStyle/>
        <a:p>
          <a:r>
            <a:rPr lang="en-SG" dirty="0"/>
            <a:t>There are number of approaches that can be used to assess the success and sustainability of these companies.</a:t>
          </a:r>
          <a:endParaRPr lang="en-US" dirty="0"/>
        </a:p>
      </dgm:t>
    </dgm:pt>
    <dgm:pt modelId="{87DBEB50-2541-41E0-9DD0-B2697CC51A0F}" type="parTrans" cxnId="{7971A654-4117-41BF-B040-49436C6B98DE}">
      <dgm:prSet/>
      <dgm:spPr/>
      <dgm:t>
        <a:bodyPr/>
        <a:lstStyle/>
        <a:p>
          <a:endParaRPr lang="en-US"/>
        </a:p>
      </dgm:t>
    </dgm:pt>
    <dgm:pt modelId="{EE2C7057-0004-41EC-B9B2-F3E073EDFFD4}" type="sibTrans" cxnId="{7971A654-4117-41BF-B040-49436C6B98DE}">
      <dgm:prSet/>
      <dgm:spPr/>
      <dgm:t>
        <a:bodyPr/>
        <a:lstStyle/>
        <a:p>
          <a:endParaRPr lang="en-US"/>
        </a:p>
      </dgm:t>
    </dgm:pt>
    <dgm:pt modelId="{DAA9D12D-5D45-485C-A541-C090BB52C7C4}" type="pres">
      <dgm:prSet presAssocID="{A901386B-A6EF-419A-9D15-A1B302268C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84F438-DEB5-4133-ACD5-FD453C98AAC4}" type="pres">
      <dgm:prSet presAssocID="{404049B2-3E9C-41C3-A56D-89A3F5CDADA3}" presName="hierRoot1" presStyleCnt="0"/>
      <dgm:spPr/>
    </dgm:pt>
    <dgm:pt modelId="{4FECC10D-6C67-4C26-B8DB-C67F3CEBBDFA}" type="pres">
      <dgm:prSet presAssocID="{404049B2-3E9C-41C3-A56D-89A3F5CDADA3}" presName="composite" presStyleCnt="0"/>
      <dgm:spPr/>
    </dgm:pt>
    <dgm:pt modelId="{37741F59-5A78-4061-AD6D-66F407980E30}" type="pres">
      <dgm:prSet presAssocID="{404049B2-3E9C-41C3-A56D-89A3F5CDADA3}" presName="background" presStyleLbl="node0" presStyleIdx="0" presStyleCnt="2"/>
      <dgm:spPr/>
    </dgm:pt>
    <dgm:pt modelId="{2C0F3745-CC5E-4A03-B28F-B5DA610CC3C8}" type="pres">
      <dgm:prSet presAssocID="{404049B2-3E9C-41C3-A56D-89A3F5CDADA3}" presName="text" presStyleLbl="fgAcc0" presStyleIdx="0" presStyleCnt="2">
        <dgm:presLayoutVars>
          <dgm:chPref val="3"/>
        </dgm:presLayoutVars>
      </dgm:prSet>
      <dgm:spPr/>
    </dgm:pt>
    <dgm:pt modelId="{3B840D82-CAD2-4F6E-B620-20D57963B205}" type="pres">
      <dgm:prSet presAssocID="{404049B2-3E9C-41C3-A56D-89A3F5CDADA3}" presName="hierChild2" presStyleCnt="0"/>
      <dgm:spPr/>
    </dgm:pt>
    <dgm:pt modelId="{7AD1A4FE-7CA1-4338-BE74-9FF07581ECD2}" type="pres">
      <dgm:prSet presAssocID="{5D05DD60-D2AC-4713-B393-DAEC39D8DEBB}" presName="hierRoot1" presStyleCnt="0"/>
      <dgm:spPr/>
    </dgm:pt>
    <dgm:pt modelId="{04CF7B5B-D282-44CD-ABB3-EB1C225E0A01}" type="pres">
      <dgm:prSet presAssocID="{5D05DD60-D2AC-4713-B393-DAEC39D8DEBB}" presName="composite" presStyleCnt="0"/>
      <dgm:spPr/>
    </dgm:pt>
    <dgm:pt modelId="{AE79EA24-1543-4A9B-949E-958A1A7F4C4D}" type="pres">
      <dgm:prSet presAssocID="{5D05DD60-D2AC-4713-B393-DAEC39D8DEBB}" presName="background" presStyleLbl="node0" presStyleIdx="1" presStyleCnt="2"/>
      <dgm:spPr/>
    </dgm:pt>
    <dgm:pt modelId="{393289A5-E795-40C6-88CE-46BAA1B9AEF3}" type="pres">
      <dgm:prSet presAssocID="{5D05DD60-D2AC-4713-B393-DAEC39D8DEBB}" presName="text" presStyleLbl="fgAcc0" presStyleIdx="1" presStyleCnt="2">
        <dgm:presLayoutVars>
          <dgm:chPref val="3"/>
        </dgm:presLayoutVars>
      </dgm:prSet>
      <dgm:spPr/>
    </dgm:pt>
    <dgm:pt modelId="{1ADD7C15-2D2D-4BC1-8215-89B0F17903D9}" type="pres">
      <dgm:prSet presAssocID="{5D05DD60-D2AC-4713-B393-DAEC39D8DEBB}" presName="hierChild2" presStyleCnt="0"/>
      <dgm:spPr/>
    </dgm:pt>
  </dgm:ptLst>
  <dgm:cxnLst>
    <dgm:cxn modelId="{F82A8404-7257-4F28-A03D-93F2113B7CEF}" type="presOf" srcId="{A901386B-A6EF-419A-9D15-A1B302268C82}" destId="{DAA9D12D-5D45-485C-A541-C090BB52C7C4}" srcOrd="0" destOrd="0" presId="urn:microsoft.com/office/officeart/2005/8/layout/hierarchy1"/>
    <dgm:cxn modelId="{1D31FF0A-5BF3-47BF-B4D3-8D9DB9E6F51D}" srcId="{A901386B-A6EF-419A-9D15-A1B302268C82}" destId="{404049B2-3E9C-41C3-A56D-89A3F5CDADA3}" srcOrd="0" destOrd="0" parTransId="{ACE46ED7-97FF-44BF-851B-D2107B79193C}" sibTransId="{A0D0ED79-B27B-4531-8934-49BEEA2252E1}"/>
    <dgm:cxn modelId="{D565FA1C-DAF0-4989-8BBA-3CB8A213DE63}" type="presOf" srcId="{5D05DD60-D2AC-4713-B393-DAEC39D8DEBB}" destId="{393289A5-E795-40C6-88CE-46BAA1B9AEF3}" srcOrd="0" destOrd="0" presId="urn:microsoft.com/office/officeart/2005/8/layout/hierarchy1"/>
    <dgm:cxn modelId="{7971A654-4117-41BF-B040-49436C6B98DE}" srcId="{A901386B-A6EF-419A-9D15-A1B302268C82}" destId="{5D05DD60-D2AC-4713-B393-DAEC39D8DEBB}" srcOrd="1" destOrd="0" parTransId="{87DBEB50-2541-41E0-9DD0-B2697CC51A0F}" sibTransId="{EE2C7057-0004-41EC-B9B2-F3E073EDFFD4}"/>
    <dgm:cxn modelId="{66EBF054-943A-4F4C-BEF2-9BEA4182DBD7}" type="presOf" srcId="{404049B2-3E9C-41C3-A56D-89A3F5CDADA3}" destId="{2C0F3745-CC5E-4A03-B28F-B5DA610CC3C8}" srcOrd="0" destOrd="0" presId="urn:microsoft.com/office/officeart/2005/8/layout/hierarchy1"/>
    <dgm:cxn modelId="{8CF5AB4A-846E-4DAA-88BC-FA021E287CDE}" type="presParOf" srcId="{DAA9D12D-5D45-485C-A541-C090BB52C7C4}" destId="{6784F438-DEB5-4133-ACD5-FD453C98AAC4}" srcOrd="0" destOrd="0" presId="urn:microsoft.com/office/officeart/2005/8/layout/hierarchy1"/>
    <dgm:cxn modelId="{DE53FDEE-74BC-4CA0-86B2-B6F07311E6BD}" type="presParOf" srcId="{6784F438-DEB5-4133-ACD5-FD453C98AAC4}" destId="{4FECC10D-6C67-4C26-B8DB-C67F3CEBBDFA}" srcOrd="0" destOrd="0" presId="urn:microsoft.com/office/officeart/2005/8/layout/hierarchy1"/>
    <dgm:cxn modelId="{9566D8F0-E88C-4940-9575-580FE63BD985}" type="presParOf" srcId="{4FECC10D-6C67-4C26-B8DB-C67F3CEBBDFA}" destId="{37741F59-5A78-4061-AD6D-66F407980E30}" srcOrd="0" destOrd="0" presId="urn:microsoft.com/office/officeart/2005/8/layout/hierarchy1"/>
    <dgm:cxn modelId="{37F4F110-82BD-4204-AF8B-F5ACF35D42AC}" type="presParOf" srcId="{4FECC10D-6C67-4C26-B8DB-C67F3CEBBDFA}" destId="{2C0F3745-CC5E-4A03-B28F-B5DA610CC3C8}" srcOrd="1" destOrd="0" presId="urn:microsoft.com/office/officeart/2005/8/layout/hierarchy1"/>
    <dgm:cxn modelId="{785E53AB-FF65-44BA-A935-D73ACD087378}" type="presParOf" srcId="{6784F438-DEB5-4133-ACD5-FD453C98AAC4}" destId="{3B840D82-CAD2-4F6E-B620-20D57963B205}" srcOrd="1" destOrd="0" presId="urn:microsoft.com/office/officeart/2005/8/layout/hierarchy1"/>
    <dgm:cxn modelId="{2E395800-07B8-4E67-84EA-9F0F3F58CDB9}" type="presParOf" srcId="{DAA9D12D-5D45-485C-A541-C090BB52C7C4}" destId="{7AD1A4FE-7CA1-4338-BE74-9FF07581ECD2}" srcOrd="1" destOrd="0" presId="urn:microsoft.com/office/officeart/2005/8/layout/hierarchy1"/>
    <dgm:cxn modelId="{95904A6D-E849-4EDF-892F-317881BDDEFB}" type="presParOf" srcId="{7AD1A4FE-7CA1-4338-BE74-9FF07581ECD2}" destId="{04CF7B5B-D282-44CD-ABB3-EB1C225E0A01}" srcOrd="0" destOrd="0" presId="urn:microsoft.com/office/officeart/2005/8/layout/hierarchy1"/>
    <dgm:cxn modelId="{D442641D-2E34-48CF-97AD-82572EA89BA7}" type="presParOf" srcId="{04CF7B5B-D282-44CD-ABB3-EB1C225E0A01}" destId="{AE79EA24-1543-4A9B-949E-958A1A7F4C4D}" srcOrd="0" destOrd="0" presId="urn:microsoft.com/office/officeart/2005/8/layout/hierarchy1"/>
    <dgm:cxn modelId="{C2AABAB6-8FF4-48DD-842A-835B47ECDB6E}" type="presParOf" srcId="{04CF7B5B-D282-44CD-ABB3-EB1C225E0A01}" destId="{393289A5-E795-40C6-88CE-46BAA1B9AEF3}" srcOrd="1" destOrd="0" presId="urn:microsoft.com/office/officeart/2005/8/layout/hierarchy1"/>
    <dgm:cxn modelId="{AC535DF5-58DF-4990-9096-80A4B15F4372}" type="presParOf" srcId="{7AD1A4FE-7CA1-4338-BE74-9FF07581ECD2}" destId="{1ADD7C15-2D2D-4BC1-8215-89B0F17903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DE98B-8AAC-4A9C-8572-B343B97DC1E1}">
      <dsp:nvSpPr>
        <dsp:cNvPr id="0" name=""/>
        <dsp:cNvSpPr/>
      </dsp:nvSpPr>
      <dsp:spPr>
        <a:xfrm>
          <a:off x="0" y="0"/>
          <a:ext cx="3286125" cy="435254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Complete an online marketplace analysis to assess competitor, customer, and intermediary use of the Internet as part of strategy development</a:t>
          </a:r>
        </a:p>
      </dsp:txBody>
      <dsp:txXfrm>
        <a:off x="0" y="1653966"/>
        <a:ext cx="3286125" cy="2611526"/>
      </dsp:txXfrm>
    </dsp:sp>
    <dsp:sp modelId="{B31F0F55-513E-44B0-8F93-6C06893ED1BE}">
      <dsp:nvSpPr>
        <dsp:cNvPr id="0" name=""/>
        <dsp:cNvSpPr/>
      </dsp:nvSpPr>
      <dsp:spPr>
        <a:xfrm>
          <a:off x="990180" y="435254"/>
          <a:ext cx="1305763" cy="13057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802" tIns="12700" rIns="1018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405" y="626479"/>
        <a:ext cx="923313" cy="923313"/>
      </dsp:txXfrm>
    </dsp:sp>
    <dsp:sp modelId="{6C8D3579-851E-4A2C-ABC6-E0BCD8266A21}">
      <dsp:nvSpPr>
        <dsp:cNvPr id="0" name=""/>
        <dsp:cNvSpPr/>
      </dsp:nvSpPr>
      <dsp:spPr>
        <a:xfrm>
          <a:off x="0" y="4352472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27F33-0DF9-40A5-A2E9-EB1A690BF758}">
      <dsp:nvSpPr>
        <dsp:cNvPr id="0" name=""/>
        <dsp:cNvSpPr/>
      </dsp:nvSpPr>
      <dsp:spPr>
        <a:xfrm>
          <a:off x="3614737" y="0"/>
          <a:ext cx="3286125" cy="435254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Identify the main business and marketplace models for electronic communications and trading</a:t>
          </a:r>
        </a:p>
      </dsp:txBody>
      <dsp:txXfrm>
        <a:off x="3614737" y="1653966"/>
        <a:ext cx="3286125" cy="2611526"/>
      </dsp:txXfrm>
    </dsp:sp>
    <dsp:sp modelId="{D77543A1-2FAC-41CD-BCA3-244434C7CBDD}">
      <dsp:nvSpPr>
        <dsp:cNvPr id="0" name=""/>
        <dsp:cNvSpPr/>
      </dsp:nvSpPr>
      <dsp:spPr>
        <a:xfrm>
          <a:off x="4604918" y="435254"/>
          <a:ext cx="1305763" cy="130576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802" tIns="12700" rIns="1018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143" y="626479"/>
        <a:ext cx="923313" cy="923313"/>
      </dsp:txXfrm>
    </dsp:sp>
    <dsp:sp modelId="{5ED5F79F-5C93-4511-95AC-2D91399C3F75}">
      <dsp:nvSpPr>
        <dsp:cNvPr id="0" name=""/>
        <dsp:cNvSpPr/>
      </dsp:nvSpPr>
      <dsp:spPr>
        <a:xfrm>
          <a:off x="3614737" y="4352472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F8741-5A79-4B08-BB7B-BC0B30B260E9}">
      <dsp:nvSpPr>
        <dsp:cNvPr id="0" name=""/>
        <dsp:cNvSpPr/>
      </dsp:nvSpPr>
      <dsp:spPr>
        <a:xfrm>
          <a:off x="7229475" y="0"/>
          <a:ext cx="3286125" cy="435254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Evaluate the effectiveness of business and revenue models for online businesses</a:t>
          </a:r>
        </a:p>
      </dsp:txBody>
      <dsp:txXfrm>
        <a:off x="7229475" y="1653966"/>
        <a:ext cx="3286125" cy="2611526"/>
      </dsp:txXfrm>
    </dsp:sp>
    <dsp:sp modelId="{0F3BEF9C-751C-4DFC-8BB0-2769C0992B57}">
      <dsp:nvSpPr>
        <dsp:cNvPr id="0" name=""/>
        <dsp:cNvSpPr/>
      </dsp:nvSpPr>
      <dsp:spPr>
        <a:xfrm>
          <a:off x="8219655" y="435254"/>
          <a:ext cx="1305763" cy="130576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802" tIns="12700" rIns="1018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0880" y="626479"/>
        <a:ext cx="923313" cy="923313"/>
      </dsp:txXfrm>
    </dsp:sp>
    <dsp:sp modelId="{8EBD7559-4CDA-417E-A45B-19DB91EFCDCF}">
      <dsp:nvSpPr>
        <dsp:cNvPr id="0" name=""/>
        <dsp:cNvSpPr/>
      </dsp:nvSpPr>
      <dsp:spPr>
        <a:xfrm>
          <a:off x="7229475" y="4352472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D768F-53EB-4A98-B613-9CF59BF7F73D}">
      <dsp:nvSpPr>
        <dsp:cNvPr id="0" name=""/>
        <dsp:cNvSpPr/>
      </dsp:nvSpPr>
      <dsp:spPr>
        <a:xfrm>
          <a:off x="0" y="371782"/>
          <a:ext cx="697992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719" tIns="395732" rIns="5417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Online media consumption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Buyer behaviour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Content experiences</a:t>
          </a:r>
        </a:p>
      </dsp:txBody>
      <dsp:txXfrm>
        <a:off x="0" y="371782"/>
        <a:ext cx="6979920" cy="1436400"/>
      </dsp:txXfrm>
    </dsp:sp>
    <dsp:sp modelId="{3D53571C-EEE2-4DDE-8713-EDA5C514E06D}">
      <dsp:nvSpPr>
        <dsp:cNvPr id="0" name=""/>
        <dsp:cNvSpPr/>
      </dsp:nvSpPr>
      <dsp:spPr>
        <a:xfrm>
          <a:off x="348996" y="91342"/>
          <a:ext cx="4885944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677" tIns="0" rIns="184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Customer Segments</a:t>
          </a:r>
          <a:endParaRPr lang="en-SG" sz="1900" kern="1200" dirty="0"/>
        </a:p>
      </dsp:txBody>
      <dsp:txXfrm>
        <a:off x="376376" y="118722"/>
        <a:ext cx="4831184" cy="506120"/>
      </dsp:txXfrm>
    </dsp:sp>
    <dsp:sp modelId="{D0C3BD7C-7E60-47E1-AA9D-0B181BA0472C}">
      <dsp:nvSpPr>
        <dsp:cNvPr id="0" name=""/>
        <dsp:cNvSpPr/>
      </dsp:nvSpPr>
      <dsp:spPr>
        <a:xfrm>
          <a:off x="0" y="2191222"/>
          <a:ext cx="697992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719" tIns="395732" rIns="5417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Main search engines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Google, Yahoo and etc.</a:t>
          </a:r>
        </a:p>
      </dsp:txBody>
      <dsp:txXfrm>
        <a:off x="0" y="2191222"/>
        <a:ext cx="6979920" cy="1107225"/>
      </dsp:txXfrm>
    </dsp:sp>
    <dsp:sp modelId="{BCC36D50-42EC-41AB-8B91-B3CF95EB3CCB}">
      <dsp:nvSpPr>
        <dsp:cNvPr id="0" name=""/>
        <dsp:cNvSpPr/>
      </dsp:nvSpPr>
      <dsp:spPr>
        <a:xfrm>
          <a:off x="348996" y="1910782"/>
          <a:ext cx="4885944" cy="56088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677" tIns="0" rIns="184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Search Intermediaries	</a:t>
          </a:r>
          <a:endParaRPr lang="en-SG" sz="1900" kern="1200" dirty="0"/>
        </a:p>
      </dsp:txBody>
      <dsp:txXfrm>
        <a:off x="376376" y="1938162"/>
        <a:ext cx="4831184" cy="506120"/>
      </dsp:txXfrm>
    </dsp:sp>
    <dsp:sp modelId="{50B36FD9-0326-4731-876F-9A02769508D3}">
      <dsp:nvSpPr>
        <dsp:cNvPr id="0" name=""/>
        <dsp:cNvSpPr/>
      </dsp:nvSpPr>
      <dsp:spPr>
        <a:xfrm>
          <a:off x="0" y="3681487"/>
          <a:ext cx="697992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719" tIns="395732" rIns="5417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Aggregators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Influencer </a:t>
          </a:r>
        </a:p>
      </dsp:txBody>
      <dsp:txXfrm>
        <a:off x="0" y="3681487"/>
        <a:ext cx="6979920" cy="1107225"/>
      </dsp:txXfrm>
    </dsp:sp>
    <dsp:sp modelId="{6A097977-1B97-4F7B-9F19-4A2EFEEF2C72}">
      <dsp:nvSpPr>
        <dsp:cNvPr id="0" name=""/>
        <dsp:cNvSpPr/>
      </dsp:nvSpPr>
      <dsp:spPr>
        <a:xfrm>
          <a:off x="348996" y="3401047"/>
          <a:ext cx="4885944" cy="56088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677" tIns="0" rIns="184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Intermediaries, Influencers, media sites</a:t>
          </a:r>
          <a:endParaRPr lang="en-SG" sz="1900" kern="1200" dirty="0"/>
        </a:p>
      </dsp:txBody>
      <dsp:txXfrm>
        <a:off x="376376" y="3428427"/>
        <a:ext cx="4831184" cy="506120"/>
      </dsp:txXfrm>
    </dsp:sp>
    <dsp:sp modelId="{55D74B50-78ED-419E-8F28-E708F54AFE49}">
      <dsp:nvSpPr>
        <dsp:cNvPr id="0" name=""/>
        <dsp:cNvSpPr/>
      </dsp:nvSpPr>
      <dsp:spPr>
        <a:xfrm>
          <a:off x="0" y="5171752"/>
          <a:ext cx="697992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719" tIns="395732" rIns="541719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Generate Visitor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900" kern="1200"/>
            <a:t>Online Value Proposition</a:t>
          </a:r>
        </a:p>
      </dsp:txBody>
      <dsp:txXfrm>
        <a:off x="0" y="5171752"/>
        <a:ext cx="6979920" cy="1107225"/>
      </dsp:txXfrm>
    </dsp:sp>
    <dsp:sp modelId="{6467E12C-4AB9-42CF-A279-9ED244BE8FAC}">
      <dsp:nvSpPr>
        <dsp:cNvPr id="0" name=""/>
        <dsp:cNvSpPr/>
      </dsp:nvSpPr>
      <dsp:spPr>
        <a:xfrm>
          <a:off x="348996" y="4891312"/>
          <a:ext cx="4885944" cy="5608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677" tIns="0" rIns="184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Destination Sites</a:t>
          </a:r>
          <a:endParaRPr lang="en-SG" sz="1900" kern="1200" dirty="0"/>
        </a:p>
      </dsp:txBody>
      <dsp:txXfrm>
        <a:off x="376376" y="4918692"/>
        <a:ext cx="4831184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84BDC-C150-403F-B761-82D037DBC5AE}">
      <dsp:nvSpPr>
        <dsp:cNvPr id="0" name=""/>
        <dsp:cNvSpPr/>
      </dsp:nvSpPr>
      <dsp:spPr>
        <a:xfrm>
          <a:off x="269780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35AD2-58BA-49F9-92C7-1C857D10FC31}">
      <dsp:nvSpPr>
        <dsp:cNvPr id="0" name=""/>
        <dsp:cNvSpPr/>
      </dsp:nvSpPr>
      <dsp:spPr>
        <a:xfrm>
          <a:off x="445737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28671-BF5D-45DF-91D7-C9E3F8E9617F}">
      <dsp:nvSpPr>
        <dsp:cNvPr id="0" name=""/>
        <dsp:cNvSpPr/>
      </dsp:nvSpPr>
      <dsp:spPr>
        <a:xfrm>
          <a:off x="5844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Directories</a:t>
          </a:r>
          <a:endParaRPr lang="en-US" sz="1500" kern="1200"/>
        </a:p>
      </dsp:txBody>
      <dsp:txXfrm>
        <a:off x="5844" y="1637126"/>
        <a:ext cx="1353515" cy="541406"/>
      </dsp:txXfrm>
    </dsp:sp>
    <dsp:sp modelId="{C6EFEA57-9D32-405A-B87F-C26703318FAC}">
      <dsp:nvSpPr>
        <dsp:cNvPr id="0" name=""/>
        <dsp:cNvSpPr/>
      </dsp:nvSpPr>
      <dsp:spPr>
        <a:xfrm>
          <a:off x="1860161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53709-D32E-4105-B8EE-8CCCE4DA989D}">
      <dsp:nvSpPr>
        <dsp:cNvPr id="0" name=""/>
        <dsp:cNvSpPr/>
      </dsp:nvSpPr>
      <dsp:spPr>
        <a:xfrm>
          <a:off x="2036118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6ACD9-9B87-4E0B-9A3E-8AC3A34C286D}">
      <dsp:nvSpPr>
        <dsp:cNvPr id="0" name=""/>
        <dsp:cNvSpPr/>
      </dsp:nvSpPr>
      <dsp:spPr>
        <a:xfrm>
          <a:off x="1596225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Search Engines</a:t>
          </a:r>
          <a:endParaRPr lang="en-US" sz="1500" kern="1200"/>
        </a:p>
      </dsp:txBody>
      <dsp:txXfrm>
        <a:off x="1596225" y="1637126"/>
        <a:ext cx="1353515" cy="541406"/>
      </dsp:txXfrm>
    </dsp:sp>
    <dsp:sp modelId="{EFE24951-853C-47F4-BF43-D13B44435BCC}">
      <dsp:nvSpPr>
        <dsp:cNvPr id="0" name=""/>
        <dsp:cNvSpPr/>
      </dsp:nvSpPr>
      <dsp:spPr>
        <a:xfrm>
          <a:off x="3450541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D6A2D-1ACB-4674-9CA4-364F7A1BCA38}">
      <dsp:nvSpPr>
        <dsp:cNvPr id="0" name=""/>
        <dsp:cNvSpPr/>
      </dsp:nvSpPr>
      <dsp:spPr>
        <a:xfrm>
          <a:off x="3626498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3A81D-F104-49FD-930E-1AB143039932}">
      <dsp:nvSpPr>
        <dsp:cNvPr id="0" name=""/>
        <dsp:cNvSpPr/>
      </dsp:nvSpPr>
      <dsp:spPr>
        <a:xfrm>
          <a:off x="3186606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Malls </a:t>
          </a:r>
          <a:endParaRPr lang="en-US" sz="1500" kern="1200"/>
        </a:p>
      </dsp:txBody>
      <dsp:txXfrm>
        <a:off x="3186606" y="1637126"/>
        <a:ext cx="1353515" cy="541406"/>
      </dsp:txXfrm>
    </dsp:sp>
    <dsp:sp modelId="{50D0B4F4-73B5-4A56-B888-7AAA95BD701E}">
      <dsp:nvSpPr>
        <dsp:cNvPr id="0" name=""/>
        <dsp:cNvSpPr/>
      </dsp:nvSpPr>
      <dsp:spPr>
        <a:xfrm>
          <a:off x="5040922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72C21B-C0EC-4F07-A724-0C82D4065460}">
      <dsp:nvSpPr>
        <dsp:cNvPr id="0" name=""/>
        <dsp:cNvSpPr/>
      </dsp:nvSpPr>
      <dsp:spPr>
        <a:xfrm>
          <a:off x="5216879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A77C-EA77-469E-B94F-19084BBBD667}">
      <dsp:nvSpPr>
        <dsp:cNvPr id="0" name=""/>
        <dsp:cNvSpPr/>
      </dsp:nvSpPr>
      <dsp:spPr>
        <a:xfrm>
          <a:off x="4776987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Virtual resellers</a:t>
          </a:r>
          <a:endParaRPr lang="en-US" sz="1500" kern="1200"/>
        </a:p>
      </dsp:txBody>
      <dsp:txXfrm>
        <a:off x="4776987" y="1637126"/>
        <a:ext cx="1353515" cy="541406"/>
      </dsp:txXfrm>
    </dsp:sp>
    <dsp:sp modelId="{68406742-94ED-4B1E-8602-ACBFB30FD99A}">
      <dsp:nvSpPr>
        <dsp:cNvPr id="0" name=""/>
        <dsp:cNvSpPr/>
      </dsp:nvSpPr>
      <dsp:spPr>
        <a:xfrm>
          <a:off x="6631303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26461-B031-4D30-B573-CC93C1373DDD}">
      <dsp:nvSpPr>
        <dsp:cNvPr id="0" name=""/>
        <dsp:cNvSpPr/>
      </dsp:nvSpPr>
      <dsp:spPr>
        <a:xfrm>
          <a:off x="6807260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42534-13DB-4C66-807E-BA2E538C75BD}">
      <dsp:nvSpPr>
        <dsp:cNvPr id="0" name=""/>
        <dsp:cNvSpPr/>
      </dsp:nvSpPr>
      <dsp:spPr>
        <a:xfrm>
          <a:off x="6367368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Financial Intermediaries</a:t>
          </a:r>
          <a:endParaRPr lang="en-US" sz="1500" kern="1200"/>
        </a:p>
      </dsp:txBody>
      <dsp:txXfrm>
        <a:off x="6367368" y="1637126"/>
        <a:ext cx="1353515" cy="541406"/>
      </dsp:txXfrm>
    </dsp:sp>
    <dsp:sp modelId="{046DCCE0-6321-4321-A2AC-B0BD75238523}">
      <dsp:nvSpPr>
        <dsp:cNvPr id="0" name=""/>
        <dsp:cNvSpPr/>
      </dsp:nvSpPr>
      <dsp:spPr>
        <a:xfrm>
          <a:off x="8221684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BA968-E9EB-4C74-9DBD-BA31731DA67C}">
      <dsp:nvSpPr>
        <dsp:cNvPr id="0" name=""/>
        <dsp:cNvSpPr/>
      </dsp:nvSpPr>
      <dsp:spPr>
        <a:xfrm>
          <a:off x="8397641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F9331-934A-4F69-B349-12B7C02FE0FF}">
      <dsp:nvSpPr>
        <dsp:cNvPr id="0" name=""/>
        <dsp:cNvSpPr/>
      </dsp:nvSpPr>
      <dsp:spPr>
        <a:xfrm>
          <a:off x="7957748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Forums</a:t>
          </a:r>
          <a:endParaRPr lang="en-US" sz="1500" kern="1200"/>
        </a:p>
      </dsp:txBody>
      <dsp:txXfrm>
        <a:off x="7957748" y="1637126"/>
        <a:ext cx="1353515" cy="541406"/>
      </dsp:txXfrm>
    </dsp:sp>
    <dsp:sp modelId="{6D10F956-D82B-4D06-AFC1-8EC3994D468D}">
      <dsp:nvSpPr>
        <dsp:cNvPr id="0" name=""/>
        <dsp:cNvSpPr/>
      </dsp:nvSpPr>
      <dsp:spPr>
        <a:xfrm>
          <a:off x="9812065" y="554314"/>
          <a:ext cx="825644" cy="82564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F37CA-BCD6-45E9-A428-1B3AE6545D63}">
      <dsp:nvSpPr>
        <dsp:cNvPr id="0" name=""/>
        <dsp:cNvSpPr/>
      </dsp:nvSpPr>
      <dsp:spPr>
        <a:xfrm>
          <a:off x="9988022" y="730271"/>
          <a:ext cx="473730" cy="4737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877E9-7A05-477E-A3C8-53B8BE108089}">
      <dsp:nvSpPr>
        <dsp:cNvPr id="0" name=""/>
        <dsp:cNvSpPr/>
      </dsp:nvSpPr>
      <dsp:spPr>
        <a:xfrm>
          <a:off x="9548129" y="1637126"/>
          <a:ext cx="1353515" cy="541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1500" kern="1200"/>
            <a:t>Evaluators</a:t>
          </a:r>
          <a:endParaRPr lang="en-US" sz="1500" kern="1200"/>
        </a:p>
      </dsp:txBody>
      <dsp:txXfrm>
        <a:off x="9548129" y="1637126"/>
        <a:ext cx="1353515" cy="541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91E9E-3C39-4D34-8DA5-392E65B9CC61}">
      <dsp:nvSpPr>
        <dsp:cNvPr id="0" name=""/>
        <dsp:cNvSpPr/>
      </dsp:nvSpPr>
      <dsp:spPr>
        <a:xfrm>
          <a:off x="898829" y="891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45F85-D18C-4249-B0CF-3CDD40E8256C}">
      <dsp:nvSpPr>
        <dsp:cNvPr id="0" name=""/>
        <dsp:cNvSpPr/>
      </dsp:nvSpPr>
      <dsp:spPr>
        <a:xfrm>
          <a:off x="1112262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F9803-4B77-453A-B60A-4296AA2CC02A}">
      <dsp:nvSpPr>
        <dsp:cNvPr id="0" name=""/>
        <dsp:cNvSpPr/>
      </dsp:nvSpPr>
      <dsp:spPr>
        <a:xfrm>
          <a:off x="578678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Value Propositions</a:t>
          </a:r>
        </a:p>
      </dsp:txBody>
      <dsp:txXfrm>
        <a:off x="578678" y="1314328"/>
        <a:ext cx="1641796" cy="656718"/>
      </dsp:txXfrm>
    </dsp:sp>
    <dsp:sp modelId="{A3316546-C888-4D90-A926-5E6FFCB645D9}">
      <dsp:nvSpPr>
        <dsp:cNvPr id="0" name=""/>
        <dsp:cNvSpPr/>
      </dsp:nvSpPr>
      <dsp:spPr>
        <a:xfrm>
          <a:off x="2827940" y="891"/>
          <a:ext cx="1001496" cy="1001496"/>
        </a:xfrm>
        <a:prstGeom prst="ellipse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2CD32-905E-443B-9AB2-0C83FE12714C}">
      <dsp:nvSpPr>
        <dsp:cNvPr id="0" name=""/>
        <dsp:cNvSpPr/>
      </dsp:nvSpPr>
      <dsp:spPr>
        <a:xfrm>
          <a:off x="3041374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A2D31-F1BE-4364-ADD8-B676B3688CC7}">
      <dsp:nvSpPr>
        <dsp:cNvPr id="0" name=""/>
        <dsp:cNvSpPr/>
      </dsp:nvSpPr>
      <dsp:spPr>
        <a:xfrm>
          <a:off x="2507790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Customer Segments</a:t>
          </a:r>
        </a:p>
      </dsp:txBody>
      <dsp:txXfrm>
        <a:off x="2507790" y="1314328"/>
        <a:ext cx="1641796" cy="656718"/>
      </dsp:txXfrm>
    </dsp:sp>
    <dsp:sp modelId="{AD9C93F8-A92E-41D8-B20C-2766D2163372}">
      <dsp:nvSpPr>
        <dsp:cNvPr id="0" name=""/>
        <dsp:cNvSpPr/>
      </dsp:nvSpPr>
      <dsp:spPr>
        <a:xfrm>
          <a:off x="4757051" y="891"/>
          <a:ext cx="1001496" cy="1001496"/>
        </a:xfrm>
        <a:prstGeom prst="ellips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95743-4A25-4BFB-BB6E-D3729CFF4461}">
      <dsp:nvSpPr>
        <dsp:cNvPr id="0" name=""/>
        <dsp:cNvSpPr/>
      </dsp:nvSpPr>
      <dsp:spPr>
        <a:xfrm>
          <a:off x="4970485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83D90-F4C9-43E6-BCCF-B548F13FB371}">
      <dsp:nvSpPr>
        <dsp:cNvPr id="0" name=""/>
        <dsp:cNvSpPr/>
      </dsp:nvSpPr>
      <dsp:spPr>
        <a:xfrm>
          <a:off x="4436901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Customer Relationship</a:t>
          </a:r>
        </a:p>
      </dsp:txBody>
      <dsp:txXfrm>
        <a:off x="4436901" y="1314328"/>
        <a:ext cx="1641796" cy="656718"/>
      </dsp:txXfrm>
    </dsp:sp>
    <dsp:sp modelId="{B66F6524-BD62-4ACA-B4CD-45543799F7D7}">
      <dsp:nvSpPr>
        <dsp:cNvPr id="0" name=""/>
        <dsp:cNvSpPr/>
      </dsp:nvSpPr>
      <dsp:spPr>
        <a:xfrm>
          <a:off x="6686163" y="891"/>
          <a:ext cx="1001496" cy="1001496"/>
        </a:xfrm>
        <a:prstGeom prst="ellipse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54F2D-D95C-4567-9E4E-FC4B60094C3A}">
      <dsp:nvSpPr>
        <dsp:cNvPr id="0" name=""/>
        <dsp:cNvSpPr/>
      </dsp:nvSpPr>
      <dsp:spPr>
        <a:xfrm>
          <a:off x="6899596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BFBE3-C5A9-488C-AC89-F6E9C749F580}">
      <dsp:nvSpPr>
        <dsp:cNvPr id="0" name=""/>
        <dsp:cNvSpPr/>
      </dsp:nvSpPr>
      <dsp:spPr>
        <a:xfrm>
          <a:off x="6366012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Channels</a:t>
          </a:r>
        </a:p>
      </dsp:txBody>
      <dsp:txXfrm>
        <a:off x="6366012" y="1314328"/>
        <a:ext cx="1641796" cy="656718"/>
      </dsp:txXfrm>
    </dsp:sp>
    <dsp:sp modelId="{3BEBBEA5-BB99-4348-886A-249EC5AC0B7C}">
      <dsp:nvSpPr>
        <dsp:cNvPr id="0" name=""/>
        <dsp:cNvSpPr/>
      </dsp:nvSpPr>
      <dsp:spPr>
        <a:xfrm>
          <a:off x="8615274" y="891"/>
          <a:ext cx="1001496" cy="1001496"/>
        </a:xfrm>
        <a:prstGeom prst="ellips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31792-0A0E-4E69-8007-22D73BF3ABA5}">
      <dsp:nvSpPr>
        <dsp:cNvPr id="0" name=""/>
        <dsp:cNvSpPr/>
      </dsp:nvSpPr>
      <dsp:spPr>
        <a:xfrm>
          <a:off x="8828708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F6481-B9EF-4CF9-A675-D871CC7A9B8B}">
      <dsp:nvSpPr>
        <dsp:cNvPr id="0" name=""/>
        <dsp:cNvSpPr/>
      </dsp:nvSpPr>
      <dsp:spPr>
        <a:xfrm>
          <a:off x="8295124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Key Partners</a:t>
          </a:r>
        </a:p>
      </dsp:txBody>
      <dsp:txXfrm>
        <a:off x="8295124" y="1314328"/>
        <a:ext cx="1641796" cy="656718"/>
      </dsp:txXfrm>
    </dsp:sp>
    <dsp:sp modelId="{BDBE9EE3-6F73-4E79-92CB-3B235BEA0774}">
      <dsp:nvSpPr>
        <dsp:cNvPr id="0" name=""/>
        <dsp:cNvSpPr/>
      </dsp:nvSpPr>
      <dsp:spPr>
        <a:xfrm>
          <a:off x="2827940" y="2381496"/>
          <a:ext cx="1001496" cy="1001496"/>
        </a:xfrm>
        <a:prstGeom prst="ellipse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0D522-A7E3-4148-BC92-40F41F8CBEC9}">
      <dsp:nvSpPr>
        <dsp:cNvPr id="0" name=""/>
        <dsp:cNvSpPr/>
      </dsp:nvSpPr>
      <dsp:spPr>
        <a:xfrm>
          <a:off x="3041374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2A1CF-CD4A-42AE-8F18-55B2E91715F7}">
      <dsp:nvSpPr>
        <dsp:cNvPr id="0" name=""/>
        <dsp:cNvSpPr/>
      </dsp:nvSpPr>
      <dsp:spPr>
        <a:xfrm>
          <a:off x="2507790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Resources</a:t>
          </a:r>
        </a:p>
      </dsp:txBody>
      <dsp:txXfrm>
        <a:off x="2507790" y="3694934"/>
        <a:ext cx="1641796" cy="656718"/>
      </dsp:txXfrm>
    </dsp:sp>
    <dsp:sp modelId="{DACCACDE-69FA-4C3A-849C-74BF8708C32F}">
      <dsp:nvSpPr>
        <dsp:cNvPr id="0" name=""/>
        <dsp:cNvSpPr/>
      </dsp:nvSpPr>
      <dsp:spPr>
        <a:xfrm>
          <a:off x="4757051" y="2381496"/>
          <a:ext cx="1001496" cy="1001496"/>
        </a:xfrm>
        <a:prstGeom prst="ellips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8E4A4-1651-4A2E-AF69-B920EF9056FD}">
      <dsp:nvSpPr>
        <dsp:cNvPr id="0" name=""/>
        <dsp:cNvSpPr/>
      </dsp:nvSpPr>
      <dsp:spPr>
        <a:xfrm>
          <a:off x="4970485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58C5E-F33B-4AC7-9CBC-409555C1601D}">
      <dsp:nvSpPr>
        <dsp:cNvPr id="0" name=""/>
        <dsp:cNvSpPr/>
      </dsp:nvSpPr>
      <dsp:spPr>
        <a:xfrm>
          <a:off x="4436901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Cost Structure</a:t>
          </a:r>
        </a:p>
      </dsp:txBody>
      <dsp:txXfrm>
        <a:off x="4436901" y="3694934"/>
        <a:ext cx="1641796" cy="656718"/>
      </dsp:txXfrm>
    </dsp:sp>
    <dsp:sp modelId="{B7183822-3041-4202-8D57-CDB014CF666B}">
      <dsp:nvSpPr>
        <dsp:cNvPr id="0" name=""/>
        <dsp:cNvSpPr/>
      </dsp:nvSpPr>
      <dsp:spPr>
        <a:xfrm>
          <a:off x="6686163" y="2381496"/>
          <a:ext cx="1001496" cy="1001496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94AF4-6D70-4D79-9D08-965D64B0C771}">
      <dsp:nvSpPr>
        <dsp:cNvPr id="0" name=""/>
        <dsp:cNvSpPr/>
      </dsp:nvSpPr>
      <dsp:spPr>
        <a:xfrm>
          <a:off x="6899596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EDCA6-CA19-4745-B530-BF3E4CBAA482}">
      <dsp:nvSpPr>
        <dsp:cNvPr id="0" name=""/>
        <dsp:cNvSpPr/>
      </dsp:nvSpPr>
      <dsp:spPr>
        <a:xfrm>
          <a:off x="6366012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SG" sz="2100" kern="1200"/>
            <a:t>Revenue Stream</a:t>
          </a:r>
        </a:p>
      </dsp:txBody>
      <dsp:txXfrm>
        <a:off x="6366012" y="3694934"/>
        <a:ext cx="1641796" cy="656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BE601-97DA-4EFB-A621-5D86CAEE0FE2}">
      <dsp:nvSpPr>
        <dsp:cNvPr id="0" name=""/>
        <dsp:cNvSpPr/>
      </dsp:nvSpPr>
      <dsp:spPr>
        <a:xfrm>
          <a:off x="1291" y="409744"/>
          <a:ext cx="4531703" cy="28776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D3AB94-8D34-4B96-8AB9-8E71C74D0260}">
      <dsp:nvSpPr>
        <dsp:cNvPr id="0" name=""/>
        <dsp:cNvSpPr/>
      </dsp:nvSpPr>
      <dsp:spPr>
        <a:xfrm>
          <a:off x="504813" y="888091"/>
          <a:ext cx="4531703" cy="28776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Describe different techniques for organizations/companies to generate income.</a:t>
          </a:r>
          <a:endParaRPr lang="en-US" sz="3100" kern="1200"/>
        </a:p>
      </dsp:txBody>
      <dsp:txXfrm>
        <a:off x="589096" y="972374"/>
        <a:ext cx="4363137" cy="2709065"/>
      </dsp:txXfrm>
    </dsp:sp>
    <dsp:sp modelId="{BA61B2E9-78FB-4DD9-8A85-DA3B4295DBB6}">
      <dsp:nvSpPr>
        <dsp:cNvPr id="0" name=""/>
        <dsp:cNvSpPr/>
      </dsp:nvSpPr>
      <dsp:spPr>
        <a:xfrm>
          <a:off x="5540040" y="409744"/>
          <a:ext cx="4531703" cy="28776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603F85-4D1D-4E1A-AE70-6289B45E8004}">
      <dsp:nvSpPr>
        <dsp:cNvPr id="0" name=""/>
        <dsp:cNvSpPr/>
      </dsp:nvSpPr>
      <dsp:spPr>
        <a:xfrm>
          <a:off x="6043562" y="888091"/>
          <a:ext cx="4531703" cy="28776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For existing companies, revenue models are mainly based upon sales of product and services.</a:t>
          </a:r>
          <a:endParaRPr lang="en-US" sz="3100" kern="1200"/>
        </a:p>
      </dsp:txBody>
      <dsp:txXfrm>
        <a:off x="6127845" y="972374"/>
        <a:ext cx="4363137" cy="27090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F14DB-A658-4E6A-990C-223974ECE72D}">
      <dsp:nvSpPr>
        <dsp:cNvPr id="0" name=""/>
        <dsp:cNvSpPr/>
      </dsp:nvSpPr>
      <dsp:spPr>
        <a:xfrm>
          <a:off x="82613" y="90470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986FD2-F173-40C0-A00B-4DB40BB54798}">
      <dsp:nvSpPr>
        <dsp:cNvPr id="0" name=""/>
        <dsp:cNvSpPr/>
      </dsp:nvSpPr>
      <dsp:spPr>
        <a:xfrm>
          <a:off x="271034" y="278892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78AC3-DA28-4B83-A187-F3A4D2923DE2}">
      <dsp:nvSpPr>
        <dsp:cNvPr id="0" name=""/>
        <dsp:cNvSpPr/>
      </dsp:nvSpPr>
      <dsp:spPr>
        <a:xfrm>
          <a:off x="1172126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CPM (Cost-Per-Thousand) display Advertising on-sites </a:t>
          </a:r>
          <a:endParaRPr lang="en-US" sz="2000" kern="1200"/>
        </a:p>
      </dsp:txBody>
      <dsp:txXfrm>
        <a:off x="1172126" y="90470"/>
        <a:ext cx="2114937" cy="897246"/>
      </dsp:txXfrm>
    </dsp:sp>
    <dsp:sp modelId="{BDBCF2BE-B42B-4679-8CB8-DD620BD5E25F}">
      <dsp:nvSpPr>
        <dsp:cNvPr id="0" name=""/>
        <dsp:cNvSpPr/>
      </dsp:nvSpPr>
      <dsp:spPr>
        <a:xfrm>
          <a:off x="3655575" y="90470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EEA92-5551-46B2-9E3F-382A832725BC}">
      <dsp:nvSpPr>
        <dsp:cNvPr id="0" name=""/>
        <dsp:cNvSpPr/>
      </dsp:nvSpPr>
      <dsp:spPr>
        <a:xfrm>
          <a:off x="3843996" y="278892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8D019-0560-4C54-9D2E-A2955E31D046}">
      <dsp:nvSpPr>
        <dsp:cNvPr id="0" name=""/>
        <dsp:cNvSpPr/>
      </dsp:nvSpPr>
      <dsp:spPr>
        <a:xfrm>
          <a:off x="4745088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CPC (Cost-Per-Click) Advertising on-sites </a:t>
          </a:r>
          <a:endParaRPr lang="en-US" sz="2000" kern="1200"/>
        </a:p>
      </dsp:txBody>
      <dsp:txXfrm>
        <a:off x="4745088" y="90470"/>
        <a:ext cx="2114937" cy="897246"/>
      </dsp:txXfrm>
    </dsp:sp>
    <dsp:sp modelId="{571C8DD8-AF2F-492A-9927-F7ED6F5D0ABB}">
      <dsp:nvSpPr>
        <dsp:cNvPr id="0" name=""/>
        <dsp:cNvSpPr/>
      </dsp:nvSpPr>
      <dsp:spPr>
        <a:xfrm>
          <a:off x="7228536" y="90470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61970-81BE-4218-9C5A-CB86A5656B5A}">
      <dsp:nvSpPr>
        <dsp:cNvPr id="0" name=""/>
        <dsp:cNvSpPr/>
      </dsp:nvSpPr>
      <dsp:spPr>
        <a:xfrm>
          <a:off x="7416958" y="278892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76172-B44F-4720-B37C-736A944BEC0D}">
      <dsp:nvSpPr>
        <dsp:cNvPr id="0" name=""/>
        <dsp:cNvSpPr/>
      </dsp:nvSpPr>
      <dsp:spPr>
        <a:xfrm>
          <a:off x="8318049" y="9047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Sponsorship of site sections or content types</a:t>
          </a:r>
          <a:endParaRPr lang="en-US" sz="2000" kern="1200"/>
        </a:p>
      </dsp:txBody>
      <dsp:txXfrm>
        <a:off x="8318049" y="90470"/>
        <a:ext cx="2114937" cy="897246"/>
      </dsp:txXfrm>
    </dsp:sp>
    <dsp:sp modelId="{9C5A2ADD-11DE-4932-A698-64229EF7DBFA}">
      <dsp:nvSpPr>
        <dsp:cNvPr id="0" name=""/>
        <dsp:cNvSpPr/>
      </dsp:nvSpPr>
      <dsp:spPr>
        <a:xfrm>
          <a:off x="82613" y="1727649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D3574-1EFD-4F48-95EC-3006B6176C16}">
      <dsp:nvSpPr>
        <dsp:cNvPr id="0" name=""/>
        <dsp:cNvSpPr/>
      </dsp:nvSpPr>
      <dsp:spPr>
        <a:xfrm>
          <a:off x="271034" y="1916070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1E5AD-8EC5-4BC9-893A-535E3890A2AA}">
      <dsp:nvSpPr>
        <dsp:cNvPr id="0" name=""/>
        <dsp:cNvSpPr/>
      </dsp:nvSpPr>
      <dsp:spPr>
        <a:xfrm>
          <a:off x="1172126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Affiliate revenue (CPA, could be CPC)</a:t>
          </a:r>
          <a:endParaRPr lang="en-US" sz="2000" kern="1200"/>
        </a:p>
      </dsp:txBody>
      <dsp:txXfrm>
        <a:off x="1172126" y="1727649"/>
        <a:ext cx="2114937" cy="897246"/>
      </dsp:txXfrm>
    </dsp:sp>
    <dsp:sp modelId="{0AFE6A1F-236D-4D13-9CF0-151274723F6B}">
      <dsp:nvSpPr>
        <dsp:cNvPr id="0" name=""/>
        <dsp:cNvSpPr/>
      </dsp:nvSpPr>
      <dsp:spPr>
        <a:xfrm>
          <a:off x="3655575" y="1727649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4F8694-6258-4D1C-8D88-1776A4AC0E26}">
      <dsp:nvSpPr>
        <dsp:cNvPr id="0" name=""/>
        <dsp:cNvSpPr/>
      </dsp:nvSpPr>
      <dsp:spPr>
        <a:xfrm>
          <a:off x="3843996" y="1916070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63C04-F536-4F94-AD66-F1860F3F37E8}">
      <dsp:nvSpPr>
        <dsp:cNvPr id="0" name=""/>
        <dsp:cNvSpPr/>
      </dsp:nvSpPr>
      <dsp:spPr>
        <a:xfrm>
          <a:off x="4745088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Transaction Fee Revenue</a:t>
          </a:r>
          <a:endParaRPr lang="en-US" sz="2000" kern="1200"/>
        </a:p>
      </dsp:txBody>
      <dsp:txXfrm>
        <a:off x="4745088" y="1727649"/>
        <a:ext cx="2114937" cy="897246"/>
      </dsp:txXfrm>
    </dsp:sp>
    <dsp:sp modelId="{250A0899-73C8-461D-B9E3-289514F63465}">
      <dsp:nvSpPr>
        <dsp:cNvPr id="0" name=""/>
        <dsp:cNvSpPr/>
      </dsp:nvSpPr>
      <dsp:spPr>
        <a:xfrm>
          <a:off x="7228536" y="172764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718E3-592D-4334-B990-06BB72AC87F7}">
      <dsp:nvSpPr>
        <dsp:cNvPr id="0" name=""/>
        <dsp:cNvSpPr/>
      </dsp:nvSpPr>
      <dsp:spPr>
        <a:xfrm>
          <a:off x="7416958" y="1916070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A7355-FF8E-4273-9A1D-BEC595E271F0}">
      <dsp:nvSpPr>
        <dsp:cNvPr id="0" name=""/>
        <dsp:cNvSpPr/>
      </dsp:nvSpPr>
      <dsp:spPr>
        <a:xfrm>
          <a:off x="8318049" y="172764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Subscription access to content or service</a:t>
          </a:r>
          <a:endParaRPr lang="en-US" sz="2000" kern="1200"/>
        </a:p>
      </dsp:txBody>
      <dsp:txXfrm>
        <a:off x="8318049" y="1727649"/>
        <a:ext cx="2114937" cy="897246"/>
      </dsp:txXfrm>
    </dsp:sp>
    <dsp:sp modelId="{7CBF0A11-E9AB-4460-85D6-9CB74BAB2731}">
      <dsp:nvSpPr>
        <dsp:cNvPr id="0" name=""/>
        <dsp:cNvSpPr/>
      </dsp:nvSpPr>
      <dsp:spPr>
        <a:xfrm>
          <a:off x="82613" y="3364827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1D3C8-223A-4C24-A4A7-1172AF10807F}">
      <dsp:nvSpPr>
        <dsp:cNvPr id="0" name=""/>
        <dsp:cNvSpPr/>
      </dsp:nvSpPr>
      <dsp:spPr>
        <a:xfrm>
          <a:off x="271034" y="3553249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F5214-7A30-4041-BD7D-0B593E6DC901}">
      <dsp:nvSpPr>
        <dsp:cNvPr id="0" name=""/>
        <dsp:cNvSpPr/>
      </dsp:nvSpPr>
      <dsp:spPr>
        <a:xfrm>
          <a:off x="1172126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Pay-per-view access to documents</a:t>
          </a:r>
          <a:endParaRPr lang="en-US" sz="2000" kern="1200"/>
        </a:p>
      </dsp:txBody>
      <dsp:txXfrm>
        <a:off x="1172126" y="3364827"/>
        <a:ext cx="2114937" cy="897246"/>
      </dsp:txXfrm>
    </dsp:sp>
    <dsp:sp modelId="{F15A19F8-57EC-443A-ABA7-4F9DF3234039}">
      <dsp:nvSpPr>
        <dsp:cNvPr id="0" name=""/>
        <dsp:cNvSpPr/>
      </dsp:nvSpPr>
      <dsp:spPr>
        <a:xfrm>
          <a:off x="3655575" y="3364827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62550-44E3-4775-9C5C-73B17623EB18}">
      <dsp:nvSpPr>
        <dsp:cNvPr id="0" name=""/>
        <dsp:cNvSpPr/>
      </dsp:nvSpPr>
      <dsp:spPr>
        <a:xfrm>
          <a:off x="3843996" y="3553249"/>
          <a:ext cx="520402" cy="52040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3036D-B0BA-4517-9BB5-4F8D8223C74B}">
      <dsp:nvSpPr>
        <dsp:cNvPr id="0" name=""/>
        <dsp:cNvSpPr/>
      </dsp:nvSpPr>
      <dsp:spPr>
        <a:xfrm>
          <a:off x="4745088" y="3364827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/>
            <a:t>Subscriber data access for e-mail marketing</a:t>
          </a:r>
          <a:endParaRPr lang="en-US" sz="2000" kern="1200"/>
        </a:p>
      </dsp:txBody>
      <dsp:txXfrm>
        <a:off x="4745088" y="3364827"/>
        <a:ext cx="2114937" cy="8972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517B2-973D-4A13-8C0F-E8E74970D2D9}">
      <dsp:nvSpPr>
        <dsp:cNvPr id="0" name=""/>
        <dsp:cNvSpPr/>
      </dsp:nvSpPr>
      <dsp:spPr>
        <a:xfrm>
          <a:off x="0" y="7429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/>
            <a:t>Number and size ad units</a:t>
          </a:r>
          <a:endParaRPr lang="en-US" sz="3300" kern="1200"/>
        </a:p>
      </dsp:txBody>
      <dsp:txXfrm>
        <a:off x="38638" y="46067"/>
        <a:ext cx="10438324" cy="714229"/>
      </dsp:txXfrm>
    </dsp:sp>
    <dsp:sp modelId="{6D60C1F1-BA95-428E-BC8D-E0F09B409F7B}">
      <dsp:nvSpPr>
        <dsp:cNvPr id="0" name=""/>
        <dsp:cNvSpPr/>
      </dsp:nvSpPr>
      <dsp:spPr>
        <a:xfrm>
          <a:off x="0" y="893974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/>
            <a:t>Capacity to sell advertising</a:t>
          </a:r>
          <a:endParaRPr lang="en-US" sz="3300" kern="1200"/>
        </a:p>
      </dsp:txBody>
      <dsp:txXfrm>
        <a:off x="38638" y="932612"/>
        <a:ext cx="10438324" cy="714229"/>
      </dsp:txXfrm>
    </dsp:sp>
    <dsp:sp modelId="{14D6D006-75D0-4FD4-8854-4D8F74C05D00}">
      <dsp:nvSpPr>
        <dsp:cNvPr id="0" name=""/>
        <dsp:cNvSpPr/>
      </dsp:nvSpPr>
      <dsp:spPr>
        <a:xfrm>
          <a:off x="0" y="1780519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Fee levels negotiated for different advertising models</a:t>
          </a:r>
        </a:p>
      </dsp:txBody>
      <dsp:txXfrm>
        <a:off x="38638" y="1819157"/>
        <a:ext cx="10438324" cy="714229"/>
      </dsp:txXfrm>
    </dsp:sp>
    <dsp:sp modelId="{4CD70181-576B-43DB-B8F1-2E18972DEF7A}">
      <dsp:nvSpPr>
        <dsp:cNvPr id="0" name=""/>
        <dsp:cNvSpPr/>
      </dsp:nvSpPr>
      <dsp:spPr>
        <a:xfrm>
          <a:off x="0" y="2667064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/>
            <a:t>Traffic volumes</a:t>
          </a:r>
          <a:endParaRPr lang="en-US" sz="3300" kern="1200"/>
        </a:p>
      </dsp:txBody>
      <dsp:txXfrm>
        <a:off x="38638" y="2705702"/>
        <a:ext cx="10438324" cy="714229"/>
      </dsp:txXfrm>
    </dsp:sp>
    <dsp:sp modelId="{38CC0407-60A2-49CE-AED5-2334634059FE}">
      <dsp:nvSpPr>
        <dsp:cNvPr id="0" name=""/>
        <dsp:cNvSpPr/>
      </dsp:nvSpPr>
      <dsp:spPr>
        <a:xfrm>
          <a:off x="0" y="3553609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300" kern="1200"/>
            <a:t>Visitor engagement</a:t>
          </a:r>
          <a:endParaRPr lang="en-US" sz="3300" kern="1200"/>
        </a:p>
      </dsp:txBody>
      <dsp:txXfrm>
        <a:off x="38638" y="3592247"/>
        <a:ext cx="10438324" cy="714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41F59-5A78-4061-AD6D-66F407980E30}">
      <dsp:nvSpPr>
        <dsp:cNvPr id="0" name=""/>
        <dsp:cNvSpPr/>
      </dsp:nvSpPr>
      <dsp:spPr>
        <a:xfrm>
          <a:off x="1283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F3745-CC5E-4A03-B28F-B5DA610CC3C8}">
      <dsp:nvSpPr>
        <dsp:cNvPr id="0" name=""/>
        <dsp:cNvSpPr/>
      </dsp:nvSpPr>
      <dsp:spPr>
        <a:xfrm>
          <a:off x="501904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000" kern="1200"/>
            <a:t>As with all new companies, it is difficult for investors to assess the long-term sustainability of start-ups.</a:t>
          </a:r>
          <a:endParaRPr lang="en-US" sz="3000" kern="1200"/>
        </a:p>
      </dsp:txBody>
      <dsp:txXfrm>
        <a:off x="585701" y="1067340"/>
        <a:ext cx="4337991" cy="2693452"/>
      </dsp:txXfrm>
    </dsp:sp>
    <dsp:sp modelId="{AE79EA24-1543-4A9B-949E-958A1A7F4C4D}">
      <dsp:nvSpPr>
        <dsp:cNvPr id="0" name=""/>
        <dsp:cNvSpPr/>
      </dsp:nvSpPr>
      <dsp:spPr>
        <a:xfrm>
          <a:off x="5508110" y="50795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289A5-E795-40C6-88CE-46BAA1B9AEF3}">
      <dsp:nvSpPr>
        <dsp:cNvPr id="0" name=""/>
        <dsp:cNvSpPr/>
      </dsp:nvSpPr>
      <dsp:spPr>
        <a:xfrm>
          <a:off x="6008730" y="983543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000" kern="1200" dirty="0"/>
            <a:t>There are number of approaches that can be used to assess the success and sustainability of these companies.</a:t>
          </a:r>
          <a:endParaRPr lang="en-US" sz="3000" kern="1200" dirty="0"/>
        </a:p>
      </dsp:txBody>
      <dsp:txXfrm>
        <a:off x="6092527" y="1067340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000B-7DC9-49F9-AC88-2169B6A36257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1601-C851-40DE-95AD-C36D47D7E0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2B97-BF01-4A6E-A887-3F68610F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7F3B-3C8D-44EC-B168-4DF402D98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354F6-1E43-4FE2-9416-04E184CE86D7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AEF5720-1197-40C8-BFBA-5BF0AC560111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1CE94B4-04F5-4161-95DF-2EB53BA97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565" y="292397"/>
            <a:ext cx="1364857" cy="7378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89DA67-FB2F-492F-8875-D8F4D4DB0AAF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LO2-Marketplace Analysis for E-commerce</a:t>
            </a:r>
          </a:p>
        </p:txBody>
      </p:sp>
    </p:spTree>
    <p:extLst>
      <p:ext uri="{BB962C8B-B14F-4D97-AF65-F5344CB8AC3E}">
        <p14:creationId xmlns:p14="http://schemas.microsoft.com/office/powerpoint/2010/main" val="405416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2CAD7-C006-4353-A7EB-D4461834FFBC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28D83-E4C8-4915-BA61-71ABB0F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9BB-BB69-451E-A09E-59180997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BA36-121F-4271-BF92-82AF8DF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13FB-3A55-4A8D-AEBA-1AF76B7A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A959D-3244-40DF-8C39-48899F94628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0E49D956-4E7D-4FF0-9764-CA5EA52DF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85738"/>
            <a:ext cx="1364857" cy="7378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D7041B-5B8A-4891-9625-77D7D7A25153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LO2-Marketplace Analysis for E-commerce</a:t>
            </a:r>
          </a:p>
        </p:txBody>
      </p:sp>
    </p:spTree>
    <p:extLst>
      <p:ext uri="{BB962C8B-B14F-4D97-AF65-F5344CB8AC3E}">
        <p14:creationId xmlns:p14="http://schemas.microsoft.com/office/powerpoint/2010/main" val="186436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BC9-E257-4172-AC12-4AC9239B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25E9-6D4F-4823-AE7C-483A3110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86F1-3FAF-4510-86BF-33A8937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3B4C-BEC0-49A2-A45C-7D334E8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0D68-B742-47B0-9398-98B0F76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7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2605-5E95-4ACC-B9CD-4903C97C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895-7D0C-431B-9D5A-C31AC039C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779E9-397B-4F66-B41D-BB342E67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74F6-3A40-4E65-ABFB-7A2C68D8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9A97-5042-465C-BBED-81AF8C2A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5479-C27D-45D9-AE08-EE452A49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4891-15D3-4754-84C2-E5543F06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125-0BF0-46DA-AE52-B6C10FC9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7E3B-ACAA-4F9F-8D86-14B8758E6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3A2A-3233-44D6-AF71-16EEA602A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3C41A-D68A-46DA-855E-E1D8D488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9258-6F83-419D-9540-19D71D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64971-15B4-4DC3-B2CB-00DCE6E6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A4FE-DF9D-40D9-82D2-6D0F00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26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FC2B-977A-40CD-9CC9-22479607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7718-914F-4E13-AC0C-C7C5BE9F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CF05-D59E-4AF3-842B-7C757C16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77DE9-3557-46EE-B523-7207E0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49786-F49C-4973-8751-25E29B2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1183E-762E-4B73-9B17-A3DA24F1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1A84-DF94-4F99-A49C-B03B19E0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D841-3D44-423C-91C3-F7A515D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97E8-4AF6-4659-BEA1-898853C4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55B-56F3-4B61-A474-67D86A37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7BC3-2791-4AB5-ADAE-0C7F4E70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1823-8CDE-4274-A19F-1E39E5E0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46A9-8465-4B40-86FD-D275335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94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D9A-D792-4F7E-AA19-63A97B96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37E6-2053-48FC-B428-429E20BDE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E880-7950-4911-AC27-4B0D372E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2BD9-F85B-45B4-91FB-9240F62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3668D-7030-4594-8DC9-C9B44E4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C865-F7B5-4870-8694-ED39F9CA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EC3D-9000-436C-BBFF-06FD2E29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804C-57F6-4D6F-88D1-0FD3BE6F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962E-FC03-49B4-8F16-72F0A6D1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6B7B-C59A-47E6-A797-20640207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7256-871B-433F-8D7F-15EAF8E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409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79DC-D4AB-4EF5-AD3D-FEF820823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51C7-3427-41D1-A1F2-6C3D09DD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23B8-0D9A-406A-9FB6-2441F678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72E5-006A-4155-9842-087F938A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49D6-B941-48B9-94A0-5AC0211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21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5C447-9B03-43B9-828E-47208582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C0CED-A812-4110-9DA5-48D7C03E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0008-9FE4-4F40-8C1A-C5DDCF6A2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5ED6-F25D-41F1-AAC9-E78DC995B25D}" type="datetimeFigureOut">
              <a:rPr lang="en-SG" smtClean="0"/>
              <a:t>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3F37-DD31-4315-B770-3F9CFD21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67E0-94D2-47F8-BE7F-19DE8787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AD23-F2F8-4063-BECD-46D330AE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Digital Business and               E-Commerce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BFC50-F776-4C51-876C-0FBE15360ED2}"/>
              </a:ext>
            </a:extLst>
          </p:cNvPr>
          <p:cNvSpPr txBox="1"/>
          <p:nvPr/>
        </p:nvSpPr>
        <p:spPr>
          <a:xfrm>
            <a:off x="895350" y="4457700"/>
            <a:ext cx="10848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>
                <a:latin typeface="Abadi" panose="020B0604020202020204" pitchFamily="34" charset="0"/>
              </a:rPr>
              <a:t>Lesson 2</a:t>
            </a:r>
          </a:p>
          <a:p>
            <a:pPr algn="ctr"/>
            <a:r>
              <a:rPr lang="en-SG" sz="3600" dirty="0">
                <a:latin typeface="Abadi" panose="020B0604020202020204" pitchFamily="34" charset="0"/>
              </a:rPr>
              <a:t>Marketplace Analysis for E-commerce</a:t>
            </a:r>
          </a:p>
        </p:txBody>
      </p:sp>
    </p:spTree>
    <p:extLst>
      <p:ext uri="{BB962C8B-B14F-4D97-AF65-F5344CB8AC3E}">
        <p14:creationId xmlns:p14="http://schemas.microsoft.com/office/powerpoint/2010/main" val="285614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F88A-68F7-4655-8A42-CD311E85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20" y="-107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G" dirty="0"/>
              <a:t>Marketplace analysis for E-commerce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551255E-03B5-4509-AF9F-FDBB9C920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841916"/>
              </p:ext>
            </p:extLst>
          </p:nvPr>
        </p:nvGraphicFramePr>
        <p:xfrm>
          <a:off x="1082040" y="229616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A8C6B8-0CBA-4616-93CF-8A66B62CAE1C}"/>
              </a:ext>
            </a:extLst>
          </p:cNvPr>
          <p:cNvSpPr txBox="1"/>
          <p:nvPr/>
        </p:nvSpPr>
        <p:spPr>
          <a:xfrm>
            <a:off x="909320" y="1399678"/>
            <a:ext cx="764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At the end of this lesson, you will be able to:</a:t>
            </a:r>
          </a:p>
        </p:txBody>
      </p:sp>
    </p:spTree>
    <p:extLst>
      <p:ext uri="{BB962C8B-B14F-4D97-AF65-F5344CB8AC3E}">
        <p14:creationId xmlns:p14="http://schemas.microsoft.com/office/powerpoint/2010/main" val="377429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2.1</a:t>
            </a:r>
          </a:p>
        </p:txBody>
      </p:sp>
    </p:spTree>
    <p:extLst>
      <p:ext uri="{BB962C8B-B14F-4D97-AF65-F5344CB8AC3E}">
        <p14:creationId xmlns:p14="http://schemas.microsoft.com/office/powerpoint/2010/main" val="30990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AB93-B415-40A7-AE1F-BE5258C0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>
            <a:normAutofit/>
          </a:bodyPr>
          <a:lstStyle/>
          <a:p>
            <a:r>
              <a:rPr lang="en-SG" dirty="0"/>
              <a:t>Online Market Place Analysis</a:t>
            </a:r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EF4D9857-08B3-4C36-89C2-E2C831D16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7C3978-DD4F-4700-83EB-55D43208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956"/>
            <a:ext cx="10515600" cy="4351338"/>
          </a:xfrm>
        </p:spPr>
        <p:txBody>
          <a:bodyPr>
            <a:normAutofit/>
          </a:bodyPr>
          <a:lstStyle/>
          <a:p>
            <a:r>
              <a:rPr lang="en-SG" sz="3200" dirty="0"/>
              <a:t>Understanding the online elements of an organization’s environment is a key part of </a:t>
            </a:r>
            <a:r>
              <a:rPr lang="en-SG" sz="3200" b="1" u="sng" dirty="0"/>
              <a:t>situation analysis</a:t>
            </a:r>
            <a:r>
              <a:rPr lang="en-SG" sz="3200" dirty="0"/>
              <a:t> for digital business strategy development.</a:t>
            </a:r>
          </a:p>
          <a:p>
            <a:pPr marL="0" indent="0">
              <a:buNone/>
            </a:pPr>
            <a:endParaRPr lang="en-SG" sz="3200" dirty="0"/>
          </a:p>
          <a:p>
            <a:r>
              <a:rPr lang="en-SG" sz="3200" dirty="0"/>
              <a:t> There is also a need for a process to continually monitor the environment, which is often referred to as </a:t>
            </a:r>
            <a:r>
              <a:rPr lang="en-SG" sz="3200" b="1" u="sng" dirty="0"/>
              <a:t>environmental scanning</a:t>
            </a:r>
            <a:r>
              <a:rPr lang="en-S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937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AB93-B415-40A7-AE1F-BE5258C0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>
            <a:normAutofit/>
          </a:bodyPr>
          <a:lstStyle/>
          <a:p>
            <a:r>
              <a:rPr lang="en-SG" dirty="0"/>
              <a:t>Online Market Place Analysis</a:t>
            </a:r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EF4D9857-08B3-4C36-89C2-E2C831D16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B3F6EE-8868-4AC0-950A-3765F52CE36B}"/>
              </a:ext>
            </a:extLst>
          </p:cNvPr>
          <p:cNvSpPr txBox="1"/>
          <p:nvPr/>
        </p:nvSpPr>
        <p:spPr>
          <a:xfrm>
            <a:off x="1181100" y="1885950"/>
            <a:ext cx="312420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Situation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30D20-69EA-45DA-9267-44AEC117BD09}"/>
              </a:ext>
            </a:extLst>
          </p:cNvPr>
          <p:cNvSpPr txBox="1"/>
          <p:nvPr/>
        </p:nvSpPr>
        <p:spPr>
          <a:xfrm>
            <a:off x="1181100" y="4280084"/>
            <a:ext cx="7212887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Environmental Scanning and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1D73A-139F-4773-8D99-B71F5306CE73}"/>
              </a:ext>
            </a:extLst>
          </p:cNvPr>
          <p:cNvSpPr txBox="1"/>
          <p:nvPr/>
        </p:nvSpPr>
        <p:spPr>
          <a:xfrm>
            <a:off x="1913468" y="2665987"/>
            <a:ext cx="9440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Collection and review of information about an organization’s external environment and internal processes and resources in order to inform its strategies.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E9168-9FE2-409B-9B13-5CEF61576B3C}"/>
              </a:ext>
            </a:extLst>
          </p:cNvPr>
          <p:cNvSpPr txBox="1"/>
          <p:nvPr/>
        </p:nvSpPr>
        <p:spPr>
          <a:xfrm>
            <a:off x="1913467" y="5093961"/>
            <a:ext cx="94403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The process of continuously monitoring the environment and events and responding accordingly.</a:t>
            </a:r>
          </a:p>
        </p:txBody>
      </p:sp>
    </p:spTree>
    <p:extLst>
      <p:ext uri="{BB962C8B-B14F-4D97-AF65-F5344CB8AC3E}">
        <p14:creationId xmlns:p14="http://schemas.microsoft.com/office/powerpoint/2010/main" val="68253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AB93-B415-40A7-AE1F-BE5258C0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188" y="3765"/>
            <a:ext cx="9440332" cy="1325563"/>
          </a:xfrm>
        </p:spPr>
        <p:txBody>
          <a:bodyPr>
            <a:normAutofit/>
          </a:bodyPr>
          <a:lstStyle/>
          <a:p>
            <a:r>
              <a:rPr lang="en-SG" dirty="0"/>
              <a:t>Online Market Place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94DAB-987D-4012-B23A-CB951CFBC6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17" t="16444" r="19999" b="11112"/>
          <a:stretch/>
        </p:blipFill>
        <p:spPr>
          <a:xfrm>
            <a:off x="1811549" y="1004253"/>
            <a:ext cx="8788719" cy="57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5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835C-DB7B-443F-B092-A34A5CFE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Online Marketplace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9157F-E235-4A7E-9001-FA26F9326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24" y="2465387"/>
            <a:ext cx="10429875" cy="2287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3600" dirty="0"/>
              <a:t>Knowledge of the opportunities and threats presented by these marketplace changes is essential to those involved in defining business, marketing and information systems strategy.</a:t>
            </a:r>
          </a:p>
          <a:p>
            <a:pPr marL="0" indent="0">
              <a:buNone/>
            </a:pP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26742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2.2</a:t>
            </a:r>
          </a:p>
        </p:txBody>
      </p:sp>
    </p:spTree>
    <p:extLst>
      <p:ext uri="{BB962C8B-B14F-4D97-AF65-F5344CB8AC3E}">
        <p14:creationId xmlns:p14="http://schemas.microsoft.com/office/powerpoint/2010/main" val="402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2792-683B-4F03-9F1D-ED9E79BB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Online Marketplace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1CF9-5FD1-463F-A136-16EFC8032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of the online marketplace or ‘marketspace’ is a key part of developing a long-term e-business plan or creating a shorter-term digital marketing campaign.</a:t>
            </a:r>
          </a:p>
          <a:p>
            <a:endParaRPr lang="en-US" dirty="0"/>
          </a:p>
          <a:p>
            <a:r>
              <a:rPr lang="en-US" dirty="0"/>
              <a:t>Completing a marketplace analysis helps to define the main types of online presence that are part of a </a:t>
            </a:r>
            <a:r>
              <a:rPr lang="en-US" b="1" u="sng" dirty="0"/>
              <a:t>‘click ecosystem’ </a:t>
            </a:r>
            <a:r>
              <a:rPr lang="en-US" dirty="0"/>
              <a:t>which describes the consumer behavior or flow of online visitors between search engines, media sites and other intermediaries to an organization and its competitors.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50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AB93-B415-40A7-AE1F-BE5258C0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618" y="318489"/>
            <a:ext cx="9440332" cy="1325563"/>
          </a:xfrm>
        </p:spPr>
        <p:txBody>
          <a:bodyPr>
            <a:normAutofit/>
          </a:bodyPr>
          <a:lstStyle/>
          <a:p>
            <a:r>
              <a:rPr lang="en-SG" dirty="0"/>
              <a:t>Online Market Place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3F6EE-8868-4AC0-950A-3765F52CE36B}"/>
              </a:ext>
            </a:extLst>
          </p:cNvPr>
          <p:cNvSpPr txBox="1"/>
          <p:nvPr/>
        </p:nvSpPr>
        <p:spPr>
          <a:xfrm>
            <a:off x="1181100" y="1885950"/>
            <a:ext cx="2771775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Click Ecosystem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30D20-69EA-45DA-9267-44AEC117BD09}"/>
              </a:ext>
            </a:extLst>
          </p:cNvPr>
          <p:cNvSpPr txBox="1"/>
          <p:nvPr/>
        </p:nvSpPr>
        <p:spPr>
          <a:xfrm>
            <a:off x="1181101" y="4280084"/>
            <a:ext cx="451485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Online Market Ecosystem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1D73A-139F-4773-8D99-B71F5306CE73}"/>
              </a:ext>
            </a:extLst>
          </p:cNvPr>
          <p:cNvSpPr txBox="1"/>
          <p:nvPr/>
        </p:nvSpPr>
        <p:spPr>
          <a:xfrm>
            <a:off x="1913468" y="2665987"/>
            <a:ext cx="9440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Describes the customer behaviour or flow of online visitors between search engines, media sites, other intermediaries to an organizations and its competitors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E9168-9FE2-409B-9B13-5CEF61576B3C}"/>
              </a:ext>
            </a:extLst>
          </p:cNvPr>
          <p:cNvSpPr txBox="1"/>
          <p:nvPr/>
        </p:nvSpPr>
        <p:spPr>
          <a:xfrm>
            <a:off x="1913467" y="5093961"/>
            <a:ext cx="94403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Connects websites through data exchange, giving opportunities to enhance the customer experience and extend their reach and influence.</a:t>
            </a:r>
          </a:p>
        </p:txBody>
      </p:sp>
    </p:spTree>
    <p:extLst>
      <p:ext uri="{BB962C8B-B14F-4D97-AF65-F5344CB8AC3E}">
        <p14:creationId xmlns:p14="http://schemas.microsoft.com/office/powerpoint/2010/main" val="21580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AB93-B415-40A7-AE1F-BE5258C0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43" y="0"/>
            <a:ext cx="9440332" cy="1325563"/>
          </a:xfrm>
        </p:spPr>
        <p:txBody>
          <a:bodyPr>
            <a:normAutofit/>
          </a:bodyPr>
          <a:lstStyle/>
          <a:p>
            <a:r>
              <a:rPr lang="en-SG" dirty="0"/>
              <a:t>Online Market Place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30D20-69EA-45DA-9267-44AEC117BD09}"/>
              </a:ext>
            </a:extLst>
          </p:cNvPr>
          <p:cNvSpPr txBox="1"/>
          <p:nvPr/>
        </p:nvSpPr>
        <p:spPr>
          <a:xfrm>
            <a:off x="851959" y="1474543"/>
            <a:ext cx="4552950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Online Market Ecosystem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E9168-9FE2-409B-9B13-5CEF61576B3C}"/>
              </a:ext>
            </a:extLst>
          </p:cNvPr>
          <p:cNvSpPr txBox="1"/>
          <p:nvPr/>
        </p:nvSpPr>
        <p:spPr>
          <a:xfrm>
            <a:off x="1143000" y="2359643"/>
            <a:ext cx="105441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dirty="0"/>
              <a:t>Major online players such as Facebook, Google, Salesforce have developed their own infrastructure or online market ecosystem.</a:t>
            </a:r>
          </a:p>
          <a:p>
            <a:endParaRPr lang="en-SG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dirty="0"/>
              <a:t>For example,  Facebook has developed the Facebook platform API to enable exchange of data between websites and application, including mobile apps.</a:t>
            </a:r>
          </a:p>
          <a:p>
            <a:endParaRPr lang="en-SG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SG" sz="2800" dirty="0"/>
              <a:t>Analysing the impact of different ecosystems on online consumer behaviour or customer journeys is, today, as important as observing their physical behaviour in the real world.</a:t>
            </a:r>
          </a:p>
        </p:txBody>
      </p:sp>
    </p:spTree>
    <p:extLst>
      <p:ext uri="{BB962C8B-B14F-4D97-AF65-F5344CB8AC3E}">
        <p14:creationId xmlns:p14="http://schemas.microsoft.com/office/powerpoint/2010/main" val="105086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2.3</a:t>
            </a:r>
          </a:p>
        </p:txBody>
      </p:sp>
    </p:spTree>
    <p:extLst>
      <p:ext uri="{BB962C8B-B14F-4D97-AF65-F5344CB8AC3E}">
        <p14:creationId xmlns:p14="http://schemas.microsoft.com/office/powerpoint/2010/main" val="89958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1DC8FD-10CF-42D8-9567-B177426473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81" t="20000" r="30156" b="17222"/>
          <a:stretch/>
        </p:blipFill>
        <p:spPr>
          <a:xfrm>
            <a:off x="1219199" y="0"/>
            <a:ext cx="7934326" cy="664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8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DA10-AF25-4C33-9809-C44D0369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392"/>
            <a:ext cx="3053080" cy="5504688"/>
          </a:xfrm>
        </p:spPr>
        <p:txBody>
          <a:bodyPr>
            <a:normAutofit/>
          </a:bodyPr>
          <a:lstStyle/>
          <a:p>
            <a:r>
              <a:rPr lang="en-SG" dirty="0"/>
              <a:t>Online Marketplace Analysis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4B0336-49B8-4E98-B416-31EDD2090E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8572860"/>
              </p:ext>
            </p:extLst>
          </p:nvPr>
        </p:nvGraphicFramePr>
        <p:xfrm>
          <a:off x="4277360" y="345440"/>
          <a:ext cx="6979920" cy="637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071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2.4</a:t>
            </a:r>
          </a:p>
        </p:txBody>
      </p:sp>
    </p:spTree>
    <p:extLst>
      <p:ext uri="{BB962C8B-B14F-4D97-AF65-F5344CB8AC3E}">
        <p14:creationId xmlns:p14="http://schemas.microsoft.com/office/powerpoint/2010/main" val="4282641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3243-7221-4C71-BA12-6924E9F4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Online Marketplace Analysis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2F5D087-754C-4E27-B1F7-0C64F063C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93069"/>
              </p:ext>
            </p:extLst>
          </p:nvPr>
        </p:nvGraphicFramePr>
        <p:xfrm>
          <a:off x="965200" y="1139952"/>
          <a:ext cx="9634612" cy="509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241">
                  <a:extLst>
                    <a:ext uri="{9D8B030D-6E8A-4147-A177-3AD203B41FA5}">
                      <a16:colId xmlns:a16="http://schemas.microsoft.com/office/drawing/2014/main" val="4208545372"/>
                    </a:ext>
                  </a:extLst>
                </a:gridCol>
                <a:gridCol w="4850371">
                  <a:extLst>
                    <a:ext uri="{9D8B030D-6E8A-4147-A177-3AD203B41FA5}">
                      <a16:colId xmlns:a16="http://schemas.microsoft.com/office/drawing/2014/main" val="4138789984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Service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Usage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3492436404"/>
                  </a:ext>
                </a:extLst>
              </a:tr>
              <a:tr h="1518719"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Google Tools</a:t>
                      </a:r>
                    </a:p>
                    <a:p>
                      <a:pPr algn="l"/>
                      <a:r>
                        <a:rPr lang="en-SG" sz="1900" dirty="0"/>
                        <a:t>- Mainly included within their AdWords services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Google is one of the best sources of accurate tools for marketplace analysis including: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SG" sz="1900" dirty="0"/>
                        <a:t>Placement tool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SG" sz="1900" dirty="0"/>
                        <a:t>Google Trends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SG" sz="1900" dirty="0"/>
                        <a:t>Keyword planner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2941139858"/>
                  </a:ext>
                </a:extLst>
              </a:tr>
              <a:tr h="941796">
                <a:tc>
                  <a:txBody>
                    <a:bodyPr/>
                    <a:lstStyle/>
                    <a:p>
                      <a:pPr algn="l"/>
                      <a:r>
                        <a:rPr lang="en-SG" sz="1900"/>
                        <a:t>Alexa</a:t>
                      </a:r>
                    </a:p>
                    <a:p>
                      <a:pPr algn="l"/>
                      <a:r>
                        <a:rPr lang="en-SG" sz="1900"/>
                        <a:t>- Free tool but not based on representative sample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Free service owned by Amazon which provides traffic ranking of individual sites compared to all sites.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1538154974"/>
                  </a:ext>
                </a:extLst>
              </a:tr>
              <a:tr h="941796">
                <a:tc>
                  <a:txBody>
                    <a:bodyPr/>
                    <a:lstStyle/>
                    <a:p>
                      <a:pPr algn="l"/>
                      <a:r>
                        <a:rPr lang="en-SG" sz="1900"/>
                        <a:t>Hitwise</a:t>
                      </a:r>
                    </a:p>
                    <a:p>
                      <a:pPr algn="l"/>
                      <a:r>
                        <a:rPr lang="en-SG" sz="1900"/>
                        <a:t>- Paid tool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Paid service available to some countries to compare audience size and search and site usage.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3829072999"/>
                  </a:ext>
                </a:extLst>
              </a:tr>
              <a:tr h="1230258">
                <a:tc>
                  <a:txBody>
                    <a:bodyPr/>
                    <a:lstStyle/>
                    <a:p>
                      <a:pPr algn="l"/>
                      <a:r>
                        <a:rPr lang="en-SG" sz="1900"/>
                        <a:t>Nielsen</a:t>
                      </a:r>
                    </a:p>
                    <a:p>
                      <a:pPr algn="l"/>
                      <a:r>
                        <a:rPr lang="en-SG" sz="1900"/>
                        <a:t>-  Paid tool, free data on search engines and intermediaries available from press release section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Panel service based on at-home and at-work users who have agreed to have their web usage tracked by software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42867245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5E6A2CB-1E5C-4470-8AD2-FB7ACD7104B9}"/>
              </a:ext>
            </a:extLst>
          </p:cNvPr>
          <p:cNvSpPr txBox="1"/>
          <p:nvPr/>
        </p:nvSpPr>
        <p:spPr>
          <a:xfrm>
            <a:off x="865505" y="6199320"/>
            <a:ext cx="9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chemeClr val="accent6">
                    <a:lumMod val="75000"/>
                  </a:schemeClr>
                </a:solidFill>
              </a:rPr>
              <a:t>Research tools for assessing your digital marketplace</a:t>
            </a:r>
          </a:p>
        </p:txBody>
      </p:sp>
    </p:spTree>
    <p:extLst>
      <p:ext uri="{BB962C8B-B14F-4D97-AF65-F5344CB8AC3E}">
        <p14:creationId xmlns:p14="http://schemas.microsoft.com/office/powerpoint/2010/main" val="1502370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3243-7221-4C71-BA12-6924E9F4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99" y="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Online Marketplace Analysis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2F5D087-754C-4E27-B1F7-0C64F063C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51896"/>
              </p:ext>
            </p:extLst>
          </p:nvPr>
        </p:nvGraphicFramePr>
        <p:xfrm>
          <a:off x="965200" y="1139952"/>
          <a:ext cx="9634612" cy="508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241">
                  <a:extLst>
                    <a:ext uri="{9D8B030D-6E8A-4147-A177-3AD203B41FA5}">
                      <a16:colId xmlns:a16="http://schemas.microsoft.com/office/drawing/2014/main" val="4208545372"/>
                    </a:ext>
                  </a:extLst>
                </a:gridCol>
                <a:gridCol w="4850371">
                  <a:extLst>
                    <a:ext uri="{9D8B030D-6E8A-4147-A177-3AD203B41FA5}">
                      <a16:colId xmlns:a16="http://schemas.microsoft.com/office/drawing/2014/main" val="4138789984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Service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dirty="0"/>
                        <a:t>Usage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3492436404"/>
                  </a:ext>
                </a:extLst>
              </a:tr>
              <a:tr h="1518719"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ComScore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SG" sz="1900" dirty="0"/>
                        <a:t>Paid Tool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SG" sz="1900" dirty="0"/>
                        <a:t>Free data on search engines and intermediaries available from press release sections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A similar service to Netratings but focusing more to the US and UK. A preferred tool for media planners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2941139858"/>
                  </a:ext>
                </a:extLst>
              </a:tr>
              <a:tr h="941796"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Google Analytics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Free and paid-for service which provide insights into website audience behaviour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1538154974"/>
                  </a:ext>
                </a:extLst>
              </a:tr>
              <a:tr h="941796"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SmartInsights Digital Marketing Statistics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A regularly updated compilation of statistics including the top 10 recommended statistics sources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3829072999"/>
                  </a:ext>
                </a:extLst>
              </a:tr>
              <a:tr h="1230258">
                <a:tc>
                  <a:txBody>
                    <a:bodyPr/>
                    <a:lstStyle/>
                    <a:p>
                      <a:pPr algn="l"/>
                      <a:r>
                        <a:rPr lang="en-SG" sz="1900" dirty="0"/>
                        <a:t>Forrester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SG" sz="1900" dirty="0"/>
                        <a:t>Paid search service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SG" sz="1900" dirty="0"/>
                        <a:t>Some free commentary and analysis within blogs</a:t>
                      </a:r>
                    </a:p>
                  </a:txBody>
                  <a:tcPr marL="76413" marR="76413" marT="38206" marB="38206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SG" sz="1900" dirty="0"/>
                        <a:t>Offers reports on Internet usage and best practice in different vertical sectors such as financial service, retail and travel</a:t>
                      </a:r>
                    </a:p>
                  </a:txBody>
                  <a:tcPr marL="76413" marR="76413" marT="38206" marB="38206"/>
                </a:tc>
                <a:extLst>
                  <a:ext uri="{0D108BD9-81ED-4DB2-BD59-A6C34878D82A}">
                    <a16:rowId xmlns:a16="http://schemas.microsoft.com/office/drawing/2014/main" val="42867245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5E6A2CB-1E5C-4470-8AD2-FB7ACD7104B9}"/>
              </a:ext>
            </a:extLst>
          </p:cNvPr>
          <p:cNvSpPr txBox="1"/>
          <p:nvPr/>
        </p:nvSpPr>
        <p:spPr>
          <a:xfrm>
            <a:off x="865505" y="6199320"/>
            <a:ext cx="963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chemeClr val="accent6">
                    <a:lumMod val="75000"/>
                  </a:schemeClr>
                </a:solidFill>
              </a:rPr>
              <a:t>Research tools for assessing your digital marketplace</a:t>
            </a:r>
          </a:p>
        </p:txBody>
      </p:sp>
    </p:spTree>
    <p:extLst>
      <p:ext uri="{BB962C8B-B14F-4D97-AF65-F5344CB8AC3E}">
        <p14:creationId xmlns:p14="http://schemas.microsoft.com/office/powerpoint/2010/main" val="133531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0A55-9B98-4C92-9984-230EEAB6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Online Marketplace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53D22-00C9-4BDE-8647-10F5B829F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67" t="22370" r="21000" b="13629"/>
          <a:stretch/>
        </p:blipFill>
        <p:spPr>
          <a:xfrm>
            <a:off x="838200" y="1465103"/>
            <a:ext cx="7102474" cy="52360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5779E-43C9-4B97-A695-EB28A1A02065}"/>
              </a:ext>
            </a:extLst>
          </p:cNvPr>
          <p:cNvSpPr txBox="1"/>
          <p:nvPr/>
        </p:nvSpPr>
        <p:spPr>
          <a:xfrm>
            <a:off x="8260080" y="1225689"/>
            <a:ext cx="34340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relationship between a company and its channel partners shown in </a:t>
            </a:r>
            <a:r>
              <a:rPr lang="en-US" sz="2400" b="1" dirty="0"/>
              <a:t>Figure 2.5 </a:t>
            </a:r>
            <a:r>
              <a:rPr lang="en-US" sz="2400" dirty="0"/>
              <a:t>can be dramatically altered by the opportunities afforded by the Internet. This occurs because the Internet offers a means of bypassing some of the channel partners. This process is known as </a:t>
            </a:r>
            <a:r>
              <a:rPr lang="en-US" sz="2400" b="1" dirty="0"/>
              <a:t>disintermediation </a:t>
            </a:r>
            <a:r>
              <a:rPr lang="en-US" sz="2400" dirty="0"/>
              <a:t>or              </a:t>
            </a:r>
            <a:r>
              <a:rPr lang="en-US" sz="2400" b="1" dirty="0"/>
              <a:t>‘ cutting out the middleman’. 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244895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307A-9389-49E7-8CB0-72BCEAE1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Online Marketplace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A0991-91B5-4FFF-AAC7-6BBED847DC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45" t="17165" r="10948" b="20919"/>
          <a:stretch/>
        </p:blipFill>
        <p:spPr>
          <a:xfrm>
            <a:off x="618780" y="1585531"/>
            <a:ext cx="7610820" cy="4793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9C67A6-FB8C-4FEF-84CA-5D3597854DBC}"/>
              </a:ext>
            </a:extLst>
          </p:cNvPr>
          <p:cNvSpPr txBox="1"/>
          <p:nvPr/>
        </p:nvSpPr>
        <p:spPr>
          <a:xfrm>
            <a:off x="8345805" y="2197239"/>
            <a:ext cx="3434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Figure 2.6 </a:t>
            </a:r>
            <a:r>
              <a:rPr lang="en-US" sz="2400" dirty="0"/>
              <a:t>illustrates disintermediation in a graphical form for a simplified retail channel. Further intermediaries such as additional distributors may occur in a B2B market.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1817686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7E1F-67DA-41AA-9E50-62595533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Online Marketplace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5524C-AC22-4346-8A0F-BB10EB062E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46" t="24653" r="13516" b="11250"/>
          <a:stretch/>
        </p:blipFill>
        <p:spPr>
          <a:xfrm>
            <a:off x="723901" y="1735137"/>
            <a:ext cx="7621904" cy="4757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E3C62C-8DD1-4161-B6CA-09F664194EF4}"/>
              </a:ext>
            </a:extLst>
          </p:cNvPr>
          <p:cNvSpPr txBox="1"/>
          <p:nvPr/>
        </p:nvSpPr>
        <p:spPr>
          <a:xfrm>
            <a:off x="8469630" y="2492514"/>
            <a:ext cx="3434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Although disintermediation has occurred, </a:t>
            </a:r>
            <a:r>
              <a:rPr lang="en-US" sz="2400" b="1" dirty="0"/>
              <a:t>reintermediation </a:t>
            </a:r>
            <a:r>
              <a:rPr lang="en-US" sz="2400" dirty="0"/>
              <a:t>is perhaps a more significant phenomenon resulting from Internet-based communications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05625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2.5</a:t>
            </a:r>
          </a:p>
        </p:txBody>
      </p:sp>
    </p:spTree>
    <p:extLst>
      <p:ext uri="{BB962C8B-B14F-4D97-AF65-F5344CB8AC3E}">
        <p14:creationId xmlns:p14="http://schemas.microsoft.com/office/powerpoint/2010/main" val="2868969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AA889-5671-4C64-A5D5-1C068164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9267788" cy="1154011"/>
          </a:xfrm>
        </p:spPr>
        <p:txBody>
          <a:bodyPr>
            <a:normAutofit/>
          </a:bodyPr>
          <a:lstStyle/>
          <a:p>
            <a:r>
              <a:rPr lang="en-SG" sz="4800" dirty="0"/>
              <a:t>Location of Trading in a marketplace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B4BC98-92AC-4282-B2A5-A01B3FB9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6901193" cy="439398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While traditional marketplaces have a physical location, an Internet-based market has no physical presence – it is a virtual marketplace. electronic marketplace. 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This has implications for the way in which the relationships between the different actors in the marketplace occur. </a:t>
            </a:r>
            <a:endParaRPr lang="en-SG" sz="3600" dirty="0"/>
          </a:p>
        </p:txBody>
      </p:sp>
      <p:sp>
        <p:nvSpPr>
          <p:cNvPr id="39" name="Isosceles Triangle 3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Kiosk">
            <a:extLst>
              <a:ext uri="{FF2B5EF4-FFF2-40B4-BE49-F238E27FC236}">
                <a16:creationId xmlns:a16="http://schemas.microsoft.com/office/drawing/2014/main" id="{EE726BF7-5DB7-4233-89A5-21295DAE0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9869" y="1714668"/>
            <a:ext cx="3428663" cy="342866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12209CB-3E4C-43AE-B507-08269FAE8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A580F890-B085-4E95-96AA-55AEBEC5C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CB7912-FEA6-4C89-8E9B-D95EF1564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329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3804-A246-401B-B1C3-C67F3CDE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149" y="85813"/>
            <a:ext cx="10515600" cy="1325563"/>
          </a:xfrm>
        </p:spPr>
        <p:txBody>
          <a:bodyPr/>
          <a:lstStyle/>
          <a:p>
            <a:r>
              <a:rPr lang="en-SG" dirty="0"/>
              <a:t>Location of Trading in a marketplace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C14E3-D370-4D29-A25F-83E73449D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97" t="24652" r="14483" b="9426"/>
          <a:stretch/>
        </p:blipFill>
        <p:spPr>
          <a:xfrm>
            <a:off x="1552575" y="1411376"/>
            <a:ext cx="9938276" cy="53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06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C9EF-277E-4649-AD1A-508552B0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515600" cy="1325563"/>
          </a:xfrm>
        </p:spPr>
        <p:txBody>
          <a:bodyPr/>
          <a:lstStyle/>
          <a:p>
            <a:r>
              <a:rPr lang="en-SG" dirty="0"/>
              <a:t>Location of Trading in a marketplace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3AB78-DC46-4C57-8891-6D387F8E66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72" t="26054" r="14678" b="18314"/>
          <a:stretch/>
        </p:blipFill>
        <p:spPr>
          <a:xfrm>
            <a:off x="811597" y="1713009"/>
            <a:ext cx="7637078" cy="4407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F4011D-3B47-48B9-9CFC-084852EDA203}"/>
              </a:ext>
            </a:extLst>
          </p:cNvPr>
          <p:cNvSpPr txBox="1"/>
          <p:nvPr/>
        </p:nvSpPr>
        <p:spPr>
          <a:xfrm>
            <a:off x="8763000" y="1713009"/>
            <a:ext cx="30289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A channel chain shows different customer journeys for customers with different channel preferences. It can be used to assess the current and future performance of these different customer journeys.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226941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3A4D-8EA0-4D2F-A65B-9CD36EAA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anchor="ctr">
            <a:normAutofit/>
          </a:bodyPr>
          <a:lstStyle/>
          <a:p>
            <a:r>
              <a:rPr lang="en-SG" dirty="0"/>
              <a:t>Location for trading in a marketplace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038B85-77A6-4A01-BA5C-03CBAD994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205744"/>
              </p:ext>
            </p:extLst>
          </p:nvPr>
        </p:nvGraphicFramePr>
        <p:xfrm>
          <a:off x="472021" y="2620203"/>
          <a:ext cx="10907490" cy="2732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85B1E6-AED6-4E7B-9140-A25DA5D4C1A9}"/>
              </a:ext>
            </a:extLst>
          </p:cNvPr>
          <p:cNvSpPr txBox="1"/>
          <p:nvPr/>
        </p:nvSpPr>
        <p:spPr>
          <a:xfrm>
            <a:off x="582010" y="1994855"/>
            <a:ext cx="7725103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New intermediaries (mainly from a B2C perspective)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DB4FE-9E42-4522-B414-E14D8080D55F}"/>
              </a:ext>
            </a:extLst>
          </p:cNvPr>
          <p:cNvSpPr txBox="1"/>
          <p:nvPr/>
        </p:nvSpPr>
        <p:spPr>
          <a:xfrm>
            <a:off x="472021" y="5042118"/>
            <a:ext cx="113961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Intermediaries varies in scope and services they offer. It is useful, in particular for marketers to understand these type since they act as a checklist for how their companies can be represented on the different types of intermediaries, online publishers and media owners.</a:t>
            </a:r>
          </a:p>
        </p:txBody>
      </p:sp>
    </p:spTree>
    <p:extLst>
      <p:ext uri="{BB962C8B-B14F-4D97-AF65-F5344CB8AC3E}">
        <p14:creationId xmlns:p14="http://schemas.microsoft.com/office/powerpoint/2010/main" val="3124155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2.6</a:t>
            </a:r>
          </a:p>
        </p:txBody>
      </p:sp>
    </p:spTree>
    <p:extLst>
      <p:ext uri="{BB962C8B-B14F-4D97-AF65-F5344CB8AC3E}">
        <p14:creationId xmlns:p14="http://schemas.microsoft.com/office/powerpoint/2010/main" val="3606464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FBDFA86-51D3-4729-B154-796918372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C0A23-30DC-49D1-87BB-38471CF1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n-SG">
                <a:solidFill>
                  <a:srgbClr val="FFFFFF"/>
                </a:solidFill>
              </a:rPr>
              <a:t>Business Models for                      </a:t>
            </a:r>
            <a:br>
              <a:rPr lang="en-SG">
                <a:solidFill>
                  <a:srgbClr val="FFFFFF"/>
                </a:solidFill>
              </a:rPr>
            </a:br>
            <a:r>
              <a:rPr lang="en-SG">
                <a:solidFill>
                  <a:srgbClr val="FFFFFF"/>
                </a:solidFill>
              </a:rPr>
              <a:t>E-commerce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F1CE7C6-BE91-42A7-9214-F33FD918C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AE3568-5DF8-4AC7-A1E2-585F30291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 fontScale="92500" lnSpcReduction="10000"/>
          </a:bodyPr>
          <a:lstStyle/>
          <a:p>
            <a:r>
              <a:rPr lang="en-SG" dirty="0">
                <a:solidFill>
                  <a:srgbClr val="FFFFFF"/>
                </a:solidFill>
              </a:rPr>
              <a:t>Defining a clear online business model is essential for a new start-up online business to be successful. </a:t>
            </a:r>
          </a:p>
          <a:p>
            <a:pPr marL="0" indent="0">
              <a:buNone/>
            </a:pPr>
            <a:endParaRPr lang="en-SG" dirty="0">
              <a:solidFill>
                <a:srgbClr val="FFFFFF"/>
              </a:solidFill>
            </a:endParaRPr>
          </a:p>
          <a:p>
            <a:r>
              <a:rPr lang="en-SG" dirty="0">
                <a:solidFill>
                  <a:srgbClr val="FFFFFF"/>
                </a:solidFill>
              </a:rPr>
              <a:t>Businesses should think how to redefine and/or refine their business or add new services to their offerings in light of the new opportunities made possible by the Internet.</a:t>
            </a:r>
          </a:p>
        </p:txBody>
      </p:sp>
      <p:pic>
        <p:nvPicPr>
          <p:cNvPr id="23" name="Graphic 6" descr="Business Growth">
            <a:extLst>
              <a:ext uri="{FF2B5EF4-FFF2-40B4-BE49-F238E27FC236}">
                <a16:creationId xmlns:a16="http://schemas.microsoft.com/office/drawing/2014/main" id="{F6393F90-D190-4F94-8F0B-F1D1AE3C0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4017" y="1425048"/>
            <a:ext cx="4007904" cy="400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3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FC05-7B98-41A0-B132-46304266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06" y="137016"/>
            <a:ext cx="11521965" cy="1325563"/>
          </a:xfrm>
        </p:spPr>
        <p:txBody>
          <a:bodyPr>
            <a:normAutofit/>
          </a:bodyPr>
          <a:lstStyle/>
          <a:p>
            <a:r>
              <a:rPr lang="en-SG" dirty="0"/>
              <a:t>Business Model Canvas </a:t>
            </a:r>
            <a:br>
              <a:rPr lang="en-SG" dirty="0"/>
            </a:br>
            <a:r>
              <a:rPr lang="en-SG" sz="2400" dirty="0"/>
              <a:t> (by Osterwald and Pigneur)</a:t>
            </a:r>
            <a:endParaRPr lang="en-SG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2FAF9B9-D761-4CDA-8D81-821BC0D879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910453"/>
              </p:ext>
            </p:extLst>
          </p:nvPr>
        </p:nvGraphicFramePr>
        <p:xfrm>
          <a:off x="1006366" y="2301765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651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1181-5D26-4F58-863B-53002B3B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Business Model Canvas Example</a:t>
            </a:r>
            <a:endParaRPr lang="en-S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ECC178-C140-46A8-9618-E16A6693C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414046"/>
            <a:ext cx="9669518" cy="532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2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2.7</a:t>
            </a:r>
          </a:p>
        </p:txBody>
      </p:sp>
    </p:spTree>
    <p:extLst>
      <p:ext uri="{BB962C8B-B14F-4D97-AF65-F5344CB8AC3E}">
        <p14:creationId xmlns:p14="http://schemas.microsoft.com/office/powerpoint/2010/main" val="2002556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271702-B131-44BE-AF98-54C96B1D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pPr algn="ctr"/>
            <a:r>
              <a:rPr lang="en-SG" sz="4000"/>
              <a:t>Revenue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F38087-B426-419A-AEF5-41C7E626F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329950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143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C8E8-DF77-4A43-8DF5-45D8410C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G"/>
              <a:t>Revenue Models</a:t>
            </a:r>
          </a:p>
        </p:txBody>
      </p:sp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EA8CC661-A113-40B9-85F2-37471C6D1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27941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980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A1EE-DCD4-4F25-835D-8BC991A5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78" y="126124"/>
            <a:ext cx="10042635" cy="1325563"/>
          </a:xfrm>
        </p:spPr>
        <p:txBody>
          <a:bodyPr>
            <a:normAutofit/>
          </a:bodyPr>
          <a:lstStyle/>
          <a:p>
            <a:pPr algn="ctr"/>
            <a:r>
              <a:rPr lang="en-SG" dirty="0"/>
              <a:t>Calculating Revenue for an online business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4715B8B-0274-4326-B82D-DFFE8311C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40327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2142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2.8</a:t>
            </a:r>
          </a:p>
        </p:txBody>
      </p:sp>
    </p:spTree>
    <p:extLst>
      <p:ext uri="{BB962C8B-B14F-4D97-AF65-F5344CB8AC3E}">
        <p14:creationId xmlns:p14="http://schemas.microsoft.com/office/powerpoint/2010/main" val="2649607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66152-B1BF-4DB7-A378-A82E201F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Assessing Online Businesses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857EED-7F63-406E-83DA-449A87770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55561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7423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/>
          <a:lstStyle/>
          <a:p>
            <a:r>
              <a:rPr lang="en-SG" dirty="0"/>
              <a:t>Assessing Online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2627587"/>
            <a:ext cx="10515600" cy="4120055"/>
          </a:xfrm>
        </p:spPr>
        <p:txBody>
          <a:bodyPr>
            <a:normAutofit lnSpcReduction="10000"/>
          </a:bodyPr>
          <a:lstStyle/>
          <a:p>
            <a:r>
              <a:rPr lang="en-SG" sz="3200" dirty="0"/>
              <a:t>The cost of Acquiring customers through marketing</a:t>
            </a:r>
          </a:p>
          <a:p>
            <a:r>
              <a:rPr lang="en-SG" sz="3200" dirty="0"/>
              <a:t>The contribution margin per customer (before acquisition cost)</a:t>
            </a:r>
          </a:p>
          <a:p>
            <a:r>
              <a:rPr lang="en-SG" sz="3200" dirty="0"/>
              <a:t>The average annual revenues per year for customers and other revenues such as banner advertising and affiliate revenues.</a:t>
            </a:r>
          </a:p>
          <a:p>
            <a:r>
              <a:rPr lang="en-SG" sz="3200" dirty="0"/>
              <a:t>The total number of customers</a:t>
            </a:r>
          </a:p>
          <a:p>
            <a:r>
              <a:rPr lang="en-SG" sz="3200" dirty="0"/>
              <a:t>The customer churn rate </a:t>
            </a:r>
            <a:r>
              <a:rPr lang="en-SG" sz="2000" dirty="0"/>
              <a:t>(* Churn rate is the proportion of customers (typically subscribers) that no longer purchase a company’s products in a time period)</a:t>
            </a:r>
            <a:endParaRPr lang="en-SG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DD81A-6FB5-4BAC-99DE-DAE9962D2EE9}"/>
              </a:ext>
            </a:extLst>
          </p:cNvPr>
          <p:cNvSpPr txBox="1"/>
          <p:nvPr/>
        </p:nvSpPr>
        <p:spPr>
          <a:xfrm>
            <a:off x="945930" y="1761646"/>
            <a:ext cx="6201104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Critical factors to model to consider:</a:t>
            </a:r>
          </a:p>
        </p:txBody>
      </p:sp>
    </p:spTree>
    <p:extLst>
      <p:ext uri="{BB962C8B-B14F-4D97-AF65-F5344CB8AC3E}">
        <p14:creationId xmlns:p14="http://schemas.microsoft.com/office/powerpoint/2010/main" val="886342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1 Concept)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r>
              <a:rPr lang="en-SG" sz="3600" dirty="0"/>
              <a:t>This describes the strength of the business model. It includes: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3200" dirty="0"/>
              <a:t> potential to generate revenue including the size of the market targeted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3200" dirty="0"/>
              <a:t> superior “customer value”, in other words how well the value proposition of the service is differential from that of competitors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3200" dirty="0"/>
              <a:t> first-mover advantage (less easy to achieve today)</a:t>
            </a:r>
          </a:p>
        </p:txBody>
      </p:sp>
    </p:spTree>
    <p:extLst>
      <p:ext uri="{BB962C8B-B14F-4D97-AF65-F5344CB8AC3E}">
        <p14:creationId xmlns:p14="http://schemas.microsoft.com/office/powerpoint/2010/main" val="2016619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2 Innovation)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r>
              <a:rPr lang="en-SG" sz="3600" dirty="0"/>
              <a:t>Extent to which the business model merely imitates existing real-world or online models.</a:t>
            </a:r>
          </a:p>
          <a:p>
            <a:pPr marL="0" indent="0">
              <a:buNone/>
            </a:pPr>
            <a:endParaRPr lang="en-SG" sz="3600" dirty="0"/>
          </a:p>
          <a:p>
            <a:r>
              <a:rPr lang="en-SG" sz="3600" dirty="0"/>
              <a:t>Note that imitation is not necessarily a problem if it is applied to a different market or audience or if the experience is superior and positive word-of-mouth is generated</a:t>
            </a:r>
            <a:endParaRPr lang="en-SG" sz="3200" dirty="0"/>
          </a:p>
        </p:txBody>
      </p:sp>
    </p:spTree>
    <p:extLst>
      <p:ext uri="{BB962C8B-B14F-4D97-AF65-F5344CB8AC3E}">
        <p14:creationId xmlns:p14="http://schemas.microsoft.com/office/powerpoint/2010/main" val="2575172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3 Execution)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r>
              <a:rPr lang="en-SG" sz="3600" dirty="0"/>
              <a:t>Aspect of execution that can be seen to have failed for some companies are: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Promotion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Performance, availability and security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SG" sz="2800" dirty="0"/>
              <a:t> Fulfilment</a:t>
            </a:r>
          </a:p>
        </p:txBody>
      </p:sp>
    </p:spTree>
    <p:extLst>
      <p:ext uri="{BB962C8B-B14F-4D97-AF65-F5344CB8AC3E}">
        <p14:creationId xmlns:p14="http://schemas.microsoft.com/office/powerpoint/2010/main" val="796947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4 Traffic)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r>
              <a:rPr lang="en-SG" sz="3600" dirty="0"/>
              <a:t>Number of Visitors</a:t>
            </a:r>
          </a:p>
          <a:p>
            <a:r>
              <a:rPr lang="en-SG" sz="3600" dirty="0"/>
              <a:t>Number of Pages Visitors Visited</a:t>
            </a:r>
            <a:endParaRPr lang="en-SG" dirty="0"/>
          </a:p>
          <a:p>
            <a:r>
              <a:rPr lang="en-SG" sz="3600" dirty="0"/>
              <a:t>Number of transactions Visitors made</a:t>
            </a:r>
          </a:p>
          <a:p>
            <a:endParaRPr lang="en-SG" sz="3600" dirty="0"/>
          </a:p>
          <a:p>
            <a:pPr marL="0" indent="0">
              <a:buNone/>
            </a:pPr>
            <a:r>
              <a:rPr lang="en-SG" sz="3600" dirty="0"/>
              <a:t>Which controls the online ad revenues</a:t>
            </a:r>
          </a:p>
        </p:txBody>
      </p:sp>
    </p:spTree>
    <p:extLst>
      <p:ext uri="{BB962C8B-B14F-4D97-AF65-F5344CB8AC3E}">
        <p14:creationId xmlns:p14="http://schemas.microsoft.com/office/powerpoint/2010/main" val="594974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5 Financing)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r>
              <a:rPr lang="en-US" sz="3600" dirty="0"/>
              <a:t>Ability of the company to attract venture capital or other funding to help execute the idea.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It is particularly important given the cost of promoting these new concepts.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4122820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A0C-2DC2-4F74-9C83-B47C1547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88062" cy="1022241"/>
          </a:xfrm>
        </p:spPr>
        <p:txBody>
          <a:bodyPr>
            <a:normAutofit fontScale="90000"/>
          </a:bodyPr>
          <a:lstStyle/>
          <a:p>
            <a:r>
              <a:rPr lang="en-SG" dirty="0"/>
              <a:t>Assessing Online Business</a:t>
            </a:r>
            <a:br>
              <a:rPr lang="en-SG" dirty="0"/>
            </a:br>
            <a:r>
              <a:rPr lang="en-SG" sz="3600" dirty="0">
                <a:solidFill>
                  <a:schemeClr val="accent4"/>
                </a:solidFill>
              </a:rPr>
              <a:t>(Six Criteria – 6 Profile)</a:t>
            </a:r>
            <a:endParaRPr lang="en-SG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EF85E-3324-4F09-BA66-81D50F17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0" y="1954925"/>
            <a:ext cx="10515600" cy="4792718"/>
          </a:xfrm>
        </p:spPr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3600" dirty="0"/>
              <a:t>Ability of the company to generate favorable publicity and to create awareness within its target market.</a:t>
            </a:r>
          </a:p>
          <a:p>
            <a:pPr marL="0" indent="0">
              <a:buNone/>
            </a:pPr>
            <a:r>
              <a:rPr lang="en-US" sz="3600" dirty="0"/>
              <a:t> 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8884338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2.9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2.9</a:t>
            </a:r>
          </a:p>
        </p:txBody>
      </p:sp>
    </p:spTree>
    <p:extLst>
      <p:ext uri="{BB962C8B-B14F-4D97-AF65-F5344CB8AC3E}">
        <p14:creationId xmlns:p14="http://schemas.microsoft.com/office/powerpoint/2010/main" val="3762034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Self-Assessment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Activity booklet for questions which will help you review the topics covered in this lesson.</a:t>
            </a:r>
          </a:p>
        </p:txBody>
      </p:sp>
    </p:spTree>
    <p:extLst>
      <p:ext uri="{BB962C8B-B14F-4D97-AF65-F5344CB8AC3E}">
        <p14:creationId xmlns:p14="http://schemas.microsoft.com/office/powerpoint/2010/main" val="279503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1625</Words>
  <Application>Microsoft Office PowerPoint</Application>
  <PresentationFormat>Widescreen</PresentationFormat>
  <Paragraphs>201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Abadi</vt:lpstr>
      <vt:lpstr>Arial</vt:lpstr>
      <vt:lpstr>Calibri</vt:lpstr>
      <vt:lpstr>Calibri Light</vt:lpstr>
      <vt:lpstr>Wingdings</vt:lpstr>
      <vt:lpstr>Office Theme</vt:lpstr>
      <vt:lpstr>Digital Business and               E-Commerce Management</vt:lpstr>
      <vt:lpstr>Marketplace analysis for E-commerce</vt:lpstr>
      <vt:lpstr>Activity 2.1</vt:lpstr>
      <vt:lpstr>Online Market Place Analysis</vt:lpstr>
      <vt:lpstr>Online Market Place Analysis</vt:lpstr>
      <vt:lpstr>Online Market Place Analysis</vt:lpstr>
      <vt:lpstr>Online Marketplace Analysis</vt:lpstr>
      <vt:lpstr>Activity 2.2</vt:lpstr>
      <vt:lpstr>Online Marketplace Analysis</vt:lpstr>
      <vt:lpstr>Online Market Place Analysis</vt:lpstr>
      <vt:lpstr>Online Market Place Analysis</vt:lpstr>
      <vt:lpstr>Activity 2.3</vt:lpstr>
      <vt:lpstr>PowerPoint Presentation</vt:lpstr>
      <vt:lpstr>Online Marketplace Analysis</vt:lpstr>
      <vt:lpstr>Activity 2.4</vt:lpstr>
      <vt:lpstr>Online Marketplace Analysis</vt:lpstr>
      <vt:lpstr>Online Marketplace Analysis</vt:lpstr>
      <vt:lpstr>Online Marketplace Analysis</vt:lpstr>
      <vt:lpstr>Online Marketplace Analysis</vt:lpstr>
      <vt:lpstr>Online Marketplace Analysis</vt:lpstr>
      <vt:lpstr>Activity 2.5</vt:lpstr>
      <vt:lpstr>Location of Trading in a marketplace</vt:lpstr>
      <vt:lpstr>Location of Trading in a marketplace</vt:lpstr>
      <vt:lpstr>Location of Trading in a marketplace</vt:lpstr>
      <vt:lpstr>Location for trading in a marketplace</vt:lpstr>
      <vt:lpstr>Activity 2.6</vt:lpstr>
      <vt:lpstr>Business Models for                       E-commerce</vt:lpstr>
      <vt:lpstr>Business Model Canvas   (by Osterwald and Pigneur)</vt:lpstr>
      <vt:lpstr>Business Model Canvas Example</vt:lpstr>
      <vt:lpstr>Activity 2.7</vt:lpstr>
      <vt:lpstr>Revenue Models</vt:lpstr>
      <vt:lpstr>Revenue Models</vt:lpstr>
      <vt:lpstr>Calculating Revenue for an online business</vt:lpstr>
      <vt:lpstr>Activity 2.8</vt:lpstr>
      <vt:lpstr>Assessing Online Businesses</vt:lpstr>
      <vt:lpstr>Assessing Online Business</vt:lpstr>
      <vt:lpstr>Assessing Online Business (Six Criteria – 1 Concept)</vt:lpstr>
      <vt:lpstr>Assessing Online Business (Six Criteria – 2 Innovation)</vt:lpstr>
      <vt:lpstr>Assessing Online Business (Six Criteria – 3 Execution)</vt:lpstr>
      <vt:lpstr>Assessing Online Business (Six Criteria – 4 Traffic)</vt:lpstr>
      <vt:lpstr>Assessing Online Business (Six Criteria – 5 Financing)</vt:lpstr>
      <vt:lpstr>Assessing Online Business (Six Criteria – 6 Profile)</vt:lpstr>
      <vt:lpstr>Activity 2.9</vt:lpstr>
      <vt:lpstr>Self-Assessment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Business and               E-Commerce Management</dc:title>
  <dc:creator>Marie Chris Soque</dc:creator>
  <cp:lastModifiedBy>Marie Chris Soque</cp:lastModifiedBy>
  <cp:revision>2</cp:revision>
  <dcterms:created xsi:type="dcterms:W3CDTF">2020-04-08T03:45:46Z</dcterms:created>
  <dcterms:modified xsi:type="dcterms:W3CDTF">2020-04-08T04:27:45Z</dcterms:modified>
</cp:coreProperties>
</file>