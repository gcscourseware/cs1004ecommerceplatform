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2" r:id="rId10"/>
    <p:sldId id="265" r:id="rId11"/>
    <p:sldId id="264" r:id="rId12"/>
    <p:sldId id="268" r:id="rId13"/>
    <p:sldId id="269" r:id="rId14"/>
    <p:sldId id="270" r:id="rId15"/>
    <p:sldId id="275" r:id="rId16"/>
    <p:sldId id="272" r:id="rId17"/>
    <p:sldId id="271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8" r:id="rId41"/>
    <p:sldId id="296" r:id="rId42"/>
    <p:sldId id="297" r:id="rId43"/>
    <p:sldId id="300" r:id="rId44"/>
    <p:sldId id="299" r:id="rId45"/>
    <p:sldId id="302" r:id="rId46"/>
    <p:sldId id="301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42F02-3345-4BB8-8B0E-23C8E3F94CAE}" v="83" dt="2018-11-09T08:51:16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oe" userId="8901cf30983edc6b" providerId="LiveId" clId="{C1442F02-3345-4BB8-8B0E-23C8E3F94CAE}"/>
    <pc:docChg chg="undo custSel mod addSld modSld modMainMaster">
      <pc:chgData name="Tony Toe" userId="8901cf30983edc6b" providerId="LiveId" clId="{C1442F02-3345-4BB8-8B0E-23C8E3F94CAE}" dt="2018-11-09T08:53:22.890" v="1735" actId="20577"/>
      <pc:docMkLst>
        <pc:docMk/>
      </pc:docMkLst>
      <pc:sldChg chg="addSp delSp modSp add mod setBg">
        <pc:chgData name="Tony Toe" userId="8901cf30983edc6b" providerId="LiveId" clId="{C1442F02-3345-4BB8-8B0E-23C8E3F94CAE}" dt="2018-11-07T03:53:50.766" v="1417" actId="14100"/>
        <pc:sldMkLst>
          <pc:docMk/>
          <pc:sldMk cId="2878228141" sldId="259"/>
        </pc:sldMkLst>
        <pc:spChg chg="mod">
          <ac:chgData name="Tony Toe" userId="8901cf30983edc6b" providerId="LiveId" clId="{C1442F02-3345-4BB8-8B0E-23C8E3F94CAE}" dt="2018-11-07T02:39:52.629" v="8" actId="20577"/>
          <ac:spMkLst>
            <pc:docMk/>
            <pc:sldMk cId="2878228141" sldId="259"/>
            <ac:spMk id="2" creationId="{3695336E-06B7-426C-8AC1-BDC6371EE292}"/>
          </ac:spMkLst>
        </pc:spChg>
        <pc:spChg chg="mod">
          <ac:chgData name="Tony Toe" userId="8901cf30983edc6b" providerId="LiveId" clId="{C1442F02-3345-4BB8-8B0E-23C8E3F94CAE}" dt="2018-11-07T03:53:50.766" v="1417" actId="14100"/>
          <ac:spMkLst>
            <pc:docMk/>
            <pc:sldMk cId="2878228141" sldId="259"/>
            <ac:spMk id="3" creationId="{0493722E-AC09-4849-9057-7BBCE811B926}"/>
          </ac:spMkLst>
        </pc:spChg>
        <pc:spChg chg="add del">
          <ac:chgData name="Tony Toe" userId="8901cf30983edc6b" providerId="LiveId" clId="{C1442F02-3345-4BB8-8B0E-23C8E3F94CAE}" dt="2018-11-07T02:38:35.854" v="2" actId="478"/>
          <ac:spMkLst>
            <pc:docMk/>
            <pc:sldMk cId="2878228141" sldId="259"/>
            <ac:spMk id="4" creationId="{816C93EB-31D2-4026-9714-1D432D7FCA03}"/>
          </ac:spMkLst>
        </pc:spChg>
        <pc:picChg chg="add del mod">
          <ac:chgData name="Tony Toe" userId="8901cf30983edc6b" providerId="LiveId" clId="{C1442F02-3345-4BB8-8B0E-23C8E3F94CAE}" dt="2018-11-07T03:53:44.648" v="1415" actId="478"/>
          <ac:picMkLst>
            <pc:docMk/>
            <pc:sldMk cId="2878228141" sldId="259"/>
            <ac:picMk id="1028" creationId="{1CAD0328-5E1A-49B6-8DBA-C3EC54AFDBF5}"/>
          </ac:picMkLst>
        </pc:picChg>
      </pc:sldChg>
      <pc:sldChg chg="modSp add">
        <pc:chgData name="Tony Toe" userId="8901cf30983edc6b" providerId="LiveId" clId="{C1442F02-3345-4BB8-8B0E-23C8E3F94CAE}" dt="2018-11-07T02:47:13.229" v="65" actId="20577"/>
        <pc:sldMkLst>
          <pc:docMk/>
          <pc:sldMk cId="1900627532" sldId="260"/>
        </pc:sldMkLst>
        <pc:spChg chg="mod">
          <ac:chgData name="Tony Toe" userId="8901cf30983edc6b" providerId="LiveId" clId="{C1442F02-3345-4BB8-8B0E-23C8E3F94CAE}" dt="2018-11-07T02:40:56.142" v="33" actId="20577"/>
          <ac:spMkLst>
            <pc:docMk/>
            <pc:sldMk cId="1900627532" sldId="260"/>
            <ac:spMk id="2" creationId="{45F803A7-FACA-4F16-B76C-A9AB4CDF6334}"/>
          </ac:spMkLst>
        </pc:spChg>
        <pc:spChg chg="mod">
          <ac:chgData name="Tony Toe" userId="8901cf30983edc6b" providerId="LiveId" clId="{C1442F02-3345-4BB8-8B0E-23C8E3F94CAE}" dt="2018-11-07T02:47:13.229" v="65" actId="20577"/>
          <ac:spMkLst>
            <pc:docMk/>
            <pc:sldMk cId="1900627532" sldId="260"/>
            <ac:spMk id="3" creationId="{A3A52AE1-D289-4E7A-88F2-F05F7F4EDB0D}"/>
          </ac:spMkLst>
        </pc:spChg>
      </pc:sldChg>
      <pc:sldChg chg="addSp delSp modSp add mod setBg">
        <pc:chgData name="Tony Toe" userId="8901cf30983edc6b" providerId="LiveId" clId="{C1442F02-3345-4BB8-8B0E-23C8E3F94CAE}" dt="2018-11-07T02:48:15.523" v="134" actId="26606"/>
        <pc:sldMkLst>
          <pc:docMk/>
          <pc:sldMk cId="113529752" sldId="261"/>
        </pc:sldMkLst>
        <pc:spChg chg="mod">
          <ac:chgData name="Tony Toe" userId="8901cf30983edc6b" providerId="LiveId" clId="{C1442F02-3345-4BB8-8B0E-23C8E3F94CAE}" dt="2018-11-07T02:48:15.523" v="134" actId="26606"/>
          <ac:spMkLst>
            <pc:docMk/>
            <pc:sldMk cId="113529752" sldId="261"/>
            <ac:spMk id="2" creationId="{EEB12D6D-EBBC-42A7-A5F6-857F56F83A98}"/>
          </ac:spMkLst>
        </pc:spChg>
        <pc:spChg chg="del">
          <ac:chgData name="Tony Toe" userId="8901cf30983edc6b" providerId="LiveId" clId="{C1442F02-3345-4BB8-8B0E-23C8E3F94CAE}" dt="2018-11-07T02:47:48.649" v="131" actId="26606"/>
          <ac:spMkLst>
            <pc:docMk/>
            <pc:sldMk cId="113529752" sldId="261"/>
            <ac:spMk id="3" creationId="{509542F9-F69C-4EB1-8492-84FD69DF1DCA}"/>
          </ac:spMkLst>
        </pc:spChg>
        <pc:graphicFrameChg chg="add mod modGraphic">
          <ac:chgData name="Tony Toe" userId="8901cf30983edc6b" providerId="LiveId" clId="{C1442F02-3345-4BB8-8B0E-23C8E3F94CAE}" dt="2018-11-07T02:48:15.523" v="134" actId="26606"/>
          <ac:graphicFrameMkLst>
            <pc:docMk/>
            <pc:sldMk cId="113529752" sldId="261"/>
            <ac:graphicFrameMk id="4" creationId="{1C9A4696-1632-48E4-8722-567C739AB91B}"/>
          </ac:graphicFrameMkLst>
        </pc:graphicFrameChg>
      </pc:sldChg>
      <pc:sldChg chg="addSp modSp add">
        <pc:chgData name="Tony Toe" userId="8901cf30983edc6b" providerId="LiveId" clId="{C1442F02-3345-4BB8-8B0E-23C8E3F94CAE}" dt="2018-11-07T02:51:21.716" v="234" actId="20577"/>
        <pc:sldMkLst>
          <pc:docMk/>
          <pc:sldMk cId="3969558563" sldId="262"/>
        </pc:sldMkLst>
        <pc:spChg chg="mod">
          <ac:chgData name="Tony Toe" userId="8901cf30983edc6b" providerId="LiveId" clId="{C1442F02-3345-4BB8-8B0E-23C8E3F94CAE}" dt="2018-11-07T02:48:27.173" v="154" actId="20577"/>
          <ac:spMkLst>
            <pc:docMk/>
            <pc:sldMk cId="3969558563" sldId="262"/>
            <ac:spMk id="2" creationId="{5F131AFE-C8A2-4D1F-BD60-9842204D5183}"/>
          </ac:spMkLst>
        </pc:spChg>
        <pc:spChg chg="mod">
          <ac:chgData name="Tony Toe" userId="8901cf30983edc6b" providerId="LiveId" clId="{C1442F02-3345-4BB8-8B0E-23C8E3F94CAE}" dt="2018-11-07T02:49:18.077" v="205" actId="20577"/>
          <ac:spMkLst>
            <pc:docMk/>
            <pc:sldMk cId="3969558563" sldId="262"/>
            <ac:spMk id="3" creationId="{A7D5A1EC-D487-4379-B861-BFD03ABBEDF2}"/>
          </ac:spMkLst>
        </pc:spChg>
        <pc:spChg chg="add mod">
          <ac:chgData name="Tony Toe" userId="8901cf30983edc6b" providerId="LiveId" clId="{C1442F02-3345-4BB8-8B0E-23C8E3F94CAE}" dt="2018-11-07T02:49:43.518" v="213" actId="1076"/>
          <ac:spMkLst>
            <pc:docMk/>
            <pc:sldMk cId="3969558563" sldId="262"/>
            <ac:spMk id="4" creationId="{65F0777D-C1B3-4AC9-8236-74EAE95320B6}"/>
          </ac:spMkLst>
        </pc:spChg>
        <pc:spChg chg="add mod">
          <ac:chgData name="Tony Toe" userId="8901cf30983edc6b" providerId="LiveId" clId="{C1442F02-3345-4BB8-8B0E-23C8E3F94CAE}" dt="2018-11-07T02:50:50.878" v="219" actId="1076"/>
          <ac:spMkLst>
            <pc:docMk/>
            <pc:sldMk cId="3969558563" sldId="262"/>
            <ac:spMk id="5" creationId="{4D661E92-FEE9-4003-A583-1C73125C079E}"/>
          </ac:spMkLst>
        </pc:spChg>
        <pc:spChg chg="add mod">
          <ac:chgData name="Tony Toe" userId="8901cf30983edc6b" providerId="LiveId" clId="{C1442F02-3345-4BB8-8B0E-23C8E3F94CAE}" dt="2018-11-07T02:51:21.716" v="234" actId="20577"/>
          <ac:spMkLst>
            <pc:docMk/>
            <pc:sldMk cId="3969558563" sldId="262"/>
            <ac:spMk id="6" creationId="{935E57C7-408F-45E9-A6DD-6FD9D2A09C31}"/>
          </ac:spMkLst>
        </pc:spChg>
      </pc:sldChg>
      <pc:sldChg chg="modSp add">
        <pc:chgData name="Tony Toe" userId="8901cf30983edc6b" providerId="LiveId" clId="{C1442F02-3345-4BB8-8B0E-23C8E3F94CAE}" dt="2018-11-07T02:52:17.709" v="290" actId="20577"/>
        <pc:sldMkLst>
          <pc:docMk/>
          <pc:sldMk cId="559869889" sldId="263"/>
        </pc:sldMkLst>
        <pc:spChg chg="mod">
          <ac:chgData name="Tony Toe" userId="8901cf30983edc6b" providerId="LiveId" clId="{C1442F02-3345-4BB8-8B0E-23C8E3F94CAE}" dt="2018-11-07T02:52:03.525" v="247" actId="20577"/>
          <ac:spMkLst>
            <pc:docMk/>
            <pc:sldMk cId="559869889" sldId="263"/>
            <ac:spMk id="2" creationId="{381301AC-9853-4354-A499-D62DDE9405F5}"/>
          </ac:spMkLst>
        </pc:spChg>
        <pc:spChg chg="mod">
          <ac:chgData name="Tony Toe" userId="8901cf30983edc6b" providerId="LiveId" clId="{C1442F02-3345-4BB8-8B0E-23C8E3F94CAE}" dt="2018-11-07T02:52:17.709" v="290" actId="20577"/>
          <ac:spMkLst>
            <pc:docMk/>
            <pc:sldMk cId="559869889" sldId="263"/>
            <ac:spMk id="3" creationId="{A848DCD5-3BE6-4EC6-A161-81F30994B542}"/>
          </ac:spMkLst>
        </pc:spChg>
      </pc:sldChg>
      <pc:sldChg chg="modSp add">
        <pc:chgData name="Tony Toe" userId="8901cf30983edc6b" providerId="LiveId" clId="{C1442F02-3345-4BB8-8B0E-23C8E3F94CAE}" dt="2018-11-07T02:53:39.390" v="311" actId="20577"/>
        <pc:sldMkLst>
          <pc:docMk/>
          <pc:sldMk cId="2663059022" sldId="264"/>
        </pc:sldMkLst>
        <pc:spChg chg="mod">
          <ac:chgData name="Tony Toe" userId="8901cf30983edc6b" providerId="LiveId" clId="{C1442F02-3345-4BB8-8B0E-23C8E3F94CAE}" dt="2018-11-07T02:53:02.812" v="304" actId="20577"/>
          <ac:spMkLst>
            <pc:docMk/>
            <pc:sldMk cId="2663059022" sldId="264"/>
            <ac:spMk id="2" creationId="{56C38C1D-E5D3-491E-AB5C-FD264E405F84}"/>
          </ac:spMkLst>
        </pc:spChg>
        <pc:spChg chg="mod">
          <ac:chgData name="Tony Toe" userId="8901cf30983edc6b" providerId="LiveId" clId="{C1442F02-3345-4BB8-8B0E-23C8E3F94CAE}" dt="2018-11-07T02:53:39.390" v="311" actId="20577"/>
          <ac:spMkLst>
            <pc:docMk/>
            <pc:sldMk cId="2663059022" sldId="264"/>
            <ac:spMk id="3" creationId="{D170DBF4-03B0-46C7-8921-AC850D27F341}"/>
          </ac:spMkLst>
        </pc:spChg>
      </pc:sldChg>
      <pc:sldChg chg="modSp add">
        <pc:chgData name="Tony Toe" userId="8901cf30983edc6b" providerId="LiveId" clId="{C1442F02-3345-4BB8-8B0E-23C8E3F94CAE}" dt="2018-11-07T02:54:18.012" v="332" actId="20577"/>
        <pc:sldMkLst>
          <pc:docMk/>
          <pc:sldMk cId="767239538" sldId="265"/>
        </pc:sldMkLst>
        <pc:spChg chg="mod">
          <ac:chgData name="Tony Toe" userId="8901cf30983edc6b" providerId="LiveId" clId="{C1442F02-3345-4BB8-8B0E-23C8E3F94CAE}" dt="2018-11-07T02:54:02.781" v="326" actId="20577"/>
          <ac:spMkLst>
            <pc:docMk/>
            <pc:sldMk cId="767239538" sldId="265"/>
            <ac:spMk id="2" creationId="{D5DA16FE-8B01-4D89-9A03-706D9BB3FA13}"/>
          </ac:spMkLst>
        </pc:spChg>
        <pc:spChg chg="mod">
          <ac:chgData name="Tony Toe" userId="8901cf30983edc6b" providerId="LiveId" clId="{C1442F02-3345-4BB8-8B0E-23C8E3F94CAE}" dt="2018-11-07T02:54:18.012" v="332" actId="20577"/>
          <ac:spMkLst>
            <pc:docMk/>
            <pc:sldMk cId="767239538" sldId="265"/>
            <ac:spMk id="3" creationId="{AD2B53B1-8061-44BD-95CC-40420DB8CBE5}"/>
          </ac:spMkLst>
        </pc:spChg>
      </pc:sldChg>
      <pc:sldChg chg="addSp modSp add">
        <pc:chgData name="Tony Toe" userId="8901cf30983edc6b" providerId="LiveId" clId="{C1442F02-3345-4BB8-8B0E-23C8E3F94CAE}" dt="2018-11-07T02:56:07.607" v="468" actId="1076"/>
        <pc:sldMkLst>
          <pc:docMk/>
          <pc:sldMk cId="2036393543" sldId="266"/>
        </pc:sldMkLst>
        <pc:spChg chg="mod">
          <ac:chgData name="Tony Toe" userId="8901cf30983edc6b" providerId="LiveId" clId="{C1442F02-3345-4BB8-8B0E-23C8E3F94CAE}" dt="2018-11-07T02:55:19.723" v="413" actId="20577"/>
          <ac:spMkLst>
            <pc:docMk/>
            <pc:sldMk cId="2036393543" sldId="266"/>
            <ac:spMk id="2" creationId="{CAAE499C-48D2-4FF9-9C18-FE32A3DA42D3}"/>
          </ac:spMkLst>
        </pc:spChg>
        <pc:spChg chg="mod">
          <ac:chgData name="Tony Toe" userId="8901cf30983edc6b" providerId="LiveId" clId="{C1442F02-3345-4BB8-8B0E-23C8E3F94CAE}" dt="2018-11-07T02:55:43.388" v="460" actId="20577"/>
          <ac:spMkLst>
            <pc:docMk/>
            <pc:sldMk cId="2036393543" sldId="266"/>
            <ac:spMk id="3" creationId="{5A577533-217A-4D1C-8533-D565EC3A1507}"/>
          </ac:spMkLst>
        </pc:spChg>
        <pc:spChg chg="add mod">
          <ac:chgData name="Tony Toe" userId="8901cf30983edc6b" providerId="LiveId" clId="{C1442F02-3345-4BB8-8B0E-23C8E3F94CAE}" dt="2018-11-07T02:56:07.607" v="468" actId="1076"/>
          <ac:spMkLst>
            <pc:docMk/>
            <pc:sldMk cId="2036393543" sldId="266"/>
            <ac:spMk id="4" creationId="{3B37C893-FE76-45E0-9010-2C273797A4CD}"/>
          </ac:spMkLst>
        </pc:spChg>
      </pc:sldChg>
      <pc:sldChg chg="addSp modSp add">
        <pc:chgData name="Tony Toe" userId="8901cf30983edc6b" providerId="LiveId" clId="{C1442F02-3345-4BB8-8B0E-23C8E3F94CAE}" dt="2018-11-07T03:02:05.063" v="475" actId="1076"/>
        <pc:sldMkLst>
          <pc:docMk/>
          <pc:sldMk cId="2616453588" sldId="267"/>
        </pc:sldMkLst>
        <pc:spChg chg="add mod">
          <ac:chgData name="Tony Toe" userId="8901cf30983edc6b" providerId="LiveId" clId="{C1442F02-3345-4BB8-8B0E-23C8E3F94CAE}" dt="2018-11-07T03:02:05.063" v="475" actId="1076"/>
          <ac:spMkLst>
            <pc:docMk/>
            <pc:sldMk cId="2616453588" sldId="267"/>
            <ac:spMk id="4" creationId="{972503FA-87D8-4690-9B27-39B72E6FEEF2}"/>
          </ac:spMkLst>
        </pc:spChg>
      </pc:sldChg>
      <pc:sldChg chg="addSp modSp add">
        <pc:chgData name="Tony Toe" userId="8901cf30983edc6b" providerId="LiveId" clId="{C1442F02-3345-4BB8-8B0E-23C8E3F94CAE}" dt="2018-11-07T03:23:44.043" v="697" actId="13926"/>
        <pc:sldMkLst>
          <pc:docMk/>
          <pc:sldMk cId="1867288806" sldId="268"/>
        </pc:sldMkLst>
        <pc:spChg chg="mod">
          <ac:chgData name="Tony Toe" userId="8901cf30983edc6b" providerId="LiveId" clId="{C1442F02-3345-4BB8-8B0E-23C8E3F94CAE}" dt="2018-11-07T03:21:49.203" v="560" actId="20577"/>
          <ac:spMkLst>
            <pc:docMk/>
            <pc:sldMk cId="1867288806" sldId="268"/>
            <ac:spMk id="2" creationId="{FFB80AD2-0F53-4F63-9C39-445785BC8CC8}"/>
          </ac:spMkLst>
        </pc:spChg>
        <pc:spChg chg="mod">
          <ac:chgData name="Tony Toe" userId="8901cf30983edc6b" providerId="LiveId" clId="{C1442F02-3345-4BB8-8B0E-23C8E3F94CAE}" dt="2018-11-07T03:23:44.043" v="697" actId="13926"/>
          <ac:spMkLst>
            <pc:docMk/>
            <pc:sldMk cId="1867288806" sldId="268"/>
            <ac:spMk id="3" creationId="{EDAEE099-9176-44BC-908E-F9E0EB7AC08A}"/>
          </ac:spMkLst>
        </pc:spChg>
        <pc:spChg chg="add mod">
          <ac:chgData name="Tony Toe" userId="8901cf30983edc6b" providerId="LiveId" clId="{C1442F02-3345-4BB8-8B0E-23C8E3F94CAE}" dt="2018-11-07T03:13:17.815" v="485" actId="1076"/>
          <ac:spMkLst>
            <pc:docMk/>
            <pc:sldMk cId="1867288806" sldId="268"/>
            <ac:spMk id="4" creationId="{61BFF04E-3C15-46A9-BD09-A562632B2385}"/>
          </ac:spMkLst>
        </pc:spChg>
      </pc:sldChg>
      <pc:sldChg chg="modSp add">
        <pc:chgData name="Tony Toe" userId="8901cf30983edc6b" providerId="LiveId" clId="{C1442F02-3345-4BB8-8B0E-23C8E3F94CAE}" dt="2018-11-07T03:24:16.345" v="747" actId="20577"/>
        <pc:sldMkLst>
          <pc:docMk/>
          <pc:sldMk cId="1395854422" sldId="269"/>
        </pc:sldMkLst>
        <pc:spChg chg="mod">
          <ac:chgData name="Tony Toe" userId="8901cf30983edc6b" providerId="LiveId" clId="{C1442F02-3345-4BB8-8B0E-23C8E3F94CAE}" dt="2018-11-07T03:24:06.186" v="712" actId="20577"/>
          <ac:spMkLst>
            <pc:docMk/>
            <pc:sldMk cId="1395854422" sldId="269"/>
            <ac:spMk id="2" creationId="{307E50DE-A596-4547-AC5F-B36ADA737D9C}"/>
          </ac:spMkLst>
        </pc:spChg>
        <pc:spChg chg="mod">
          <ac:chgData name="Tony Toe" userId="8901cf30983edc6b" providerId="LiveId" clId="{C1442F02-3345-4BB8-8B0E-23C8E3F94CAE}" dt="2018-11-07T03:24:16.345" v="747" actId="20577"/>
          <ac:spMkLst>
            <pc:docMk/>
            <pc:sldMk cId="1395854422" sldId="269"/>
            <ac:spMk id="3" creationId="{4CCFF443-4F39-41CB-9279-D4203F0AA836}"/>
          </ac:spMkLst>
        </pc:spChg>
      </pc:sldChg>
      <pc:sldChg chg="addSp modSp add">
        <pc:chgData name="Tony Toe" userId="8901cf30983edc6b" providerId="LiveId" clId="{C1442F02-3345-4BB8-8B0E-23C8E3F94CAE}" dt="2018-11-07T03:25:47.010" v="804" actId="1076"/>
        <pc:sldMkLst>
          <pc:docMk/>
          <pc:sldMk cId="3231123048" sldId="270"/>
        </pc:sldMkLst>
        <pc:spChg chg="mod">
          <ac:chgData name="Tony Toe" userId="8901cf30983edc6b" providerId="LiveId" clId="{C1442F02-3345-4BB8-8B0E-23C8E3F94CAE}" dt="2018-11-07T03:25:10.275" v="782" actId="20577"/>
          <ac:spMkLst>
            <pc:docMk/>
            <pc:sldMk cId="3231123048" sldId="270"/>
            <ac:spMk id="2" creationId="{17D525A4-FA0D-4B6A-89EB-086373F965A4}"/>
          </ac:spMkLst>
        </pc:spChg>
        <pc:spChg chg="mod">
          <ac:chgData name="Tony Toe" userId="8901cf30983edc6b" providerId="LiveId" clId="{C1442F02-3345-4BB8-8B0E-23C8E3F94CAE}" dt="2018-11-07T03:25:17.129" v="802" actId="20577"/>
          <ac:spMkLst>
            <pc:docMk/>
            <pc:sldMk cId="3231123048" sldId="270"/>
            <ac:spMk id="3" creationId="{855CD4D5-F530-40B6-B0E4-2C0F3E49ADA0}"/>
          </ac:spMkLst>
        </pc:spChg>
        <pc:spChg chg="add mod">
          <ac:chgData name="Tony Toe" userId="8901cf30983edc6b" providerId="LiveId" clId="{C1442F02-3345-4BB8-8B0E-23C8E3F94CAE}" dt="2018-11-07T03:25:47.010" v="804" actId="1076"/>
          <ac:spMkLst>
            <pc:docMk/>
            <pc:sldMk cId="3231123048" sldId="270"/>
            <ac:spMk id="4" creationId="{B2929AF2-E606-4604-B7BE-09C0B9FC731D}"/>
          </ac:spMkLst>
        </pc:spChg>
      </pc:sldChg>
      <pc:sldChg chg="addSp modSp add">
        <pc:chgData name="Tony Toe" userId="8901cf30983edc6b" providerId="LiveId" clId="{C1442F02-3345-4BB8-8B0E-23C8E3F94CAE}" dt="2018-11-07T03:27:28.563" v="842" actId="313"/>
        <pc:sldMkLst>
          <pc:docMk/>
          <pc:sldMk cId="2226938883" sldId="271"/>
        </pc:sldMkLst>
        <pc:spChg chg="mod">
          <ac:chgData name="Tony Toe" userId="8901cf30983edc6b" providerId="LiveId" clId="{C1442F02-3345-4BB8-8B0E-23C8E3F94CAE}" dt="2018-11-07T03:27:28.563" v="842" actId="313"/>
          <ac:spMkLst>
            <pc:docMk/>
            <pc:sldMk cId="2226938883" sldId="271"/>
            <ac:spMk id="2" creationId="{A33D42EA-4F61-4A75-8A34-428F5477EE5B}"/>
          </ac:spMkLst>
        </pc:spChg>
        <pc:spChg chg="mod">
          <ac:chgData name="Tony Toe" userId="8901cf30983edc6b" providerId="LiveId" clId="{C1442F02-3345-4BB8-8B0E-23C8E3F94CAE}" dt="2018-11-07T03:26:56.939" v="833" actId="313"/>
          <ac:spMkLst>
            <pc:docMk/>
            <pc:sldMk cId="2226938883" sldId="271"/>
            <ac:spMk id="3" creationId="{D2898233-4A8B-4FC8-9357-7D461A4B2BA7}"/>
          </ac:spMkLst>
        </pc:spChg>
        <pc:spChg chg="add mod">
          <ac:chgData name="Tony Toe" userId="8901cf30983edc6b" providerId="LiveId" clId="{C1442F02-3345-4BB8-8B0E-23C8E3F94CAE}" dt="2018-11-07T03:27:26.223" v="841" actId="13926"/>
          <ac:spMkLst>
            <pc:docMk/>
            <pc:sldMk cId="2226938883" sldId="271"/>
            <ac:spMk id="4" creationId="{CB4F1EEB-0FB4-472A-9480-C01B4FDBD131}"/>
          </ac:spMkLst>
        </pc:spChg>
      </pc:sldChg>
      <pc:sldChg chg="modSp add">
        <pc:chgData name="Tony Toe" userId="8901cf30983edc6b" providerId="LiveId" clId="{C1442F02-3345-4BB8-8B0E-23C8E3F94CAE}" dt="2018-11-07T03:27:52.250" v="892" actId="20577"/>
        <pc:sldMkLst>
          <pc:docMk/>
          <pc:sldMk cId="1347873503" sldId="272"/>
        </pc:sldMkLst>
        <pc:spChg chg="mod">
          <ac:chgData name="Tony Toe" userId="8901cf30983edc6b" providerId="LiveId" clId="{C1442F02-3345-4BB8-8B0E-23C8E3F94CAE}" dt="2018-11-07T03:27:41.722" v="855" actId="20577"/>
          <ac:spMkLst>
            <pc:docMk/>
            <pc:sldMk cId="1347873503" sldId="272"/>
            <ac:spMk id="2" creationId="{BC1E6C45-5A91-4137-800A-D9BB4E569DD3}"/>
          </ac:spMkLst>
        </pc:spChg>
        <pc:spChg chg="mod">
          <ac:chgData name="Tony Toe" userId="8901cf30983edc6b" providerId="LiveId" clId="{C1442F02-3345-4BB8-8B0E-23C8E3F94CAE}" dt="2018-11-07T03:27:52.250" v="892" actId="20577"/>
          <ac:spMkLst>
            <pc:docMk/>
            <pc:sldMk cId="1347873503" sldId="272"/>
            <ac:spMk id="3" creationId="{63F16016-25AA-440C-9266-145D9817099E}"/>
          </ac:spMkLst>
        </pc:spChg>
      </pc:sldChg>
      <pc:sldChg chg="addSp modSp add">
        <pc:chgData name="Tony Toe" userId="8901cf30983edc6b" providerId="LiveId" clId="{C1442F02-3345-4BB8-8B0E-23C8E3F94CAE}" dt="2018-11-07T03:29:41.595" v="898" actId="1076"/>
        <pc:sldMkLst>
          <pc:docMk/>
          <pc:sldMk cId="3830724426" sldId="273"/>
        </pc:sldMkLst>
        <pc:spChg chg="mod">
          <ac:chgData name="Tony Toe" userId="8901cf30983edc6b" providerId="LiveId" clId="{C1442F02-3345-4BB8-8B0E-23C8E3F94CAE}" dt="2018-11-07T03:29:08.148" v="895" actId="20577"/>
          <ac:spMkLst>
            <pc:docMk/>
            <pc:sldMk cId="3830724426" sldId="273"/>
            <ac:spMk id="2" creationId="{0E765B06-95B3-4634-B01B-77D8EF067F87}"/>
          </ac:spMkLst>
        </pc:spChg>
        <pc:spChg chg="mod">
          <ac:chgData name="Tony Toe" userId="8901cf30983edc6b" providerId="LiveId" clId="{C1442F02-3345-4BB8-8B0E-23C8E3F94CAE}" dt="2018-11-07T03:29:25.043" v="896" actId="1076"/>
          <ac:spMkLst>
            <pc:docMk/>
            <pc:sldMk cId="3830724426" sldId="273"/>
            <ac:spMk id="3" creationId="{AD0BE510-A2FB-462A-A645-CD725DC831F5}"/>
          </ac:spMkLst>
        </pc:spChg>
        <pc:spChg chg="add mod">
          <ac:chgData name="Tony Toe" userId="8901cf30983edc6b" providerId="LiveId" clId="{C1442F02-3345-4BB8-8B0E-23C8E3F94CAE}" dt="2018-11-07T03:29:41.595" v="898" actId="1076"/>
          <ac:spMkLst>
            <pc:docMk/>
            <pc:sldMk cId="3830724426" sldId="273"/>
            <ac:spMk id="4" creationId="{ABF220DE-02F4-4CEE-BD55-E3AD5B70CBFA}"/>
          </ac:spMkLst>
        </pc:spChg>
      </pc:sldChg>
      <pc:sldChg chg="addSp delSp modSp add">
        <pc:chgData name="Tony Toe" userId="8901cf30983edc6b" providerId="LiveId" clId="{C1442F02-3345-4BB8-8B0E-23C8E3F94CAE}" dt="2018-11-07T03:30:14.895" v="926" actId="1076"/>
        <pc:sldMkLst>
          <pc:docMk/>
          <pc:sldMk cId="1251736921" sldId="274"/>
        </pc:sldMkLst>
        <pc:spChg chg="mod">
          <ac:chgData name="Tony Toe" userId="8901cf30983edc6b" providerId="LiveId" clId="{C1442F02-3345-4BB8-8B0E-23C8E3F94CAE}" dt="2018-11-07T03:29:59.266" v="922" actId="20577"/>
          <ac:spMkLst>
            <pc:docMk/>
            <pc:sldMk cId="1251736921" sldId="274"/>
            <ac:spMk id="2" creationId="{1C511B08-FC97-4809-BDBE-64B0651BFE8D}"/>
          </ac:spMkLst>
        </pc:spChg>
        <pc:spChg chg="del">
          <ac:chgData name="Tony Toe" userId="8901cf30983edc6b" providerId="LiveId" clId="{C1442F02-3345-4BB8-8B0E-23C8E3F94CAE}" dt="2018-11-07T03:30:11.345" v="925" actId="478"/>
          <ac:spMkLst>
            <pc:docMk/>
            <pc:sldMk cId="1251736921" sldId="274"/>
            <ac:spMk id="3" creationId="{5AB02C63-1A5A-4096-B978-1708337BA9AB}"/>
          </ac:spMkLst>
        </pc:spChg>
        <pc:spChg chg="add mod">
          <ac:chgData name="Tony Toe" userId="8901cf30983edc6b" providerId="LiveId" clId="{C1442F02-3345-4BB8-8B0E-23C8E3F94CAE}" dt="2018-11-07T03:30:14.895" v="926" actId="1076"/>
          <ac:spMkLst>
            <pc:docMk/>
            <pc:sldMk cId="1251736921" sldId="274"/>
            <ac:spMk id="4" creationId="{9D120C2A-7C72-47C6-85AD-36B172660C4A}"/>
          </ac:spMkLst>
        </pc:spChg>
      </pc:sldChg>
      <pc:sldChg chg="modSp add">
        <pc:chgData name="Tony Toe" userId="8901cf30983edc6b" providerId="LiveId" clId="{C1442F02-3345-4BB8-8B0E-23C8E3F94CAE}" dt="2018-11-07T03:30:50.653" v="954" actId="20577"/>
        <pc:sldMkLst>
          <pc:docMk/>
          <pc:sldMk cId="3084603823" sldId="275"/>
        </pc:sldMkLst>
        <pc:spChg chg="mod">
          <ac:chgData name="Tony Toe" userId="8901cf30983edc6b" providerId="LiveId" clId="{C1442F02-3345-4BB8-8B0E-23C8E3F94CAE}" dt="2018-11-07T03:30:35.721" v="951" actId="20577"/>
          <ac:spMkLst>
            <pc:docMk/>
            <pc:sldMk cId="3084603823" sldId="275"/>
            <ac:spMk id="2" creationId="{831DEFDB-D9B9-44D9-B481-729A02A77A05}"/>
          </ac:spMkLst>
        </pc:spChg>
        <pc:spChg chg="mod">
          <ac:chgData name="Tony Toe" userId="8901cf30983edc6b" providerId="LiveId" clId="{C1442F02-3345-4BB8-8B0E-23C8E3F94CAE}" dt="2018-11-07T03:30:50.653" v="954" actId="20577"/>
          <ac:spMkLst>
            <pc:docMk/>
            <pc:sldMk cId="3084603823" sldId="275"/>
            <ac:spMk id="3" creationId="{38805D42-842E-480E-BAB0-725A05CFE8E1}"/>
          </ac:spMkLst>
        </pc:spChg>
      </pc:sldChg>
      <pc:sldChg chg="addSp modSp add">
        <pc:chgData name="Tony Toe" userId="8901cf30983edc6b" providerId="LiveId" clId="{C1442F02-3345-4BB8-8B0E-23C8E3F94CAE}" dt="2018-11-07T03:31:40.113" v="978" actId="13926"/>
        <pc:sldMkLst>
          <pc:docMk/>
          <pc:sldMk cId="1438324259" sldId="276"/>
        </pc:sldMkLst>
        <pc:spChg chg="mod">
          <ac:chgData name="Tony Toe" userId="8901cf30983edc6b" providerId="LiveId" clId="{C1442F02-3345-4BB8-8B0E-23C8E3F94CAE}" dt="2018-11-07T03:31:12.585" v="971" actId="20577"/>
          <ac:spMkLst>
            <pc:docMk/>
            <pc:sldMk cId="1438324259" sldId="276"/>
            <ac:spMk id="2" creationId="{01A772CF-92EF-464C-85AE-5D6816092E33}"/>
          </ac:spMkLst>
        </pc:spChg>
        <pc:spChg chg="mod">
          <ac:chgData name="Tony Toe" userId="8901cf30983edc6b" providerId="LiveId" clId="{C1442F02-3345-4BB8-8B0E-23C8E3F94CAE}" dt="2018-11-07T03:31:21.164" v="972" actId="13926"/>
          <ac:spMkLst>
            <pc:docMk/>
            <pc:sldMk cId="1438324259" sldId="276"/>
            <ac:spMk id="3" creationId="{1080FF5B-12C0-4E71-A4AB-44C2777599A9}"/>
          </ac:spMkLst>
        </pc:spChg>
        <pc:spChg chg="add mod">
          <ac:chgData name="Tony Toe" userId="8901cf30983edc6b" providerId="LiveId" clId="{C1442F02-3345-4BB8-8B0E-23C8E3F94CAE}" dt="2018-11-07T03:31:40.113" v="978" actId="13926"/>
          <ac:spMkLst>
            <pc:docMk/>
            <pc:sldMk cId="1438324259" sldId="276"/>
            <ac:spMk id="4" creationId="{F65E28A2-8C94-4B19-B7B1-E84A7FA22D03}"/>
          </ac:spMkLst>
        </pc:spChg>
      </pc:sldChg>
      <pc:sldChg chg="addSp modSp add">
        <pc:chgData name="Tony Toe" userId="8901cf30983edc6b" providerId="LiveId" clId="{C1442F02-3345-4BB8-8B0E-23C8E3F94CAE}" dt="2018-11-07T03:39:27.803" v="1124" actId="1076"/>
        <pc:sldMkLst>
          <pc:docMk/>
          <pc:sldMk cId="3797467521" sldId="277"/>
        </pc:sldMkLst>
        <pc:spChg chg="mod">
          <ac:chgData name="Tony Toe" userId="8901cf30983edc6b" providerId="LiveId" clId="{C1442F02-3345-4BB8-8B0E-23C8E3F94CAE}" dt="2018-11-07T03:33:36.785" v="1035" actId="20577"/>
          <ac:spMkLst>
            <pc:docMk/>
            <pc:sldMk cId="3797467521" sldId="277"/>
            <ac:spMk id="2" creationId="{43D3CC60-1B8D-4160-B2C4-16837B745B18}"/>
          </ac:spMkLst>
        </pc:spChg>
        <pc:spChg chg="mod">
          <ac:chgData name="Tony Toe" userId="8901cf30983edc6b" providerId="LiveId" clId="{C1442F02-3345-4BB8-8B0E-23C8E3F94CAE}" dt="2018-11-07T03:39:13.191" v="1122" actId="20577"/>
          <ac:spMkLst>
            <pc:docMk/>
            <pc:sldMk cId="3797467521" sldId="277"/>
            <ac:spMk id="3" creationId="{D4BA7592-B468-4766-8160-AD8DF5A25C0D}"/>
          </ac:spMkLst>
        </pc:spChg>
        <pc:spChg chg="add mod">
          <ac:chgData name="Tony Toe" userId="8901cf30983edc6b" providerId="LiveId" clId="{C1442F02-3345-4BB8-8B0E-23C8E3F94CAE}" dt="2018-11-07T03:39:27.803" v="1124" actId="1076"/>
          <ac:spMkLst>
            <pc:docMk/>
            <pc:sldMk cId="3797467521" sldId="277"/>
            <ac:spMk id="4" creationId="{98AEF56F-4B54-491B-A4B7-14DCE9048D7B}"/>
          </ac:spMkLst>
        </pc:spChg>
      </pc:sldChg>
      <pc:sldChg chg="modSp add">
        <pc:chgData name="Tony Toe" userId="8901cf30983edc6b" providerId="LiveId" clId="{C1442F02-3345-4BB8-8B0E-23C8E3F94CAE}" dt="2018-11-07T03:39:58.521" v="1197" actId="20577"/>
        <pc:sldMkLst>
          <pc:docMk/>
          <pc:sldMk cId="870818330" sldId="278"/>
        </pc:sldMkLst>
        <pc:spChg chg="mod">
          <ac:chgData name="Tony Toe" userId="8901cf30983edc6b" providerId="LiveId" clId="{C1442F02-3345-4BB8-8B0E-23C8E3F94CAE}" dt="2018-11-07T03:39:41.025" v="1139" actId="20577"/>
          <ac:spMkLst>
            <pc:docMk/>
            <pc:sldMk cId="870818330" sldId="278"/>
            <ac:spMk id="2" creationId="{788B429D-28D7-429B-A1BA-00B451086C32}"/>
          </ac:spMkLst>
        </pc:spChg>
        <pc:spChg chg="mod">
          <ac:chgData name="Tony Toe" userId="8901cf30983edc6b" providerId="LiveId" clId="{C1442F02-3345-4BB8-8B0E-23C8E3F94CAE}" dt="2018-11-07T03:39:58.521" v="1197" actId="20577"/>
          <ac:spMkLst>
            <pc:docMk/>
            <pc:sldMk cId="870818330" sldId="278"/>
            <ac:spMk id="3" creationId="{1F301E4E-04E6-41DB-98AB-ABE1BD812B06}"/>
          </ac:spMkLst>
        </pc:spChg>
      </pc:sldChg>
      <pc:sldChg chg="addSp delSp modSp add">
        <pc:chgData name="Tony Toe" userId="8901cf30983edc6b" providerId="LiveId" clId="{C1442F02-3345-4BB8-8B0E-23C8E3F94CAE}" dt="2018-11-07T03:40:39.511" v="1216" actId="1076"/>
        <pc:sldMkLst>
          <pc:docMk/>
          <pc:sldMk cId="1756175335" sldId="279"/>
        </pc:sldMkLst>
        <pc:spChg chg="mod">
          <ac:chgData name="Tony Toe" userId="8901cf30983edc6b" providerId="LiveId" clId="{C1442F02-3345-4BB8-8B0E-23C8E3F94CAE}" dt="2018-11-07T03:40:30.265" v="1213" actId="20577"/>
          <ac:spMkLst>
            <pc:docMk/>
            <pc:sldMk cId="1756175335" sldId="279"/>
            <ac:spMk id="2" creationId="{F4726761-D2AC-4EE2-B8F8-CDA23138D106}"/>
          </ac:spMkLst>
        </pc:spChg>
        <pc:spChg chg="del">
          <ac:chgData name="Tony Toe" userId="8901cf30983edc6b" providerId="LiveId" clId="{C1442F02-3345-4BB8-8B0E-23C8E3F94CAE}" dt="2018-11-07T03:40:33.521" v="1214" actId="478"/>
          <ac:spMkLst>
            <pc:docMk/>
            <pc:sldMk cId="1756175335" sldId="279"/>
            <ac:spMk id="3" creationId="{3D4A8FE1-6858-4AF5-A3DC-EEDEA06D87B3}"/>
          </ac:spMkLst>
        </pc:spChg>
        <pc:spChg chg="add mod">
          <ac:chgData name="Tony Toe" userId="8901cf30983edc6b" providerId="LiveId" clId="{C1442F02-3345-4BB8-8B0E-23C8E3F94CAE}" dt="2018-11-07T03:40:39.511" v="1216" actId="1076"/>
          <ac:spMkLst>
            <pc:docMk/>
            <pc:sldMk cId="1756175335" sldId="279"/>
            <ac:spMk id="4" creationId="{0EA7A70B-D9C3-4E32-B520-4DF8FE4015B5}"/>
          </ac:spMkLst>
        </pc:spChg>
      </pc:sldChg>
      <pc:sldChg chg="addSp delSp modSp add">
        <pc:chgData name="Tony Toe" userId="8901cf30983edc6b" providerId="LiveId" clId="{C1442F02-3345-4BB8-8B0E-23C8E3F94CAE}" dt="2018-11-07T03:40:57.817" v="1238" actId="1076"/>
        <pc:sldMkLst>
          <pc:docMk/>
          <pc:sldMk cId="1845229966" sldId="280"/>
        </pc:sldMkLst>
        <pc:spChg chg="mod">
          <ac:chgData name="Tony Toe" userId="8901cf30983edc6b" providerId="LiveId" clId="{C1442F02-3345-4BB8-8B0E-23C8E3F94CAE}" dt="2018-11-07T03:40:46.561" v="1235" actId="20577"/>
          <ac:spMkLst>
            <pc:docMk/>
            <pc:sldMk cId="1845229966" sldId="280"/>
            <ac:spMk id="2" creationId="{57480F1F-F645-4AFD-98AD-1F1D58C1E7BD}"/>
          </ac:spMkLst>
        </pc:spChg>
        <pc:spChg chg="del">
          <ac:chgData name="Tony Toe" userId="8901cf30983edc6b" providerId="LiveId" clId="{C1442F02-3345-4BB8-8B0E-23C8E3F94CAE}" dt="2018-11-07T03:40:54.393" v="1237" actId="478"/>
          <ac:spMkLst>
            <pc:docMk/>
            <pc:sldMk cId="1845229966" sldId="280"/>
            <ac:spMk id="3" creationId="{3FE6BD24-8395-4D1B-9FBC-16B3640B1948}"/>
          </ac:spMkLst>
        </pc:spChg>
        <pc:spChg chg="add mod">
          <ac:chgData name="Tony Toe" userId="8901cf30983edc6b" providerId="LiveId" clId="{C1442F02-3345-4BB8-8B0E-23C8E3F94CAE}" dt="2018-11-07T03:40:57.817" v="1238" actId="1076"/>
          <ac:spMkLst>
            <pc:docMk/>
            <pc:sldMk cId="1845229966" sldId="280"/>
            <ac:spMk id="4" creationId="{C2884227-5DE1-4705-9E64-143E38DFD107}"/>
          </ac:spMkLst>
        </pc:spChg>
      </pc:sldChg>
      <pc:sldChg chg="addSp delSp modSp add mod setBg">
        <pc:chgData name="Tony Toe" userId="8901cf30983edc6b" providerId="LiveId" clId="{C1442F02-3345-4BB8-8B0E-23C8E3F94CAE}" dt="2018-11-07T03:43:49.182" v="1292" actId="13926"/>
        <pc:sldMkLst>
          <pc:docMk/>
          <pc:sldMk cId="2012060342" sldId="281"/>
        </pc:sldMkLst>
        <pc:spChg chg="mod">
          <ac:chgData name="Tony Toe" userId="8901cf30983edc6b" providerId="LiveId" clId="{C1442F02-3345-4BB8-8B0E-23C8E3F94CAE}" dt="2018-11-07T03:41:37.430" v="1281" actId="26606"/>
          <ac:spMkLst>
            <pc:docMk/>
            <pc:sldMk cId="2012060342" sldId="281"/>
            <ac:spMk id="2" creationId="{66A0CB76-ACF6-417C-8714-F84BE47CAF67}"/>
          </ac:spMkLst>
        </pc:spChg>
        <pc:spChg chg="add del">
          <ac:chgData name="Tony Toe" userId="8901cf30983edc6b" providerId="LiveId" clId="{C1442F02-3345-4BB8-8B0E-23C8E3F94CAE}" dt="2018-11-07T03:41:32.103" v="1279" actId="13926"/>
          <ac:spMkLst>
            <pc:docMk/>
            <pc:sldMk cId="2012060342" sldId="281"/>
            <ac:spMk id="3" creationId="{CA104CC2-8AD4-40BB-AD29-A01981FF1F31}"/>
          </ac:spMkLst>
        </pc:spChg>
        <pc:spChg chg="add del">
          <ac:chgData name="Tony Toe" userId="8901cf30983edc6b" providerId="LiveId" clId="{C1442F02-3345-4BB8-8B0E-23C8E3F94CAE}" dt="2018-11-07T03:41:14.793" v="1241" actId="13926"/>
          <ac:spMkLst>
            <pc:docMk/>
            <pc:sldMk cId="2012060342" sldId="281"/>
            <ac:spMk id="5" creationId="{5F1C5B7B-EE78-423E-8F19-7E8A66F339C1}"/>
          </ac:spMkLst>
        </pc:spChg>
        <pc:spChg chg="add mod">
          <ac:chgData name="Tony Toe" userId="8901cf30983edc6b" providerId="LiveId" clId="{C1442F02-3345-4BB8-8B0E-23C8E3F94CAE}" dt="2018-11-07T03:43:49.182" v="1292" actId="13926"/>
          <ac:spMkLst>
            <pc:docMk/>
            <pc:sldMk cId="2012060342" sldId="281"/>
            <ac:spMk id="7" creationId="{5500E125-A739-445A-A976-BF0C3E1B2C8A}"/>
          </ac:spMkLst>
        </pc:spChg>
        <pc:spChg chg="add mod">
          <ac:chgData name="Tony Toe" userId="8901cf30983edc6b" providerId="LiveId" clId="{C1442F02-3345-4BB8-8B0E-23C8E3F94CAE}" dt="2018-11-07T03:42:42.598" v="1290" actId="11529"/>
          <ac:spMkLst>
            <pc:docMk/>
            <pc:sldMk cId="2012060342" sldId="281"/>
            <ac:spMk id="8" creationId="{1C434B31-0DF0-450D-BB3D-A815E87F3BE5}"/>
          </ac:spMkLst>
        </pc:spChg>
        <pc:graphicFrameChg chg="add del mod">
          <ac:chgData name="Tony Toe" userId="8901cf30983edc6b" providerId="LiveId" clId="{C1442F02-3345-4BB8-8B0E-23C8E3F94CAE}" dt="2018-11-07T03:41:14.793" v="1241" actId="13926"/>
          <ac:graphicFrameMkLst>
            <pc:docMk/>
            <pc:sldMk cId="2012060342" sldId="281"/>
            <ac:graphicFrameMk id="4" creationId="{80857680-7C3B-42E6-ABAC-C090F0FA6C72}"/>
          </ac:graphicFrameMkLst>
        </pc:graphicFrameChg>
        <pc:graphicFrameChg chg="add mod modGraphic">
          <ac:chgData name="Tony Toe" userId="8901cf30983edc6b" providerId="LiveId" clId="{C1442F02-3345-4BB8-8B0E-23C8E3F94CAE}" dt="2018-11-07T03:43:43.368" v="1291" actId="13926"/>
          <ac:graphicFrameMkLst>
            <pc:docMk/>
            <pc:sldMk cId="2012060342" sldId="281"/>
            <ac:graphicFrameMk id="6" creationId="{EA7F043D-9C5E-4AB9-990E-B6787FFAB1F6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6:21.533" v="1312" actId="1076"/>
        <pc:sldMkLst>
          <pc:docMk/>
          <pc:sldMk cId="2731599334" sldId="282"/>
        </pc:sldMkLst>
        <pc:spChg chg="mod">
          <ac:chgData name="Tony Toe" userId="8901cf30983edc6b" providerId="LiveId" clId="{C1442F02-3345-4BB8-8B0E-23C8E3F94CAE}" dt="2018-11-07T03:44:01.900" v="1294" actId="1076"/>
          <ac:spMkLst>
            <pc:docMk/>
            <pc:sldMk cId="2731599334" sldId="282"/>
            <ac:spMk id="2" creationId="{82E46549-2BF2-49DC-94E1-AB1C80B67F5B}"/>
          </ac:spMkLst>
        </pc:spChg>
        <pc:spChg chg="del">
          <ac:chgData name="Tony Toe" userId="8901cf30983edc6b" providerId="LiveId" clId="{C1442F02-3345-4BB8-8B0E-23C8E3F94CAE}" dt="2018-11-07T03:44:10.784" v="1295" actId="478"/>
          <ac:spMkLst>
            <pc:docMk/>
            <pc:sldMk cId="2731599334" sldId="282"/>
            <ac:spMk id="3" creationId="{E80BD6E0-4760-46E4-A115-836CD89F0C03}"/>
          </ac:spMkLst>
        </pc:spChg>
        <pc:spChg chg="add mod">
          <ac:chgData name="Tony Toe" userId="8901cf30983edc6b" providerId="LiveId" clId="{C1442F02-3345-4BB8-8B0E-23C8E3F94CAE}" dt="2018-11-07T03:45:39.098" v="1308" actId="13926"/>
          <ac:spMkLst>
            <pc:docMk/>
            <pc:sldMk cId="2731599334" sldId="282"/>
            <ac:spMk id="5" creationId="{C7A88ABA-E7FF-48FA-90FA-236DFE77513F}"/>
          </ac:spMkLst>
        </pc:spChg>
        <pc:spChg chg="add mod">
          <ac:chgData name="Tony Toe" userId="8901cf30983edc6b" providerId="LiveId" clId="{C1442F02-3345-4BB8-8B0E-23C8E3F94CAE}" dt="2018-11-07T03:45:18.955" v="1306" actId="11529"/>
          <ac:spMkLst>
            <pc:docMk/>
            <pc:sldMk cId="2731599334" sldId="282"/>
            <ac:spMk id="6" creationId="{80CC9286-5D88-4997-B5DE-EC62946F42BA}"/>
          </ac:spMkLst>
        </pc:spChg>
        <pc:spChg chg="add mod">
          <ac:chgData name="Tony Toe" userId="8901cf30983edc6b" providerId="LiveId" clId="{C1442F02-3345-4BB8-8B0E-23C8E3F94CAE}" dt="2018-11-07T03:46:21.533" v="1312" actId="1076"/>
          <ac:spMkLst>
            <pc:docMk/>
            <pc:sldMk cId="2731599334" sldId="282"/>
            <ac:spMk id="7" creationId="{48C477FB-E3CD-484A-A319-69D7A1BCC76C}"/>
          </ac:spMkLst>
        </pc:spChg>
        <pc:graphicFrameChg chg="add mod modGraphic">
          <ac:chgData name="Tony Toe" userId="8901cf30983edc6b" providerId="LiveId" clId="{C1442F02-3345-4BB8-8B0E-23C8E3F94CAE}" dt="2018-11-07T03:44:42.164" v="1300" actId="13926"/>
          <ac:graphicFrameMkLst>
            <pc:docMk/>
            <pc:sldMk cId="2731599334" sldId="282"/>
            <ac:graphicFrameMk id="4" creationId="{C8705313-9BAF-46D7-BDD3-BF42C029BF80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7:43.289" v="1336" actId="11529"/>
        <pc:sldMkLst>
          <pc:docMk/>
          <pc:sldMk cId="224454288" sldId="283"/>
        </pc:sldMkLst>
        <pc:spChg chg="mod">
          <ac:chgData name="Tony Toe" userId="8901cf30983edc6b" providerId="LiveId" clId="{C1442F02-3345-4BB8-8B0E-23C8E3F94CAE}" dt="2018-11-07T03:46:36.728" v="1328" actId="20577"/>
          <ac:spMkLst>
            <pc:docMk/>
            <pc:sldMk cId="224454288" sldId="283"/>
            <ac:spMk id="2" creationId="{8C6843A6-A07F-4D10-A33D-9F9125BB865E}"/>
          </ac:spMkLst>
        </pc:spChg>
        <pc:spChg chg="del">
          <ac:chgData name="Tony Toe" userId="8901cf30983edc6b" providerId="LiveId" clId="{C1442F02-3345-4BB8-8B0E-23C8E3F94CAE}" dt="2018-11-07T03:46:43.888" v="1329" actId="478"/>
          <ac:spMkLst>
            <pc:docMk/>
            <pc:sldMk cId="224454288" sldId="283"/>
            <ac:spMk id="3" creationId="{38B80C75-8FB6-45DE-A341-B20E0A3EE076}"/>
          </ac:spMkLst>
        </pc:spChg>
        <pc:graphicFrameChg chg="add mod modGraphic">
          <ac:chgData name="Tony Toe" userId="8901cf30983edc6b" providerId="LiveId" clId="{C1442F02-3345-4BB8-8B0E-23C8E3F94CAE}" dt="2018-11-07T03:47:31.465" v="1335" actId="1076"/>
          <ac:graphicFrameMkLst>
            <pc:docMk/>
            <pc:sldMk cId="224454288" sldId="283"/>
            <ac:graphicFrameMk id="4" creationId="{195B6503-894C-4CD4-A82B-AC29E1B75DD7}"/>
          </ac:graphicFrameMkLst>
        </pc:graphicFrameChg>
        <pc:cxnChg chg="add mod">
          <ac:chgData name="Tony Toe" userId="8901cf30983edc6b" providerId="LiveId" clId="{C1442F02-3345-4BB8-8B0E-23C8E3F94CAE}" dt="2018-11-07T03:47:43.289" v="1336" actId="11529"/>
          <ac:cxnSpMkLst>
            <pc:docMk/>
            <pc:sldMk cId="224454288" sldId="283"/>
            <ac:cxnSpMk id="6" creationId="{C8ABCF21-64EE-448A-B4E5-CB7B047819F1}"/>
          </ac:cxnSpMkLst>
        </pc:cxnChg>
      </pc:sldChg>
      <pc:sldChg chg="addSp delSp modSp add">
        <pc:chgData name="Tony Toe" userId="8901cf30983edc6b" providerId="LiveId" clId="{C1442F02-3345-4BB8-8B0E-23C8E3F94CAE}" dt="2018-11-07T03:48:44.486" v="1366" actId="11529"/>
        <pc:sldMkLst>
          <pc:docMk/>
          <pc:sldMk cId="1353420490" sldId="284"/>
        </pc:sldMkLst>
        <pc:spChg chg="mod">
          <ac:chgData name="Tony Toe" userId="8901cf30983edc6b" providerId="LiveId" clId="{C1442F02-3345-4BB8-8B0E-23C8E3F94CAE}" dt="2018-11-07T03:48:07.102" v="1359" actId="313"/>
          <ac:spMkLst>
            <pc:docMk/>
            <pc:sldMk cId="1353420490" sldId="284"/>
            <ac:spMk id="2" creationId="{59CC1552-B16F-43C9-96C2-1F34D60FB217}"/>
          </ac:spMkLst>
        </pc:spChg>
        <pc:spChg chg="del">
          <ac:chgData name="Tony Toe" userId="8901cf30983edc6b" providerId="LiveId" clId="{C1442F02-3345-4BB8-8B0E-23C8E3F94CAE}" dt="2018-11-07T03:47:58.512" v="1357" actId="478"/>
          <ac:spMkLst>
            <pc:docMk/>
            <pc:sldMk cId="1353420490" sldId="284"/>
            <ac:spMk id="3" creationId="{FEBD7888-0B1E-4F9A-8969-CCA2CD033303}"/>
          </ac:spMkLst>
        </pc:spChg>
        <pc:graphicFrameChg chg="add mod modGraphic">
          <ac:chgData name="Tony Toe" userId="8901cf30983edc6b" providerId="LiveId" clId="{C1442F02-3345-4BB8-8B0E-23C8E3F94CAE}" dt="2018-11-07T03:48:36.819" v="1365" actId="1076"/>
          <ac:graphicFrameMkLst>
            <pc:docMk/>
            <pc:sldMk cId="1353420490" sldId="284"/>
            <ac:graphicFrameMk id="4" creationId="{2AACF460-ECA9-4BC9-881A-AA8A6D676B32}"/>
          </ac:graphicFrameMkLst>
        </pc:graphicFrameChg>
        <pc:cxnChg chg="add mod">
          <ac:chgData name="Tony Toe" userId="8901cf30983edc6b" providerId="LiveId" clId="{C1442F02-3345-4BB8-8B0E-23C8E3F94CAE}" dt="2018-11-07T03:48:44.486" v="1366" actId="11529"/>
          <ac:cxnSpMkLst>
            <pc:docMk/>
            <pc:sldMk cId="1353420490" sldId="284"/>
            <ac:cxnSpMk id="6" creationId="{5D2B5455-F3D5-4063-8979-A2D587E37E58}"/>
          </ac:cxnSpMkLst>
        </pc:cxnChg>
      </pc:sldChg>
      <pc:sldChg chg="modSp add">
        <pc:chgData name="Tony Toe" userId="8901cf30983edc6b" providerId="LiveId" clId="{C1442F02-3345-4BB8-8B0E-23C8E3F94CAE}" dt="2018-11-07T03:49:15.072" v="1414" actId="20577"/>
        <pc:sldMkLst>
          <pc:docMk/>
          <pc:sldMk cId="842387938" sldId="285"/>
        </pc:sldMkLst>
        <pc:spChg chg="mod">
          <ac:chgData name="Tony Toe" userId="8901cf30983edc6b" providerId="LiveId" clId="{C1442F02-3345-4BB8-8B0E-23C8E3F94CAE}" dt="2018-11-07T03:49:05.617" v="1379" actId="20577"/>
          <ac:spMkLst>
            <pc:docMk/>
            <pc:sldMk cId="842387938" sldId="285"/>
            <ac:spMk id="2" creationId="{87CC4303-961B-4F9E-8A46-0F809C33ED94}"/>
          </ac:spMkLst>
        </pc:spChg>
        <pc:spChg chg="mod">
          <ac:chgData name="Tony Toe" userId="8901cf30983edc6b" providerId="LiveId" clId="{C1442F02-3345-4BB8-8B0E-23C8E3F94CAE}" dt="2018-11-07T03:49:15.072" v="1414" actId="20577"/>
          <ac:spMkLst>
            <pc:docMk/>
            <pc:sldMk cId="842387938" sldId="285"/>
            <ac:spMk id="3" creationId="{D3635190-C5CA-45F1-B3DE-3ED97404023E}"/>
          </ac:spMkLst>
        </pc:spChg>
      </pc:sldChg>
      <pc:sldChg chg="modSp add">
        <pc:chgData name="Tony Toe" userId="8901cf30983edc6b" providerId="LiveId" clId="{C1442F02-3345-4BB8-8B0E-23C8E3F94CAE}" dt="2018-11-09T08:53:22.890" v="1735" actId="20577"/>
        <pc:sldMkLst>
          <pc:docMk/>
          <pc:sldMk cId="1800740791" sldId="286"/>
        </pc:sldMkLst>
        <pc:spChg chg="mod">
          <ac:chgData name="Tony Toe" userId="8901cf30983edc6b" providerId="LiveId" clId="{C1442F02-3345-4BB8-8B0E-23C8E3F94CAE}" dt="2018-11-09T08:51:20.450" v="1552" actId="20577"/>
          <ac:spMkLst>
            <pc:docMk/>
            <pc:sldMk cId="1800740791" sldId="286"/>
            <ac:spMk id="2" creationId="{B5015436-C8EC-4095-8DF1-C55DFC3843E5}"/>
          </ac:spMkLst>
        </pc:spChg>
        <pc:spChg chg="mod">
          <ac:chgData name="Tony Toe" userId="8901cf30983edc6b" providerId="LiveId" clId="{C1442F02-3345-4BB8-8B0E-23C8E3F94CAE}" dt="2018-11-09T08:53:22.890" v="1735" actId="20577"/>
          <ac:spMkLst>
            <pc:docMk/>
            <pc:sldMk cId="1800740791" sldId="286"/>
            <ac:spMk id="3" creationId="{63C27EF6-3248-4E49-A5C5-7826FDFEAB5D}"/>
          </ac:spMkLst>
        </pc:spChg>
      </pc:sldChg>
      <pc:sldMasterChg chg="modSldLayout">
        <pc:chgData name="Tony Toe" userId="8901cf30983edc6b" providerId="LiveId" clId="{C1442F02-3345-4BB8-8B0E-23C8E3F94CAE}" dt="2018-11-07T03:59:46.980" v="1540" actId="20577"/>
        <pc:sldMasterMkLst>
          <pc:docMk/>
          <pc:sldMasterMk cId="236828940" sldId="2147483648"/>
        </pc:sldMasterMkLst>
        <pc:sldLayoutChg chg="addSp">
          <pc:chgData name="Tony Toe" userId="8901cf30983edc6b" providerId="LiveId" clId="{C1442F02-3345-4BB8-8B0E-23C8E3F94CAE}" dt="2018-11-07T03:59:46.980" v="1540" actId="20577"/>
          <pc:sldLayoutMkLst>
            <pc:docMk/>
            <pc:sldMasterMk cId="236828940" sldId="2147483648"/>
            <pc:sldLayoutMk cId="4054162043" sldId="2147483649"/>
          </pc:sldLayoutMkLst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8" creationId="{B9059644-BD68-48DA-B90B-E97D932F04F4}"/>
            </ac:spMkLst>
          </pc:spChg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9" creationId="{3AEF5720-1197-40C8-BFBA-5BF0AC560111}"/>
            </ac:spMkLst>
          </pc:spChg>
          <pc:picChg chg="add">
            <ac:chgData name="Tony Toe" userId="8901cf30983edc6b" providerId="LiveId" clId="{C1442F02-3345-4BB8-8B0E-23C8E3F94CAE}" dt="2018-11-07T03:59:46.980" v="1540" actId="20577"/>
            <ac:picMkLst>
              <pc:docMk/>
              <pc:sldMasterMk cId="236828940" sldId="2147483648"/>
              <pc:sldLayoutMk cId="4054162043" sldId="2147483649"/>
              <ac:picMk id="10" creationId="{81CE94B4-04F5-4161-95DF-2EB53BA97E45}"/>
            </ac:picMkLst>
          </pc:picChg>
          <pc:cxnChg chg="add">
            <ac:chgData name="Tony Toe" userId="8901cf30983edc6b" providerId="LiveId" clId="{C1442F02-3345-4BB8-8B0E-23C8E3F94CAE}" dt="2018-11-07T03:59:46.980" v="1540" actId="20577"/>
            <ac:cxnSpMkLst>
              <pc:docMk/>
              <pc:sldMasterMk cId="236828940" sldId="2147483648"/>
              <pc:sldLayoutMk cId="4054162043" sldId="2147483649"/>
              <ac:cxnSpMk id="7" creationId="{35D354F6-1E43-4FE2-9416-04E184CE86D7}"/>
            </ac:cxnSpMkLst>
          </pc:cxnChg>
        </pc:sldLayoutChg>
        <pc:sldLayoutChg chg="addSp delSp modSp">
          <pc:chgData name="Tony Toe" userId="8901cf30983edc6b" providerId="LiveId" clId="{C1442F02-3345-4BB8-8B0E-23C8E3F94CAE}" dt="2018-11-07T03:59:12.708" v="1539" actId="167"/>
          <pc:sldLayoutMkLst>
            <pc:docMk/>
            <pc:sldMasterMk cId="236828940" sldId="2147483648"/>
            <pc:sldLayoutMk cId="1864361372" sldId="2147483650"/>
          </pc:sldLayoutMkLst>
          <pc:spChg chg="add mod">
            <ac:chgData name="Tony Toe" userId="8901cf30983edc6b" providerId="LiveId" clId="{C1442F02-3345-4BB8-8B0E-23C8E3F94CAE}" dt="2018-11-07T03:56:20.415" v="1462" actId="14100"/>
            <ac:spMkLst>
              <pc:docMk/>
              <pc:sldMasterMk cId="236828940" sldId="2147483648"/>
              <pc:sldLayoutMk cId="1864361372" sldId="2147483650"/>
              <ac:spMk id="9" creationId="{7F2E3DB5-B764-4A40-95A7-3FCFC0735F10}"/>
            </ac:spMkLst>
          </pc:spChg>
          <pc:spChg chg="add mod">
            <ac:chgData name="Tony Toe" userId="8901cf30983edc6b" providerId="LiveId" clId="{C1442F02-3345-4BB8-8B0E-23C8E3F94CAE}" dt="2018-11-07T03:57:48.350" v="1474" actId="14100"/>
            <ac:spMkLst>
              <pc:docMk/>
              <pc:sldMasterMk cId="236828940" sldId="2147483648"/>
              <pc:sldLayoutMk cId="1864361372" sldId="2147483650"/>
              <ac:spMk id="12" creationId="{8DDA959D-3244-40DF-8C39-48899F94628E}"/>
            </ac:spMkLst>
          </pc:spChg>
          <pc:picChg chg="add mod ord">
            <ac:chgData name="Tony Toe" userId="8901cf30983edc6b" providerId="LiveId" clId="{C1442F02-3345-4BB8-8B0E-23C8E3F94CAE}" dt="2018-11-07T03:57:53.712" v="1479" actId="1038"/>
            <ac:picMkLst>
              <pc:docMk/>
              <pc:sldMasterMk cId="236828940" sldId="2147483648"/>
              <pc:sldLayoutMk cId="1864361372" sldId="2147483650"/>
              <ac:picMk id="11" creationId="{0E49D956-4E7D-4FF0-9764-CA5EA52DF041}"/>
            </ac:picMkLst>
          </pc:picChg>
          <pc:cxnChg chg="add del mod">
            <ac:chgData name="Tony Toe" userId="8901cf30983edc6b" providerId="LiveId" clId="{C1442F02-3345-4BB8-8B0E-23C8E3F94CAE}" dt="2018-11-07T03:58:16.759" v="1526" actId="478"/>
            <ac:cxnSpMkLst>
              <pc:docMk/>
              <pc:sldMasterMk cId="236828940" sldId="2147483648"/>
              <pc:sldLayoutMk cId="1864361372" sldId="2147483650"/>
              <ac:cxnSpMk id="14" creationId="{5E4C11DD-567C-46CF-8316-3D294DCDDC45}"/>
            </ac:cxnSpMkLst>
          </pc:cxnChg>
          <pc:cxnChg chg="add mod ord">
            <ac:chgData name="Tony Toe" userId="8901cf30983edc6b" providerId="LiveId" clId="{C1442F02-3345-4BB8-8B0E-23C8E3F94CAE}" dt="2018-11-07T03:59:12.708" v="1539" actId="167"/>
            <ac:cxnSpMkLst>
              <pc:docMk/>
              <pc:sldMasterMk cId="236828940" sldId="2147483648"/>
              <pc:sldLayoutMk cId="1864361372" sldId="2147483650"/>
              <ac:cxnSpMk id="16" creationId="{3572CAD7-C006-4353-A7EB-D4461834FFBC}"/>
            </ac:cxnSpMkLst>
          </pc:cxnChg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35.svg"/><Relationship Id="rId2" Type="http://schemas.openxmlformats.org/officeDocument/2006/relationships/image" Target="../media/image38.svg"/><Relationship Id="rId16" Type="http://schemas.openxmlformats.org/officeDocument/2006/relationships/image" Target="../media/image50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34.png"/><Relationship Id="rId5" Type="http://schemas.openxmlformats.org/officeDocument/2006/relationships/image" Target="../media/image41.png"/><Relationship Id="rId15" Type="http://schemas.openxmlformats.org/officeDocument/2006/relationships/image" Target="../media/image49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4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35.svg"/><Relationship Id="rId2" Type="http://schemas.openxmlformats.org/officeDocument/2006/relationships/image" Target="../media/image38.svg"/><Relationship Id="rId16" Type="http://schemas.openxmlformats.org/officeDocument/2006/relationships/image" Target="../media/image50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34.png"/><Relationship Id="rId5" Type="http://schemas.openxmlformats.org/officeDocument/2006/relationships/image" Target="../media/image41.png"/><Relationship Id="rId15" Type="http://schemas.openxmlformats.org/officeDocument/2006/relationships/image" Target="../media/image49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E9C317-6C56-41EA-9955-8644BB015AE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83BADE1-22DA-46B0-95C1-B292D2B23EA5}">
      <dgm:prSet custT="1"/>
      <dgm:spPr/>
      <dgm:t>
        <a:bodyPr/>
        <a:lstStyle/>
        <a:p>
          <a:r>
            <a:rPr lang="en-SG" sz="2800" dirty="0"/>
            <a:t>Follow an appropriate process model for digital business</a:t>
          </a:r>
          <a:endParaRPr lang="en-US" sz="2800" dirty="0"/>
        </a:p>
      </dgm:t>
    </dgm:pt>
    <dgm:pt modelId="{8C8F2732-4CE4-4987-B075-45FA1493F039}" type="parTrans" cxnId="{65584C77-B0A3-4353-96B2-DD44891A6BD2}">
      <dgm:prSet/>
      <dgm:spPr/>
      <dgm:t>
        <a:bodyPr/>
        <a:lstStyle/>
        <a:p>
          <a:endParaRPr lang="en-US"/>
        </a:p>
      </dgm:t>
    </dgm:pt>
    <dgm:pt modelId="{85327F42-4B9F-41F8-81F2-FE8656DA1357}" type="sibTrans" cxnId="{65584C77-B0A3-4353-96B2-DD44891A6BD2}">
      <dgm:prSet phldrT="2"/>
      <dgm:spPr/>
      <dgm:t>
        <a:bodyPr/>
        <a:lstStyle/>
        <a:p>
          <a:r>
            <a:rPr lang="en-US" dirty="0"/>
            <a:t>1</a:t>
          </a:r>
        </a:p>
      </dgm:t>
    </dgm:pt>
    <dgm:pt modelId="{4EF4A6DD-653A-4C4D-946B-CDAEC0AFA273}">
      <dgm:prSet custT="1"/>
      <dgm:spPr/>
      <dgm:t>
        <a:bodyPr/>
        <a:lstStyle/>
        <a:p>
          <a:r>
            <a:rPr lang="en-SG" sz="2800" dirty="0"/>
            <a:t>Apply tools to generate and select digital business strategies </a:t>
          </a:r>
          <a:endParaRPr lang="en-US" sz="2800" dirty="0"/>
        </a:p>
      </dgm:t>
    </dgm:pt>
    <dgm:pt modelId="{7E4A74FC-17FA-4CA4-9B7D-32BF69FD945B}" type="parTrans" cxnId="{31DFC256-87E2-4294-B833-59162FF34DE9}">
      <dgm:prSet/>
      <dgm:spPr/>
      <dgm:t>
        <a:bodyPr/>
        <a:lstStyle/>
        <a:p>
          <a:endParaRPr lang="en-US"/>
        </a:p>
      </dgm:t>
    </dgm:pt>
    <dgm:pt modelId="{562F31A8-2952-4AC5-B5DB-38F8F622254A}" type="sibTrans" cxnId="{31DFC256-87E2-4294-B833-59162FF34DE9}">
      <dgm:prSet phldrT="3"/>
      <dgm:spPr/>
      <dgm:t>
        <a:bodyPr/>
        <a:lstStyle/>
        <a:p>
          <a:r>
            <a:rPr lang="en-US" dirty="0"/>
            <a:t>2</a:t>
          </a:r>
        </a:p>
      </dgm:t>
    </dgm:pt>
    <dgm:pt modelId="{79C4736A-5775-4DB0-9BD5-B21AA7436DA5}">
      <dgm:prSet custT="1"/>
      <dgm:spPr/>
      <dgm:t>
        <a:bodyPr/>
        <a:lstStyle/>
        <a:p>
          <a:r>
            <a:rPr lang="en-SG" sz="2800" dirty="0"/>
            <a:t>Outline alternative strategic approaches to achieve digital business</a:t>
          </a:r>
          <a:endParaRPr lang="en-US" sz="2800" dirty="0"/>
        </a:p>
      </dgm:t>
    </dgm:pt>
    <dgm:pt modelId="{A23CA47E-77FD-4815-8852-C711E3BDD697}" type="parTrans" cxnId="{9A78ECDF-FF70-4FA9-81E5-98BB40E4B860}">
      <dgm:prSet/>
      <dgm:spPr/>
      <dgm:t>
        <a:bodyPr/>
        <a:lstStyle/>
        <a:p>
          <a:endParaRPr lang="en-US"/>
        </a:p>
      </dgm:t>
    </dgm:pt>
    <dgm:pt modelId="{DFA97C92-D23F-43DB-860F-02681E60E7A9}" type="sibTrans" cxnId="{9A78ECDF-FF70-4FA9-81E5-98BB40E4B860}">
      <dgm:prSet phldrT="4"/>
      <dgm:spPr/>
      <dgm:t>
        <a:bodyPr/>
        <a:lstStyle/>
        <a:p>
          <a:r>
            <a:rPr lang="en-US" dirty="0"/>
            <a:t>3</a:t>
          </a:r>
        </a:p>
      </dgm:t>
    </dgm:pt>
    <dgm:pt modelId="{54BF0C87-7697-4E47-9443-2CE921CBA4DD}" type="pres">
      <dgm:prSet presAssocID="{FCE9C317-6C56-41EA-9955-8644BB015AEA}" presName="Name0" presStyleCnt="0">
        <dgm:presLayoutVars>
          <dgm:animLvl val="lvl"/>
          <dgm:resizeHandles val="exact"/>
        </dgm:presLayoutVars>
      </dgm:prSet>
      <dgm:spPr/>
    </dgm:pt>
    <dgm:pt modelId="{30358F45-FB4C-4E64-8668-B89C21964862}" type="pres">
      <dgm:prSet presAssocID="{483BADE1-22DA-46B0-95C1-B292D2B23EA5}" presName="compositeNode" presStyleCnt="0">
        <dgm:presLayoutVars>
          <dgm:bulletEnabled val="1"/>
        </dgm:presLayoutVars>
      </dgm:prSet>
      <dgm:spPr/>
    </dgm:pt>
    <dgm:pt modelId="{8C40A536-8D72-4B71-A2A8-CD4F0B685D05}" type="pres">
      <dgm:prSet presAssocID="{483BADE1-22DA-46B0-95C1-B292D2B23EA5}" presName="bgRect" presStyleLbl="bgAccFollowNode1" presStyleIdx="0" presStyleCnt="3"/>
      <dgm:spPr/>
    </dgm:pt>
    <dgm:pt modelId="{96DBBBFF-41E5-4C54-AB62-02C34863B272}" type="pres">
      <dgm:prSet presAssocID="{85327F42-4B9F-41F8-81F2-FE8656DA135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2F18FEC-8367-47E7-94FE-16F43098AD1C}" type="pres">
      <dgm:prSet presAssocID="{483BADE1-22DA-46B0-95C1-B292D2B23EA5}" presName="bottomLine" presStyleLbl="alignNode1" presStyleIdx="1" presStyleCnt="6">
        <dgm:presLayoutVars/>
      </dgm:prSet>
      <dgm:spPr/>
    </dgm:pt>
    <dgm:pt modelId="{5EA8B478-AE87-43E5-B187-BAF8BC2A0AD6}" type="pres">
      <dgm:prSet presAssocID="{483BADE1-22DA-46B0-95C1-B292D2B23EA5}" presName="nodeText" presStyleLbl="bgAccFollowNode1" presStyleIdx="0" presStyleCnt="3">
        <dgm:presLayoutVars>
          <dgm:bulletEnabled val="1"/>
        </dgm:presLayoutVars>
      </dgm:prSet>
      <dgm:spPr/>
    </dgm:pt>
    <dgm:pt modelId="{84910965-C8A2-4AEB-BF7E-371A9B03AE68}" type="pres">
      <dgm:prSet presAssocID="{85327F42-4B9F-41F8-81F2-FE8656DA1357}" presName="sibTrans" presStyleCnt="0"/>
      <dgm:spPr/>
    </dgm:pt>
    <dgm:pt modelId="{11E26582-8E81-4A10-B369-117B423E87F1}" type="pres">
      <dgm:prSet presAssocID="{4EF4A6DD-653A-4C4D-946B-CDAEC0AFA273}" presName="compositeNode" presStyleCnt="0">
        <dgm:presLayoutVars>
          <dgm:bulletEnabled val="1"/>
        </dgm:presLayoutVars>
      </dgm:prSet>
      <dgm:spPr/>
    </dgm:pt>
    <dgm:pt modelId="{1CBC2326-8D98-4A8C-B1FF-4810B299E959}" type="pres">
      <dgm:prSet presAssocID="{4EF4A6DD-653A-4C4D-946B-CDAEC0AFA273}" presName="bgRect" presStyleLbl="bgAccFollowNode1" presStyleIdx="1" presStyleCnt="3"/>
      <dgm:spPr/>
    </dgm:pt>
    <dgm:pt modelId="{B818D079-05EB-4831-96E2-B328E973060F}" type="pres">
      <dgm:prSet presAssocID="{562F31A8-2952-4AC5-B5DB-38F8F622254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56F87C79-DB7D-477F-98C2-13CFC19F1F79}" type="pres">
      <dgm:prSet presAssocID="{4EF4A6DD-653A-4C4D-946B-CDAEC0AFA273}" presName="bottomLine" presStyleLbl="alignNode1" presStyleIdx="3" presStyleCnt="6">
        <dgm:presLayoutVars/>
      </dgm:prSet>
      <dgm:spPr/>
    </dgm:pt>
    <dgm:pt modelId="{1247C8A9-3FA4-497C-833B-DE1335697E15}" type="pres">
      <dgm:prSet presAssocID="{4EF4A6DD-653A-4C4D-946B-CDAEC0AFA273}" presName="nodeText" presStyleLbl="bgAccFollowNode1" presStyleIdx="1" presStyleCnt="3">
        <dgm:presLayoutVars>
          <dgm:bulletEnabled val="1"/>
        </dgm:presLayoutVars>
      </dgm:prSet>
      <dgm:spPr/>
    </dgm:pt>
    <dgm:pt modelId="{BD04D506-C974-4E36-8BFD-916D36D16CDE}" type="pres">
      <dgm:prSet presAssocID="{562F31A8-2952-4AC5-B5DB-38F8F622254A}" presName="sibTrans" presStyleCnt="0"/>
      <dgm:spPr/>
    </dgm:pt>
    <dgm:pt modelId="{5F124234-E54E-4D86-89F0-77008529B7D5}" type="pres">
      <dgm:prSet presAssocID="{79C4736A-5775-4DB0-9BD5-B21AA7436DA5}" presName="compositeNode" presStyleCnt="0">
        <dgm:presLayoutVars>
          <dgm:bulletEnabled val="1"/>
        </dgm:presLayoutVars>
      </dgm:prSet>
      <dgm:spPr/>
    </dgm:pt>
    <dgm:pt modelId="{B32CA6AF-18DC-495A-A6EA-6DA7CD51DE17}" type="pres">
      <dgm:prSet presAssocID="{79C4736A-5775-4DB0-9BD5-B21AA7436DA5}" presName="bgRect" presStyleLbl="bgAccFollowNode1" presStyleIdx="2" presStyleCnt="3"/>
      <dgm:spPr/>
    </dgm:pt>
    <dgm:pt modelId="{7338991C-D1C1-4135-B618-3939F6F98D94}" type="pres">
      <dgm:prSet presAssocID="{DFA97C92-D23F-43DB-860F-02681E60E7A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A148D9B7-8510-407C-9286-8973E915E63E}" type="pres">
      <dgm:prSet presAssocID="{79C4736A-5775-4DB0-9BD5-B21AA7436DA5}" presName="bottomLine" presStyleLbl="alignNode1" presStyleIdx="5" presStyleCnt="6">
        <dgm:presLayoutVars/>
      </dgm:prSet>
      <dgm:spPr/>
    </dgm:pt>
    <dgm:pt modelId="{E8CB9F0B-8E50-43E9-A1CB-0944B0862509}" type="pres">
      <dgm:prSet presAssocID="{79C4736A-5775-4DB0-9BD5-B21AA7436DA5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A6DD112-552F-4EEE-8781-E32DEBEB616A}" type="presOf" srcId="{DFA97C92-D23F-43DB-860F-02681E60E7A9}" destId="{7338991C-D1C1-4135-B618-3939F6F98D94}" srcOrd="0" destOrd="0" presId="urn:microsoft.com/office/officeart/2016/7/layout/BasicLinearProcessNumbered"/>
    <dgm:cxn modelId="{82C51F3F-2B90-41B5-9D66-58052F77BC28}" type="presOf" srcId="{4EF4A6DD-653A-4C4D-946B-CDAEC0AFA273}" destId="{1247C8A9-3FA4-497C-833B-DE1335697E15}" srcOrd="1" destOrd="0" presId="urn:microsoft.com/office/officeart/2016/7/layout/BasicLinearProcessNumbered"/>
    <dgm:cxn modelId="{F9B2E544-FEDA-42DB-B134-C6E9B11D0CCF}" type="presOf" srcId="{79C4736A-5775-4DB0-9BD5-B21AA7436DA5}" destId="{E8CB9F0B-8E50-43E9-A1CB-0944B0862509}" srcOrd="1" destOrd="0" presId="urn:microsoft.com/office/officeart/2016/7/layout/BasicLinearProcessNumbered"/>
    <dgm:cxn modelId="{DD163949-956D-4952-B020-088A8EE6B798}" type="presOf" srcId="{483BADE1-22DA-46B0-95C1-B292D2B23EA5}" destId="{8C40A536-8D72-4B71-A2A8-CD4F0B685D05}" srcOrd="0" destOrd="0" presId="urn:microsoft.com/office/officeart/2016/7/layout/BasicLinearProcessNumbered"/>
    <dgm:cxn modelId="{730C7D4F-156F-44F4-A0CC-E22C046CD3C7}" type="presOf" srcId="{FCE9C317-6C56-41EA-9955-8644BB015AEA}" destId="{54BF0C87-7697-4E47-9443-2CE921CBA4DD}" srcOrd="0" destOrd="0" presId="urn:microsoft.com/office/officeart/2016/7/layout/BasicLinearProcessNumbered"/>
    <dgm:cxn modelId="{8E28EA54-A5D0-4515-AE17-DD9B7E214EFB}" type="presOf" srcId="{483BADE1-22DA-46B0-95C1-B292D2B23EA5}" destId="{5EA8B478-AE87-43E5-B187-BAF8BC2A0AD6}" srcOrd="1" destOrd="0" presId="urn:microsoft.com/office/officeart/2016/7/layout/BasicLinearProcessNumbered"/>
    <dgm:cxn modelId="{31DFC256-87E2-4294-B833-59162FF34DE9}" srcId="{FCE9C317-6C56-41EA-9955-8644BB015AEA}" destId="{4EF4A6DD-653A-4C4D-946B-CDAEC0AFA273}" srcOrd="1" destOrd="0" parTransId="{7E4A74FC-17FA-4CA4-9B7D-32BF69FD945B}" sibTransId="{562F31A8-2952-4AC5-B5DB-38F8F622254A}"/>
    <dgm:cxn modelId="{65584C77-B0A3-4353-96B2-DD44891A6BD2}" srcId="{FCE9C317-6C56-41EA-9955-8644BB015AEA}" destId="{483BADE1-22DA-46B0-95C1-B292D2B23EA5}" srcOrd="0" destOrd="0" parTransId="{8C8F2732-4CE4-4987-B075-45FA1493F039}" sibTransId="{85327F42-4B9F-41F8-81F2-FE8656DA1357}"/>
    <dgm:cxn modelId="{6862FEB1-0BE8-4367-A8BE-62E5DC85CB4F}" type="presOf" srcId="{85327F42-4B9F-41F8-81F2-FE8656DA1357}" destId="{96DBBBFF-41E5-4C54-AB62-02C34863B272}" srcOrd="0" destOrd="0" presId="urn:microsoft.com/office/officeart/2016/7/layout/BasicLinearProcessNumbered"/>
    <dgm:cxn modelId="{340CD9C1-B9BE-4693-9FF5-31EB1BD497AD}" type="presOf" srcId="{562F31A8-2952-4AC5-B5DB-38F8F622254A}" destId="{B818D079-05EB-4831-96E2-B328E973060F}" srcOrd="0" destOrd="0" presId="urn:microsoft.com/office/officeart/2016/7/layout/BasicLinearProcessNumbered"/>
    <dgm:cxn modelId="{A9A252C8-023F-4083-84D1-A6262333B577}" type="presOf" srcId="{79C4736A-5775-4DB0-9BD5-B21AA7436DA5}" destId="{B32CA6AF-18DC-495A-A6EA-6DA7CD51DE17}" srcOrd="0" destOrd="0" presId="urn:microsoft.com/office/officeart/2016/7/layout/BasicLinearProcessNumbered"/>
    <dgm:cxn modelId="{9A78ECDF-FF70-4FA9-81E5-98BB40E4B860}" srcId="{FCE9C317-6C56-41EA-9955-8644BB015AEA}" destId="{79C4736A-5775-4DB0-9BD5-B21AA7436DA5}" srcOrd="2" destOrd="0" parTransId="{A23CA47E-77FD-4815-8852-C711E3BDD697}" sibTransId="{DFA97C92-D23F-43DB-860F-02681E60E7A9}"/>
    <dgm:cxn modelId="{3A5E37E7-3177-4417-A3DC-DE3CC937F151}" type="presOf" srcId="{4EF4A6DD-653A-4C4D-946B-CDAEC0AFA273}" destId="{1CBC2326-8D98-4A8C-B1FF-4810B299E959}" srcOrd="0" destOrd="0" presId="urn:microsoft.com/office/officeart/2016/7/layout/BasicLinearProcessNumbered"/>
    <dgm:cxn modelId="{A56657DF-5652-495B-814B-8BD07DAF3DB8}" type="presParOf" srcId="{54BF0C87-7697-4E47-9443-2CE921CBA4DD}" destId="{30358F45-FB4C-4E64-8668-B89C21964862}" srcOrd="0" destOrd="0" presId="urn:microsoft.com/office/officeart/2016/7/layout/BasicLinearProcessNumbered"/>
    <dgm:cxn modelId="{0019CCEF-C190-4847-9B16-F18194386F88}" type="presParOf" srcId="{30358F45-FB4C-4E64-8668-B89C21964862}" destId="{8C40A536-8D72-4B71-A2A8-CD4F0B685D05}" srcOrd="0" destOrd="0" presId="urn:microsoft.com/office/officeart/2016/7/layout/BasicLinearProcessNumbered"/>
    <dgm:cxn modelId="{DAB8A35A-EAB2-45A4-850C-7A7431E0E1A3}" type="presParOf" srcId="{30358F45-FB4C-4E64-8668-B89C21964862}" destId="{96DBBBFF-41E5-4C54-AB62-02C34863B272}" srcOrd="1" destOrd="0" presId="urn:microsoft.com/office/officeart/2016/7/layout/BasicLinearProcessNumbered"/>
    <dgm:cxn modelId="{C27E3832-8DAF-48A8-88B6-BA25485E2F1B}" type="presParOf" srcId="{30358F45-FB4C-4E64-8668-B89C21964862}" destId="{82F18FEC-8367-47E7-94FE-16F43098AD1C}" srcOrd="2" destOrd="0" presId="urn:microsoft.com/office/officeart/2016/7/layout/BasicLinearProcessNumbered"/>
    <dgm:cxn modelId="{C59EF6FC-A167-41DD-8EB6-884DC9D6EE99}" type="presParOf" srcId="{30358F45-FB4C-4E64-8668-B89C21964862}" destId="{5EA8B478-AE87-43E5-B187-BAF8BC2A0AD6}" srcOrd="3" destOrd="0" presId="urn:microsoft.com/office/officeart/2016/7/layout/BasicLinearProcessNumbered"/>
    <dgm:cxn modelId="{7DF2A4C5-FD76-47EC-ADEE-AF38BF5BA556}" type="presParOf" srcId="{54BF0C87-7697-4E47-9443-2CE921CBA4DD}" destId="{84910965-C8A2-4AEB-BF7E-371A9B03AE68}" srcOrd="1" destOrd="0" presId="urn:microsoft.com/office/officeart/2016/7/layout/BasicLinearProcessNumbered"/>
    <dgm:cxn modelId="{B1F51BCB-19D0-490D-9CDE-927C988E6F11}" type="presParOf" srcId="{54BF0C87-7697-4E47-9443-2CE921CBA4DD}" destId="{11E26582-8E81-4A10-B369-117B423E87F1}" srcOrd="2" destOrd="0" presId="urn:microsoft.com/office/officeart/2016/7/layout/BasicLinearProcessNumbered"/>
    <dgm:cxn modelId="{B990A80A-C14D-460E-A6CA-0BC50603F5DC}" type="presParOf" srcId="{11E26582-8E81-4A10-B369-117B423E87F1}" destId="{1CBC2326-8D98-4A8C-B1FF-4810B299E959}" srcOrd="0" destOrd="0" presId="urn:microsoft.com/office/officeart/2016/7/layout/BasicLinearProcessNumbered"/>
    <dgm:cxn modelId="{E2D0DCF9-1B3A-402B-9EBF-85B80447F3E4}" type="presParOf" srcId="{11E26582-8E81-4A10-B369-117B423E87F1}" destId="{B818D079-05EB-4831-96E2-B328E973060F}" srcOrd="1" destOrd="0" presId="urn:microsoft.com/office/officeart/2016/7/layout/BasicLinearProcessNumbered"/>
    <dgm:cxn modelId="{48C5D9EE-F58A-40B5-8FBE-4E01B8053921}" type="presParOf" srcId="{11E26582-8E81-4A10-B369-117B423E87F1}" destId="{56F87C79-DB7D-477F-98C2-13CFC19F1F79}" srcOrd="2" destOrd="0" presId="urn:microsoft.com/office/officeart/2016/7/layout/BasicLinearProcessNumbered"/>
    <dgm:cxn modelId="{7BBC76FE-3A05-4056-844E-364C573B2629}" type="presParOf" srcId="{11E26582-8E81-4A10-B369-117B423E87F1}" destId="{1247C8A9-3FA4-497C-833B-DE1335697E15}" srcOrd="3" destOrd="0" presId="urn:microsoft.com/office/officeart/2016/7/layout/BasicLinearProcessNumbered"/>
    <dgm:cxn modelId="{16A977EA-6ABE-408C-9231-A95A80418183}" type="presParOf" srcId="{54BF0C87-7697-4E47-9443-2CE921CBA4DD}" destId="{BD04D506-C974-4E36-8BFD-916D36D16CDE}" srcOrd="3" destOrd="0" presId="urn:microsoft.com/office/officeart/2016/7/layout/BasicLinearProcessNumbered"/>
    <dgm:cxn modelId="{E218B6C8-A0CA-4887-8CA6-1CDE805D55AB}" type="presParOf" srcId="{54BF0C87-7697-4E47-9443-2CE921CBA4DD}" destId="{5F124234-E54E-4D86-89F0-77008529B7D5}" srcOrd="4" destOrd="0" presId="urn:microsoft.com/office/officeart/2016/7/layout/BasicLinearProcessNumbered"/>
    <dgm:cxn modelId="{72C048B5-A722-4774-B88D-C4F434040769}" type="presParOf" srcId="{5F124234-E54E-4D86-89F0-77008529B7D5}" destId="{B32CA6AF-18DC-495A-A6EA-6DA7CD51DE17}" srcOrd="0" destOrd="0" presId="urn:microsoft.com/office/officeart/2016/7/layout/BasicLinearProcessNumbered"/>
    <dgm:cxn modelId="{35391204-D7F2-4DD8-B22E-14B24E799C22}" type="presParOf" srcId="{5F124234-E54E-4D86-89F0-77008529B7D5}" destId="{7338991C-D1C1-4135-B618-3939F6F98D94}" srcOrd="1" destOrd="0" presId="urn:microsoft.com/office/officeart/2016/7/layout/BasicLinearProcessNumbered"/>
    <dgm:cxn modelId="{81119AB9-F17D-4A17-AD50-048987CE3A6A}" type="presParOf" srcId="{5F124234-E54E-4D86-89F0-77008529B7D5}" destId="{A148D9B7-8510-407C-9286-8973E915E63E}" srcOrd="2" destOrd="0" presId="urn:microsoft.com/office/officeart/2016/7/layout/BasicLinearProcessNumbered"/>
    <dgm:cxn modelId="{521A9DCA-CA20-4013-9086-CBD745DE82EE}" type="presParOf" srcId="{5F124234-E54E-4D86-89F0-77008529B7D5}" destId="{E8CB9F0B-8E50-43E9-A1CB-0944B086250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87A0C6-13A1-4274-8B6C-FDA8ADA4EA7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4D38CD-6C59-4E9F-8B29-AF82667ED0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Strategic Evaluation</a:t>
          </a:r>
          <a:endParaRPr lang="en-US"/>
        </a:p>
      </dgm:t>
    </dgm:pt>
    <dgm:pt modelId="{F3BFF4E4-6638-4FD9-84F1-A18F733C05E7}" type="parTrans" cxnId="{853CE84C-2BC6-4654-A250-AC325BF53632}">
      <dgm:prSet/>
      <dgm:spPr/>
      <dgm:t>
        <a:bodyPr/>
        <a:lstStyle/>
        <a:p>
          <a:endParaRPr lang="en-US"/>
        </a:p>
      </dgm:t>
    </dgm:pt>
    <dgm:pt modelId="{2B2EBA7F-CC3C-4109-96D7-F75177F38A01}" type="sibTrans" cxnId="{853CE84C-2BC6-4654-A250-AC325BF53632}">
      <dgm:prSet/>
      <dgm:spPr/>
      <dgm:t>
        <a:bodyPr/>
        <a:lstStyle/>
        <a:p>
          <a:endParaRPr lang="en-US"/>
        </a:p>
      </dgm:t>
    </dgm:pt>
    <dgm:pt modelId="{8FCC8190-A0F0-4C69-BBF4-9F4694EFB6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Strategic Objectives</a:t>
          </a:r>
          <a:endParaRPr lang="en-US"/>
        </a:p>
      </dgm:t>
    </dgm:pt>
    <dgm:pt modelId="{D77B6A20-042E-4130-A8E9-642130997B6C}" type="parTrans" cxnId="{809DF526-F60D-4600-A1DF-2044372CF18D}">
      <dgm:prSet/>
      <dgm:spPr/>
      <dgm:t>
        <a:bodyPr/>
        <a:lstStyle/>
        <a:p>
          <a:endParaRPr lang="en-US"/>
        </a:p>
      </dgm:t>
    </dgm:pt>
    <dgm:pt modelId="{7E5B20EB-F5F3-48DA-8721-51C254D2DA3A}" type="sibTrans" cxnId="{809DF526-F60D-4600-A1DF-2044372CF18D}">
      <dgm:prSet/>
      <dgm:spPr/>
      <dgm:t>
        <a:bodyPr/>
        <a:lstStyle/>
        <a:p>
          <a:endParaRPr lang="en-US"/>
        </a:p>
      </dgm:t>
    </dgm:pt>
    <dgm:pt modelId="{FD49B7B6-FDA2-4A46-BD8A-7BB198D234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Strategy Definition</a:t>
          </a:r>
          <a:endParaRPr lang="en-US"/>
        </a:p>
      </dgm:t>
    </dgm:pt>
    <dgm:pt modelId="{0BE1E90A-5833-418F-A50D-22F6E16BDE6D}" type="parTrans" cxnId="{E8B4589C-9CC2-4F04-BA32-29E085B51C21}">
      <dgm:prSet/>
      <dgm:spPr/>
      <dgm:t>
        <a:bodyPr/>
        <a:lstStyle/>
        <a:p>
          <a:endParaRPr lang="en-US"/>
        </a:p>
      </dgm:t>
    </dgm:pt>
    <dgm:pt modelId="{A48CF1F9-471C-4B23-A763-563DB238D2B9}" type="sibTrans" cxnId="{E8B4589C-9CC2-4F04-BA32-29E085B51C21}">
      <dgm:prSet/>
      <dgm:spPr/>
      <dgm:t>
        <a:bodyPr/>
        <a:lstStyle/>
        <a:p>
          <a:endParaRPr lang="en-US"/>
        </a:p>
      </dgm:t>
    </dgm:pt>
    <dgm:pt modelId="{F00D2A1C-06BA-48EF-BFA8-4A77443047D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Strategy Implementation</a:t>
          </a:r>
          <a:endParaRPr lang="en-US"/>
        </a:p>
      </dgm:t>
    </dgm:pt>
    <dgm:pt modelId="{DFA5C28E-5510-401F-95C8-180580045920}" type="parTrans" cxnId="{813FA562-F85B-4DC1-9608-BB33A9521D13}">
      <dgm:prSet/>
      <dgm:spPr/>
      <dgm:t>
        <a:bodyPr/>
        <a:lstStyle/>
        <a:p>
          <a:endParaRPr lang="en-US"/>
        </a:p>
      </dgm:t>
    </dgm:pt>
    <dgm:pt modelId="{62967DA8-BF71-4DBA-915E-C3041A123932}" type="sibTrans" cxnId="{813FA562-F85B-4DC1-9608-BB33A9521D13}">
      <dgm:prSet/>
      <dgm:spPr/>
      <dgm:t>
        <a:bodyPr/>
        <a:lstStyle/>
        <a:p>
          <a:endParaRPr lang="en-US"/>
        </a:p>
      </dgm:t>
    </dgm:pt>
    <dgm:pt modelId="{9E4DE39C-DFE7-4A74-A5CC-AFBA2C7FBC1B}" type="pres">
      <dgm:prSet presAssocID="{A887A0C6-13A1-4274-8B6C-FDA8ADA4EA7E}" presName="root" presStyleCnt="0">
        <dgm:presLayoutVars>
          <dgm:dir/>
          <dgm:resizeHandles val="exact"/>
        </dgm:presLayoutVars>
      </dgm:prSet>
      <dgm:spPr/>
    </dgm:pt>
    <dgm:pt modelId="{7407D594-268A-4D46-B845-C277B12CD029}" type="pres">
      <dgm:prSet presAssocID="{AB4D38CD-6C59-4E9F-8B29-AF82667ED0AA}" presName="compNode" presStyleCnt="0"/>
      <dgm:spPr/>
    </dgm:pt>
    <dgm:pt modelId="{B7BBD915-5C56-443A-979E-833BAB5F3A2A}" type="pres">
      <dgm:prSet presAssocID="{AB4D38CD-6C59-4E9F-8B29-AF82667ED0AA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8A869F1-1903-4434-A3FB-FDEAF3A17D80}" type="pres">
      <dgm:prSet presAssocID="{AB4D38CD-6C59-4E9F-8B29-AF82667ED0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E63FB2C-DBE5-4E65-AE95-7A44148A6E2B}" type="pres">
      <dgm:prSet presAssocID="{AB4D38CD-6C59-4E9F-8B29-AF82667ED0AA}" presName="spaceRect" presStyleCnt="0"/>
      <dgm:spPr/>
    </dgm:pt>
    <dgm:pt modelId="{78446474-7C34-4FF3-B607-62B7CCDE43F1}" type="pres">
      <dgm:prSet presAssocID="{AB4D38CD-6C59-4E9F-8B29-AF82667ED0AA}" presName="textRect" presStyleLbl="revTx" presStyleIdx="0" presStyleCnt="4">
        <dgm:presLayoutVars>
          <dgm:chMax val="1"/>
          <dgm:chPref val="1"/>
        </dgm:presLayoutVars>
      </dgm:prSet>
      <dgm:spPr/>
    </dgm:pt>
    <dgm:pt modelId="{1EE841FB-162A-4AFA-A274-BD1F55CAF834}" type="pres">
      <dgm:prSet presAssocID="{2B2EBA7F-CC3C-4109-96D7-F75177F38A01}" presName="sibTrans" presStyleCnt="0"/>
      <dgm:spPr/>
    </dgm:pt>
    <dgm:pt modelId="{683D6BE6-EF05-4D80-9EF3-55EDA0FD06DC}" type="pres">
      <dgm:prSet presAssocID="{8FCC8190-A0F0-4C69-BBF4-9F4694EFB674}" presName="compNode" presStyleCnt="0"/>
      <dgm:spPr/>
    </dgm:pt>
    <dgm:pt modelId="{E7D7AA74-51E1-4933-B396-22729319D1D5}" type="pres">
      <dgm:prSet presAssocID="{8FCC8190-A0F0-4C69-BBF4-9F4694EFB67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25BB82A-DBF8-439E-AA35-6BB1CEA636F3}" type="pres">
      <dgm:prSet presAssocID="{8FCC8190-A0F0-4C69-BBF4-9F4694EFB6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43AEB0B-9150-4108-8F87-49AFC73EC205}" type="pres">
      <dgm:prSet presAssocID="{8FCC8190-A0F0-4C69-BBF4-9F4694EFB674}" presName="spaceRect" presStyleCnt="0"/>
      <dgm:spPr/>
    </dgm:pt>
    <dgm:pt modelId="{39E1E221-7CB3-425F-B2E4-E3B04479F6F8}" type="pres">
      <dgm:prSet presAssocID="{8FCC8190-A0F0-4C69-BBF4-9F4694EFB674}" presName="textRect" presStyleLbl="revTx" presStyleIdx="1" presStyleCnt="4">
        <dgm:presLayoutVars>
          <dgm:chMax val="1"/>
          <dgm:chPref val="1"/>
        </dgm:presLayoutVars>
      </dgm:prSet>
      <dgm:spPr/>
    </dgm:pt>
    <dgm:pt modelId="{5398B127-872F-4A44-BEF8-56807C87A16B}" type="pres">
      <dgm:prSet presAssocID="{7E5B20EB-F5F3-48DA-8721-51C254D2DA3A}" presName="sibTrans" presStyleCnt="0"/>
      <dgm:spPr/>
    </dgm:pt>
    <dgm:pt modelId="{62339C95-A7F5-4BFF-AF93-2F581F220433}" type="pres">
      <dgm:prSet presAssocID="{FD49B7B6-FDA2-4A46-BD8A-7BB198D2348F}" presName="compNode" presStyleCnt="0"/>
      <dgm:spPr/>
    </dgm:pt>
    <dgm:pt modelId="{180638CE-C971-43A8-A18C-76BF65AD6B2C}" type="pres">
      <dgm:prSet presAssocID="{FD49B7B6-FDA2-4A46-BD8A-7BB198D2348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E54CC9A-18B4-45F3-85C7-854E2E476E37}" type="pres">
      <dgm:prSet presAssocID="{FD49B7B6-FDA2-4A46-BD8A-7BB198D234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76F82E3F-0AE7-419E-9C49-3AE753C36624}" type="pres">
      <dgm:prSet presAssocID="{FD49B7B6-FDA2-4A46-BD8A-7BB198D2348F}" presName="spaceRect" presStyleCnt="0"/>
      <dgm:spPr/>
    </dgm:pt>
    <dgm:pt modelId="{8FA62742-FA13-43C7-B441-614440E8C0AF}" type="pres">
      <dgm:prSet presAssocID="{FD49B7B6-FDA2-4A46-BD8A-7BB198D2348F}" presName="textRect" presStyleLbl="revTx" presStyleIdx="2" presStyleCnt="4">
        <dgm:presLayoutVars>
          <dgm:chMax val="1"/>
          <dgm:chPref val="1"/>
        </dgm:presLayoutVars>
      </dgm:prSet>
      <dgm:spPr/>
    </dgm:pt>
    <dgm:pt modelId="{BB22E43F-A188-4B80-8B78-C8B0317C3FAB}" type="pres">
      <dgm:prSet presAssocID="{A48CF1F9-471C-4B23-A763-563DB238D2B9}" presName="sibTrans" presStyleCnt="0"/>
      <dgm:spPr/>
    </dgm:pt>
    <dgm:pt modelId="{52FA45DD-99DD-4E0E-B9BC-E918E01548B0}" type="pres">
      <dgm:prSet presAssocID="{F00D2A1C-06BA-48EF-BFA8-4A77443047DD}" presName="compNode" presStyleCnt="0"/>
      <dgm:spPr/>
    </dgm:pt>
    <dgm:pt modelId="{DEF8AE84-C1B9-41C0-A7EF-18B4BE9096B4}" type="pres">
      <dgm:prSet presAssocID="{F00D2A1C-06BA-48EF-BFA8-4A77443047D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04114AC-6915-4903-88AC-3E3FD6D857A4}" type="pres">
      <dgm:prSet presAssocID="{F00D2A1C-06BA-48EF-BFA8-4A77443047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4286D06-4662-4676-8830-85E51BC102C5}" type="pres">
      <dgm:prSet presAssocID="{F00D2A1C-06BA-48EF-BFA8-4A77443047DD}" presName="spaceRect" presStyleCnt="0"/>
      <dgm:spPr/>
    </dgm:pt>
    <dgm:pt modelId="{3911E86D-8CDE-4654-99DC-BD7D4CD807B1}" type="pres">
      <dgm:prSet presAssocID="{F00D2A1C-06BA-48EF-BFA8-4A77443047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09DF526-F60D-4600-A1DF-2044372CF18D}" srcId="{A887A0C6-13A1-4274-8B6C-FDA8ADA4EA7E}" destId="{8FCC8190-A0F0-4C69-BBF4-9F4694EFB674}" srcOrd="1" destOrd="0" parTransId="{D77B6A20-042E-4130-A8E9-642130997B6C}" sibTransId="{7E5B20EB-F5F3-48DA-8721-51C254D2DA3A}"/>
    <dgm:cxn modelId="{8D899762-8F57-4766-80B6-7C8294D572A2}" type="presOf" srcId="{A887A0C6-13A1-4274-8B6C-FDA8ADA4EA7E}" destId="{9E4DE39C-DFE7-4A74-A5CC-AFBA2C7FBC1B}" srcOrd="0" destOrd="0" presId="urn:microsoft.com/office/officeart/2018/5/layout/IconLeafLabelList"/>
    <dgm:cxn modelId="{813FA562-F85B-4DC1-9608-BB33A9521D13}" srcId="{A887A0C6-13A1-4274-8B6C-FDA8ADA4EA7E}" destId="{F00D2A1C-06BA-48EF-BFA8-4A77443047DD}" srcOrd="3" destOrd="0" parTransId="{DFA5C28E-5510-401F-95C8-180580045920}" sibTransId="{62967DA8-BF71-4DBA-915E-C3041A123932}"/>
    <dgm:cxn modelId="{853CE84C-2BC6-4654-A250-AC325BF53632}" srcId="{A887A0C6-13A1-4274-8B6C-FDA8ADA4EA7E}" destId="{AB4D38CD-6C59-4E9F-8B29-AF82667ED0AA}" srcOrd="0" destOrd="0" parTransId="{F3BFF4E4-6638-4FD9-84F1-A18F733C05E7}" sibTransId="{2B2EBA7F-CC3C-4109-96D7-F75177F38A01}"/>
    <dgm:cxn modelId="{46FB6087-B53B-4669-838A-776CEC772025}" type="presOf" srcId="{AB4D38CD-6C59-4E9F-8B29-AF82667ED0AA}" destId="{78446474-7C34-4FF3-B607-62B7CCDE43F1}" srcOrd="0" destOrd="0" presId="urn:microsoft.com/office/officeart/2018/5/layout/IconLeafLabelList"/>
    <dgm:cxn modelId="{E8B4589C-9CC2-4F04-BA32-29E085B51C21}" srcId="{A887A0C6-13A1-4274-8B6C-FDA8ADA4EA7E}" destId="{FD49B7B6-FDA2-4A46-BD8A-7BB198D2348F}" srcOrd="2" destOrd="0" parTransId="{0BE1E90A-5833-418F-A50D-22F6E16BDE6D}" sibTransId="{A48CF1F9-471C-4B23-A763-563DB238D2B9}"/>
    <dgm:cxn modelId="{9A39D0A7-9789-4D61-B550-FEDB0ED68585}" type="presOf" srcId="{8FCC8190-A0F0-4C69-BBF4-9F4694EFB674}" destId="{39E1E221-7CB3-425F-B2E4-E3B04479F6F8}" srcOrd="0" destOrd="0" presId="urn:microsoft.com/office/officeart/2018/5/layout/IconLeafLabelList"/>
    <dgm:cxn modelId="{3E101DB1-D2AC-4F9F-B21E-36524562C5DB}" type="presOf" srcId="{FD49B7B6-FDA2-4A46-BD8A-7BB198D2348F}" destId="{8FA62742-FA13-43C7-B441-614440E8C0AF}" srcOrd="0" destOrd="0" presId="urn:microsoft.com/office/officeart/2018/5/layout/IconLeafLabelList"/>
    <dgm:cxn modelId="{ADC38CD7-8765-46FE-A2B4-8883C4AAA223}" type="presOf" srcId="{F00D2A1C-06BA-48EF-BFA8-4A77443047DD}" destId="{3911E86D-8CDE-4654-99DC-BD7D4CD807B1}" srcOrd="0" destOrd="0" presId="urn:microsoft.com/office/officeart/2018/5/layout/IconLeafLabelList"/>
    <dgm:cxn modelId="{C0BBA763-8E41-4A52-A1E0-7392C4032362}" type="presParOf" srcId="{9E4DE39C-DFE7-4A74-A5CC-AFBA2C7FBC1B}" destId="{7407D594-268A-4D46-B845-C277B12CD029}" srcOrd="0" destOrd="0" presId="urn:microsoft.com/office/officeart/2018/5/layout/IconLeafLabelList"/>
    <dgm:cxn modelId="{CD66AA1A-B203-4114-B8A9-BB77AA7A721D}" type="presParOf" srcId="{7407D594-268A-4D46-B845-C277B12CD029}" destId="{B7BBD915-5C56-443A-979E-833BAB5F3A2A}" srcOrd="0" destOrd="0" presId="urn:microsoft.com/office/officeart/2018/5/layout/IconLeafLabelList"/>
    <dgm:cxn modelId="{2644BCDA-7054-4BAF-AEE0-952186880FBA}" type="presParOf" srcId="{7407D594-268A-4D46-B845-C277B12CD029}" destId="{E8A869F1-1903-4434-A3FB-FDEAF3A17D80}" srcOrd="1" destOrd="0" presId="urn:microsoft.com/office/officeart/2018/5/layout/IconLeafLabelList"/>
    <dgm:cxn modelId="{3E3A9EFB-2404-40DF-AA77-18307BB7E1EE}" type="presParOf" srcId="{7407D594-268A-4D46-B845-C277B12CD029}" destId="{1E63FB2C-DBE5-4E65-AE95-7A44148A6E2B}" srcOrd="2" destOrd="0" presId="urn:microsoft.com/office/officeart/2018/5/layout/IconLeafLabelList"/>
    <dgm:cxn modelId="{F4F5A28A-3D48-4277-BF3B-26268A18108D}" type="presParOf" srcId="{7407D594-268A-4D46-B845-C277B12CD029}" destId="{78446474-7C34-4FF3-B607-62B7CCDE43F1}" srcOrd="3" destOrd="0" presId="urn:microsoft.com/office/officeart/2018/5/layout/IconLeafLabelList"/>
    <dgm:cxn modelId="{307C7DAE-7C36-4969-BDAC-0B2990688301}" type="presParOf" srcId="{9E4DE39C-DFE7-4A74-A5CC-AFBA2C7FBC1B}" destId="{1EE841FB-162A-4AFA-A274-BD1F55CAF834}" srcOrd="1" destOrd="0" presId="urn:microsoft.com/office/officeart/2018/5/layout/IconLeafLabelList"/>
    <dgm:cxn modelId="{1EB1FAFD-5D55-4926-B846-C5C6BAB953DA}" type="presParOf" srcId="{9E4DE39C-DFE7-4A74-A5CC-AFBA2C7FBC1B}" destId="{683D6BE6-EF05-4D80-9EF3-55EDA0FD06DC}" srcOrd="2" destOrd="0" presId="urn:microsoft.com/office/officeart/2018/5/layout/IconLeafLabelList"/>
    <dgm:cxn modelId="{805563E8-7903-4DB0-8CA2-4D71B5C2A207}" type="presParOf" srcId="{683D6BE6-EF05-4D80-9EF3-55EDA0FD06DC}" destId="{E7D7AA74-51E1-4933-B396-22729319D1D5}" srcOrd="0" destOrd="0" presId="urn:microsoft.com/office/officeart/2018/5/layout/IconLeafLabelList"/>
    <dgm:cxn modelId="{C150FDE1-8D94-441D-BE5D-9AF7942890DF}" type="presParOf" srcId="{683D6BE6-EF05-4D80-9EF3-55EDA0FD06DC}" destId="{E25BB82A-DBF8-439E-AA35-6BB1CEA636F3}" srcOrd="1" destOrd="0" presId="urn:microsoft.com/office/officeart/2018/5/layout/IconLeafLabelList"/>
    <dgm:cxn modelId="{5437A225-1AC6-4565-9972-56283C1E02CD}" type="presParOf" srcId="{683D6BE6-EF05-4D80-9EF3-55EDA0FD06DC}" destId="{943AEB0B-9150-4108-8F87-49AFC73EC205}" srcOrd="2" destOrd="0" presId="urn:microsoft.com/office/officeart/2018/5/layout/IconLeafLabelList"/>
    <dgm:cxn modelId="{7CF57211-987B-4B15-950A-3D30BAA4FEC1}" type="presParOf" srcId="{683D6BE6-EF05-4D80-9EF3-55EDA0FD06DC}" destId="{39E1E221-7CB3-425F-B2E4-E3B04479F6F8}" srcOrd="3" destOrd="0" presId="urn:microsoft.com/office/officeart/2018/5/layout/IconLeafLabelList"/>
    <dgm:cxn modelId="{11650B14-AE2D-40A9-89A7-68DD56F6845A}" type="presParOf" srcId="{9E4DE39C-DFE7-4A74-A5CC-AFBA2C7FBC1B}" destId="{5398B127-872F-4A44-BEF8-56807C87A16B}" srcOrd="3" destOrd="0" presId="urn:microsoft.com/office/officeart/2018/5/layout/IconLeafLabelList"/>
    <dgm:cxn modelId="{DCB1B254-9D08-4215-A0E0-F02A79542E18}" type="presParOf" srcId="{9E4DE39C-DFE7-4A74-A5CC-AFBA2C7FBC1B}" destId="{62339C95-A7F5-4BFF-AF93-2F581F220433}" srcOrd="4" destOrd="0" presId="urn:microsoft.com/office/officeart/2018/5/layout/IconLeafLabelList"/>
    <dgm:cxn modelId="{EB2019FF-8867-440E-A71B-58AC04447E86}" type="presParOf" srcId="{62339C95-A7F5-4BFF-AF93-2F581F220433}" destId="{180638CE-C971-43A8-A18C-76BF65AD6B2C}" srcOrd="0" destOrd="0" presId="urn:microsoft.com/office/officeart/2018/5/layout/IconLeafLabelList"/>
    <dgm:cxn modelId="{D189C11D-BD08-43B5-AB2B-300C5A96B4A7}" type="presParOf" srcId="{62339C95-A7F5-4BFF-AF93-2F581F220433}" destId="{DE54CC9A-18B4-45F3-85C7-854E2E476E37}" srcOrd="1" destOrd="0" presId="urn:microsoft.com/office/officeart/2018/5/layout/IconLeafLabelList"/>
    <dgm:cxn modelId="{5650AB79-2741-4539-9BEC-9A92B5F93B3F}" type="presParOf" srcId="{62339C95-A7F5-4BFF-AF93-2F581F220433}" destId="{76F82E3F-0AE7-419E-9C49-3AE753C36624}" srcOrd="2" destOrd="0" presId="urn:microsoft.com/office/officeart/2018/5/layout/IconLeafLabelList"/>
    <dgm:cxn modelId="{CE3F3723-5232-42B4-AEC9-528903C3A2DF}" type="presParOf" srcId="{62339C95-A7F5-4BFF-AF93-2F581F220433}" destId="{8FA62742-FA13-43C7-B441-614440E8C0AF}" srcOrd="3" destOrd="0" presId="urn:microsoft.com/office/officeart/2018/5/layout/IconLeafLabelList"/>
    <dgm:cxn modelId="{456F9F29-C677-4FF2-A93D-44F385421CE0}" type="presParOf" srcId="{9E4DE39C-DFE7-4A74-A5CC-AFBA2C7FBC1B}" destId="{BB22E43F-A188-4B80-8B78-C8B0317C3FAB}" srcOrd="5" destOrd="0" presId="urn:microsoft.com/office/officeart/2018/5/layout/IconLeafLabelList"/>
    <dgm:cxn modelId="{D74248E4-E372-4EEE-BAB8-EE6A8AC71237}" type="presParOf" srcId="{9E4DE39C-DFE7-4A74-A5CC-AFBA2C7FBC1B}" destId="{52FA45DD-99DD-4E0E-B9BC-E918E01548B0}" srcOrd="6" destOrd="0" presId="urn:microsoft.com/office/officeart/2018/5/layout/IconLeafLabelList"/>
    <dgm:cxn modelId="{3EED2513-5494-4196-87AF-70C6DE44A02A}" type="presParOf" srcId="{52FA45DD-99DD-4E0E-B9BC-E918E01548B0}" destId="{DEF8AE84-C1B9-41C0-A7EF-18B4BE9096B4}" srcOrd="0" destOrd="0" presId="urn:microsoft.com/office/officeart/2018/5/layout/IconLeafLabelList"/>
    <dgm:cxn modelId="{D51746AC-4A50-4B7C-8A4C-3C4219EA9BFB}" type="presParOf" srcId="{52FA45DD-99DD-4E0E-B9BC-E918E01548B0}" destId="{C04114AC-6915-4903-88AC-3E3FD6D857A4}" srcOrd="1" destOrd="0" presId="urn:microsoft.com/office/officeart/2018/5/layout/IconLeafLabelList"/>
    <dgm:cxn modelId="{C197170B-68D7-4DCD-B001-EE6570AE40EB}" type="presParOf" srcId="{52FA45DD-99DD-4E0E-B9BC-E918E01548B0}" destId="{24286D06-4662-4676-8830-85E51BC102C5}" srcOrd="2" destOrd="0" presId="urn:microsoft.com/office/officeart/2018/5/layout/IconLeafLabelList"/>
    <dgm:cxn modelId="{FC0B0047-CA2C-479D-8583-F2336F449720}" type="presParOf" srcId="{52FA45DD-99DD-4E0E-B9BC-E918E01548B0}" destId="{3911E86D-8CDE-4654-99DC-BD7D4CD807B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0CB8F9-89D3-4216-B249-F78E05C9673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5B428A-1E44-4BA5-BF92-C9427052737F}">
      <dgm:prSet/>
      <dgm:spPr/>
      <dgm:t>
        <a:bodyPr/>
        <a:lstStyle/>
        <a:p>
          <a:r>
            <a:rPr lang="en-SG"/>
            <a:t>Adding value</a:t>
          </a:r>
          <a:endParaRPr lang="en-US"/>
        </a:p>
      </dgm:t>
    </dgm:pt>
    <dgm:pt modelId="{E92B29CF-7A7A-4D27-9961-E47BDBBBF634}" type="parTrans" cxnId="{AC9BE51D-26E7-44DB-B332-53367635BA06}">
      <dgm:prSet/>
      <dgm:spPr/>
      <dgm:t>
        <a:bodyPr/>
        <a:lstStyle/>
        <a:p>
          <a:endParaRPr lang="en-US"/>
        </a:p>
      </dgm:t>
    </dgm:pt>
    <dgm:pt modelId="{E71147E4-9AD1-4E09-AD9C-98AF56B32056}" type="sibTrans" cxnId="{AC9BE51D-26E7-44DB-B332-53367635BA06}">
      <dgm:prSet/>
      <dgm:spPr/>
      <dgm:t>
        <a:bodyPr/>
        <a:lstStyle/>
        <a:p>
          <a:endParaRPr lang="en-US"/>
        </a:p>
      </dgm:t>
    </dgm:pt>
    <dgm:pt modelId="{7A258116-CC5D-4840-AC80-569E4038FD21}">
      <dgm:prSet/>
      <dgm:spPr/>
      <dgm:t>
        <a:bodyPr/>
        <a:lstStyle/>
        <a:p>
          <a:r>
            <a:rPr lang="en-SG"/>
            <a:t>Reduce costs</a:t>
          </a:r>
          <a:endParaRPr lang="en-US"/>
        </a:p>
      </dgm:t>
    </dgm:pt>
    <dgm:pt modelId="{62AFF958-7545-47AD-9D73-677912973108}" type="parTrans" cxnId="{7A1CA609-D41B-4A1C-B154-BCE09D4BA92B}">
      <dgm:prSet/>
      <dgm:spPr/>
      <dgm:t>
        <a:bodyPr/>
        <a:lstStyle/>
        <a:p>
          <a:endParaRPr lang="en-US"/>
        </a:p>
      </dgm:t>
    </dgm:pt>
    <dgm:pt modelId="{9BCAA1AD-8F80-40B9-95FC-62074FA00C7C}" type="sibTrans" cxnId="{7A1CA609-D41B-4A1C-B154-BCE09D4BA92B}">
      <dgm:prSet/>
      <dgm:spPr/>
      <dgm:t>
        <a:bodyPr/>
        <a:lstStyle/>
        <a:p>
          <a:endParaRPr lang="en-US"/>
        </a:p>
      </dgm:t>
    </dgm:pt>
    <dgm:pt modelId="{A57156F2-73AA-4E36-AF81-0A072E3D2882}">
      <dgm:prSet/>
      <dgm:spPr/>
      <dgm:t>
        <a:bodyPr/>
        <a:lstStyle/>
        <a:p>
          <a:r>
            <a:rPr lang="en-SG"/>
            <a:t>Manage risks </a:t>
          </a:r>
          <a:endParaRPr lang="en-US"/>
        </a:p>
      </dgm:t>
    </dgm:pt>
    <dgm:pt modelId="{8C0C45B6-9AAD-4777-B3E0-D87B3FFEE593}" type="parTrans" cxnId="{A6CF0A40-8F02-49BC-BB86-E20505A4A2E2}">
      <dgm:prSet/>
      <dgm:spPr/>
      <dgm:t>
        <a:bodyPr/>
        <a:lstStyle/>
        <a:p>
          <a:endParaRPr lang="en-US"/>
        </a:p>
      </dgm:t>
    </dgm:pt>
    <dgm:pt modelId="{4CB90495-7B8F-40D7-B8B5-8817F810B9A0}" type="sibTrans" cxnId="{A6CF0A40-8F02-49BC-BB86-E20505A4A2E2}">
      <dgm:prSet/>
      <dgm:spPr/>
      <dgm:t>
        <a:bodyPr/>
        <a:lstStyle/>
        <a:p>
          <a:endParaRPr lang="en-US"/>
        </a:p>
      </dgm:t>
    </dgm:pt>
    <dgm:pt modelId="{E151E02A-733B-42BA-8A08-848427E42F54}">
      <dgm:prSet/>
      <dgm:spPr/>
      <dgm:t>
        <a:bodyPr/>
        <a:lstStyle/>
        <a:p>
          <a:r>
            <a:rPr lang="en-SG"/>
            <a:t>Create new reality</a:t>
          </a:r>
          <a:endParaRPr lang="en-US"/>
        </a:p>
      </dgm:t>
    </dgm:pt>
    <dgm:pt modelId="{67F6D62A-F75B-49C6-9282-D57559C106D9}" type="parTrans" cxnId="{BB799DB2-EEF0-4037-8F17-C64FFE247039}">
      <dgm:prSet/>
      <dgm:spPr/>
      <dgm:t>
        <a:bodyPr/>
        <a:lstStyle/>
        <a:p>
          <a:endParaRPr lang="en-US"/>
        </a:p>
      </dgm:t>
    </dgm:pt>
    <dgm:pt modelId="{E0787098-E6EE-49BF-9700-3D66EEF50288}" type="sibTrans" cxnId="{BB799DB2-EEF0-4037-8F17-C64FFE247039}">
      <dgm:prSet/>
      <dgm:spPr/>
      <dgm:t>
        <a:bodyPr/>
        <a:lstStyle/>
        <a:p>
          <a:endParaRPr lang="en-US"/>
        </a:p>
      </dgm:t>
    </dgm:pt>
    <dgm:pt modelId="{66882248-B04F-4CAB-9AF2-D1735326D142}" type="pres">
      <dgm:prSet presAssocID="{7D0CB8F9-89D3-4216-B249-F78E05C96730}" presName="root" presStyleCnt="0">
        <dgm:presLayoutVars>
          <dgm:dir/>
          <dgm:resizeHandles val="exact"/>
        </dgm:presLayoutVars>
      </dgm:prSet>
      <dgm:spPr/>
    </dgm:pt>
    <dgm:pt modelId="{DEEA73AA-6203-424F-AF90-D85CA85844AE}" type="pres">
      <dgm:prSet presAssocID="{E45B428A-1E44-4BA5-BF92-C9427052737F}" presName="compNode" presStyleCnt="0"/>
      <dgm:spPr/>
    </dgm:pt>
    <dgm:pt modelId="{91F5FC65-66C0-4071-A6CC-D0E6AA61543D}" type="pres">
      <dgm:prSet presAssocID="{E45B428A-1E44-4BA5-BF92-C942705273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B9B3D5CA-1F2F-47EF-AB15-2446F6AD2DFA}" type="pres">
      <dgm:prSet presAssocID="{E45B428A-1E44-4BA5-BF92-C9427052737F}" presName="spaceRect" presStyleCnt="0"/>
      <dgm:spPr/>
    </dgm:pt>
    <dgm:pt modelId="{AA01FE59-ED40-48DE-85B3-C4EE9C2F8187}" type="pres">
      <dgm:prSet presAssocID="{E45B428A-1E44-4BA5-BF92-C9427052737F}" presName="textRect" presStyleLbl="revTx" presStyleIdx="0" presStyleCnt="4">
        <dgm:presLayoutVars>
          <dgm:chMax val="1"/>
          <dgm:chPref val="1"/>
        </dgm:presLayoutVars>
      </dgm:prSet>
      <dgm:spPr/>
    </dgm:pt>
    <dgm:pt modelId="{6F5EFFB9-D700-4485-B51B-6343D2D0A4D2}" type="pres">
      <dgm:prSet presAssocID="{E71147E4-9AD1-4E09-AD9C-98AF56B32056}" presName="sibTrans" presStyleCnt="0"/>
      <dgm:spPr/>
    </dgm:pt>
    <dgm:pt modelId="{BA4E88EC-425A-4D3F-9D6F-A0ABC42AE9EA}" type="pres">
      <dgm:prSet presAssocID="{7A258116-CC5D-4840-AC80-569E4038FD21}" presName="compNode" presStyleCnt="0"/>
      <dgm:spPr/>
    </dgm:pt>
    <dgm:pt modelId="{C36E7C60-A310-4C6F-8EB4-6E174A835729}" type="pres">
      <dgm:prSet presAssocID="{7A258116-CC5D-4840-AC80-569E4038FD2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45CD3865-E737-4979-ABC4-9CEB999B89A8}" type="pres">
      <dgm:prSet presAssocID="{7A258116-CC5D-4840-AC80-569E4038FD21}" presName="spaceRect" presStyleCnt="0"/>
      <dgm:spPr/>
    </dgm:pt>
    <dgm:pt modelId="{F623D4EB-E295-4AD3-8394-585E018DEA02}" type="pres">
      <dgm:prSet presAssocID="{7A258116-CC5D-4840-AC80-569E4038FD21}" presName="textRect" presStyleLbl="revTx" presStyleIdx="1" presStyleCnt="4">
        <dgm:presLayoutVars>
          <dgm:chMax val="1"/>
          <dgm:chPref val="1"/>
        </dgm:presLayoutVars>
      </dgm:prSet>
      <dgm:spPr/>
    </dgm:pt>
    <dgm:pt modelId="{3D881B8D-EFED-4E21-BF73-A8939EFDFCAB}" type="pres">
      <dgm:prSet presAssocID="{9BCAA1AD-8F80-40B9-95FC-62074FA00C7C}" presName="sibTrans" presStyleCnt="0"/>
      <dgm:spPr/>
    </dgm:pt>
    <dgm:pt modelId="{FC166496-1270-4424-AF78-94DE0F60B5D0}" type="pres">
      <dgm:prSet presAssocID="{A57156F2-73AA-4E36-AF81-0A072E3D2882}" presName="compNode" presStyleCnt="0"/>
      <dgm:spPr/>
    </dgm:pt>
    <dgm:pt modelId="{430282AE-A1BE-425C-AD68-CF4A3356C908}" type="pres">
      <dgm:prSet presAssocID="{A57156F2-73AA-4E36-AF81-0A072E3D288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FCF81EA-DA89-42E9-8B44-4B5C3FDD2AE2}" type="pres">
      <dgm:prSet presAssocID="{A57156F2-73AA-4E36-AF81-0A072E3D2882}" presName="spaceRect" presStyleCnt="0"/>
      <dgm:spPr/>
    </dgm:pt>
    <dgm:pt modelId="{F4AC8FB6-D5D9-49E2-82B1-E28006444975}" type="pres">
      <dgm:prSet presAssocID="{A57156F2-73AA-4E36-AF81-0A072E3D2882}" presName="textRect" presStyleLbl="revTx" presStyleIdx="2" presStyleCnt="4">
        <dgm:presLayoutVars>
          <dgm:chMax val="1"/>
          <dgm:chPref val="1"/>
        </dgm:presLayoutVars>
      </dgm:prSet>
      <dgm:spPr/>
    </dgm:pt>
    <dgm:pt modelId="{7235D3D3-F86B-4DD6-B255-DBBE40F645AA}" type="pres">
      <dgm:prSet presAssocID="{4CB90495-7B8F-40D7-B8B5-8817F810B9A0}" presName="sibTrans" presStyleCnt="0"/>
      <dgm:spPr/>
    </dgm:pt>
    <dgm:pt modelId="{E1A49D8A-BBD4-4B3D-8E6D-894EEC56988C}" type="pres">
      <dgm:prSet presAssocID="{E151E02A-733B-42BA-8A08-848427E42F54}" presName="compNode" presStyleCnt="0"/>
      <dgm:spPr/>
    </dgm:pt>
    <dgm:pt modelId="{18F01939-3EBA-4FF9-AA18-EB7DCE1B0959}" type="pres">
      <dgm:prSet presAssocID="{E151E02A-733B-42BA-8A08-848427E42F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75071B1-451E-4EEF-87C8-2BECF08CC20B}" type="pres">
      <dgm:prSet presAssocID="{E151E02A-733B-42BA-8A08-848427E42F54}" presName="spaceRect" presStyleCnt="0"/>
      <dgm:spPr/>
    </dgm:pt>
    <dgm:pt modelId="{6D73FFDB-D409-4A02-A0D9-77ACDE33F5C3}" type="pres">
      <dgm:prSet presAssocID="{E151E02A-733B-42BA-8A08-848427E42F5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A1CA609-D41B-4A1C-B154-BCE09D4BA92B}" srcId="{7D0CB8F9-89D3-4216-B249-F78E05C96730}" destId="{7A258116-CC5D-4840-AC80-569E4038FD21}" srcOrd="1" destOrd="0" parTransId="{62AFF958-7545-47AD-9D73-677912973108}" sibTransId="{9BCAA1AD-8F80-40B9-95FC-62074FA00C7C}"/>
    <dgm:cxn modelId="{AC9BE51D-26E7-44DB-B332-53367635BA06}" srcId="{7D0CB8F9-89D3-4216-B249-F78E05C96730}" destId="{E45B428A-1E44-4BA5-BF92-C9427052737F}" srcOrd="0" destOrd="0" parTransId="{E92B29CF-7A7A-4D27-9961-E47BDBBBF634}" sibTransId="{E71147E4-9AD1-4E09-AD9C-98AF56B32056}"/>
    <dgm:cxn modelId="{A6CF0A40-8F02-49BC-BB86-E20505A4A2E2}" srcId="{7D0CB8F9-89D3-4216-B249-F78E05C96730}" destId="{A57156F2-73AA-4E36-AF81-0A072E3D2882}" srcOrd="2" destOrd="0" parTransId="{8C0C45B6-9AAD-4777-B3E0-D87B3FFEE593}" sibTransId="{4CB90495-7B8F-40D7-B8B5-8817F810B9A0}"/>
    <dgm:cxn modelId="{755C147C-2293-4B3B-9A83-67F9A430ADCC}" type="presOf" srcId="{7A258116-CC5D-4840-AC80-569E4038FD21}" destId="{F623D4EB-E295-4AD3-8394-585E018DEA02}" srcOrd="0" destOrd="0" presId="urn:microsoft.com/office/officeart/2018/2/layout/IconLabelList"/>
    <dgm:cxn modelId="{3F954F91-A30B-4EFF-8B26-EE7A76AD86F5}" type="presOf" srcId="{A57156F2-73AA-4E36-AF81-0A072E3D2882}" destId="{F4AC8FB6-D5D9-49E2-82B1-E28006444975}" srcOrd="0" destOrd="0" presId="urn:microsoft.com/office/officeart/2018/2/layout/IconLabelList"/>
    <dgm:cxn modelId="{6C915AA3-3BE3-4D70-B9D8-458353CFF4D5}" type="presOf" srcId="{7D0CB8F9-89D3-4216-B249-F78E05C96730}" destId="{66882248-B04F-4CAB-9AF2-D1735326D142}" srcOrd="0" destOrd="0" presId="urn:microsoft.com/office/officeart/2018/2/layout/IconLabelList"/>
    <dgm:cxn modelId="{6B925EAE-1981-4157-8BD9-0CCE3200478A}" type="presOf" srcId="{E151E02A-733B-42BA-8A08-848427E42F54}" destId="{6D73FFDB-D409-4A02-A0D9-77ACDE33F5C3}" srcOrd="0" destOrd="0" presId="urn:microsoft.com/office/officeart/2018/2/layout/IconLabelList"/>
    <dgm:cxn modelId="{BB799DB2-EEF0-4037-8F17-C64FFE247039}" srcId="{7D0CB8F9-89D3-4216-B249-F78E05C96730}" destId="{E151E02A-733B-42BA-8A08-848427E42F54}" srcOrd="3" destOrd="0" parTransId="{67F6D62A-F75B-49C6-9282-D57559C106D9}" sibTransId="{E0787098-E6EE-49BF-9700-3D66EEF50288}"/>
    <dgm:cxn modelId="{2DDC34FB-5E68-42DD-A0D1-B0A508288ED5}" type="presOf" srcId="{E45B428A-1E44-4BA5-BF92-C9427052737F}" destId="{AA01FE59-ED40-48DE-85B3-C4EE9C2F8187}" srcOrd="0" destOrd="0" presId="urn:microsoft.com/office/officeart/2018/2/layout/IconLabelList"/>
    <dgm:cxn modelId="{6280D7B2-1A2A-4097-B91D-3032A2696222}" type="presParOf" srcId="{66882248-B04F-4CAB-9AF2-D1735326D142}" destId="{DEEA73AA-6203-424F-AF90-D85CA85844AE}" srcOrd="0" destOrd="0" presId="urn:microsoft.com/office/officeart/2018/2/layout/IconLabelList"/>
    <dgm:cxn modelId="{DF19BC69-E0C7-4E6F-B1F6-0A9315EF3BDB}" type="presParOf" srcId="{DEEA73AA-6203-424F-AF90-D85CA85844AE}" destId="{91F5FC65-66C0-4071-A6CC-D0E6AA61543D}" srcOrd="0" destOrd="0" presId="urn:microsoft.com/office/officeart/2018/2/layout/IconLabelList"/>
    <dgm:cxn modelId="{01E96F52-1172-4DC4-86B1-703CE4230AD4}" type="presParOf" srcId="{DEEA73AA-6203-424F-AF90-D85CA85844AE}" destId="{B9B3D5CA-1F2F-47EF-AB15-2446F6AD2DFA}" srcOrd="1" destOrd="0" presId="urn:microsoft.com/office/officeart/2018/2/layout/IconLabelList"/>
    <dgm:cxn modelId="{5A91CA01-78A8-4012-9A35-A22A120BBCCB}" type="presParOf" srcId="{DEEA73AA-6203-424F-AF90-D85CA85844AE}" destId="{AA01FE59-ED40-48DE-85B3-C4EE9C2F8187}" srcOrd="2" destOrd="0" presId="urn:microsoft.com/office/officeart/2018/2/layout/IconLabelList"/>
    <dgm:cxn modelId="{24D25E0E-CCD3-4567-8387-8EAF71C2FBC0}" type="presParOf" srcId="{66882248-B04F-4CAB-9AF2-D1735326D142}" destId="{6F5EFFB9-D700-4485-B51B-6343D2D0A4D2}" srcOrd="1" destOrd="0" presId="urn:microsoft.com/office/officeart/2018/2/layout/IconLabelList"/>
    <dgm:cxn modelId="{6F969876-23E1-4F81-A4DC-0B47A131D521}" type="presParOf" srcId="{66882248-B04F-4CAB-9AF2-D1735326D142}" destId="{BA4E88EC-425A-4D3F-9D6F-A0ABC42AE9EA}" srcOrd="2" destOrd="0" presId="urn:microsoft.com/office/officeart/2018/2/layout/IconLabelList"/>
    <dgm:cxn modelId="{9DDFA157-DCA1-4CE0-90E3-FA0D23EBA5B6}" type="presParOf" srcId="{BA4E88EC-425A-4D3F-9D6F-A0ABC42AE9EA}" destId="{C36E7C60-A310-4C6F-8EB4-6E174A835729}" srcOrd="0" destOrd="0" presId="urn:microsoft.com/office/officeart/2018/2/layout/IconLabelList"/>
    <dgm:cxn modelId="{13F12F81-134A-4F5E-9FEE-F469A2851488}" type="presParOf" srcId="{BA4E88EC-425A-4D3F-9D6F-A0ABC42AE9EA}" destId="{45CD3865-E737-4979-ABC4-9CEB999B89A8}" srcOrd="1" destOrd="0" presId="urn:microsoft.com/office/officeart/2018/2/layout/IconLabelList"/>
    <dgm:cxn modelId="{5AFE0F29-4326-4BCB-9879-5402D8DDD51A}" type="presParOf" srcId="{BA4E88EC-425A-4D3F-9D6F-A0ABC42AE9EA}" destId="{F623D4EB-E295-4AD3-8394-585E018DEA02}" srcOrd="2" destOrd="0" presId="urn:microsoft.com/office/officeart/2018/2/layout/IconLabelList"/>
    <dgm:cxn modelId="{9BDDF000-EF80-475E-8654-C466B0E49E69}" type="presParOf" srcId="{66882248-B04F-4CAB-9AF2-D1735326D142}" destId="{3D881B8D-EFED-4E21-BF73-A8939EFDFCAB}" srcOrd="3" destOrd="0" presId="urn:microsoft.com/office/officeart/2018/2/layout/IconLabelList"/>
    <dgm:cxn modelId="{EA1CC0B4-7C56-469D-ADDE-39903484019B}" type="presParOf" srcId="{66882248-B04F-4CAB-9AF2-D1735326D142}" destId="{FC166496-1270-4424-AF78-94DE0F60B5D0}" srcOrd="4" destOrd="0" presId="urn:microsoft.com/office/officeart/2018/2/layout/IconLabelList"/>
    <dgm:cxn modelId="{7FB1C786-ED6D-4D4C-812E-E02A47F81DF6}" type="presParOf" srcId="{FC166496-1270-4424-AF78-94DE0F60B5D0}" destId="{430282AE-A1BE-425C-AD68-CF4A3356C908}" srcOrd="0" destOrd="0" presId="urn:microsoft.com/office/officeart/2018/2/layout/IconLabelList"/>
    <dgm:cxn modelId="{EAAE728C-3201-4E30-A1DF-0DA7D0F07136}" type="presParOf" srcId="{FC166496-1270-4424-AF78-94DE0F60B5D0}" destId="{FFCF81EA-DA89-42E9-8B44-4B5C3FDD2AE2}" srcOrd="1" destOrd="0" presId="urn:microsoft.com/office/officeart/2018/2/layout/IconLabelList"/>
    <dgm:cxn modelId="{60840844-B8BB-4CFC-A631-CDFFB3B65923}" type="presParOf" srcId="{FC166496-1270-4424-AF78-94DE0F60B5D0}" destId="{F4AC8FB6-D5D9-49E2-82B1-E28006444975}" srcOrd="2" destOrd="0" presId="urn:microsoft.com/office/officeart/2018/2/layout/IconLabelList"/>
    <dgm:cxn modelId="{E583F8AA-F359-4AA8-9507-DCD3BDAA6D03}" type="presParOf" srcId="{66882248-B04F-4CAB-9AF2-D1735326D142}" destId="{7235D3D3-F86B-4DD6-B255-DBBE40F645AA}" srcOrd="5" destOrd="0" presId="urn:microsoft.com/office/officeart/2018/2/layout/IconLabelList"/>
    <dgm:cxn modelId="{439D005E-B464-4037-9596-39B021B80BEA}" type="presParOf" srcId="{66882248-B04F-4CAB-9AF2-D1735326D142}" destId="{E1A49D8A-BBD4-4B3D-8E6D-894EEC56988C}" srcOrd="6" destOrd="0" presId="urn:microsoft.com/office/officeart/2018/2/layout/IconLabelList"/>
    <dgm:cxn modelId="{60CE43AF-A45B-49B7-BED7-607BB77846DC}" type="presParOf" srcId="{E1A49D8A-BBD4-4B3D-8E6D-894EEC56988C}" destId="{18F01939-3EBA-4FF9-AA18-EB7DCE1B0959}" srcOrd="0" destOrd="0" presId="urn:microsoft.com/office/officeart/2018/2/layout/IconLabelList"/>
    <dgm:cxn modelId="{491DCDA5-89CD-469C-8498-7934E5528FC2}" type="presParOf" srcId="{E1A49D8A-BBD4-4B3D-8E6D-894EEC56988C}" destId="{B75071B1-451E-4EEF-87C8-2BECF08CC20B}" srcOrd="1" destOrd="0" presId="urn:microsoft.com/office/officeart/2018/2/layout/IconLabelList"/>
    <dgm:cxn modelId="{795BCA1B-15AD-4A6E-A511-EC361370EA63}" type="presParOf" srcId="{E1A49D8A-BBD4-4B3D-8E6D-894EEC56988C}" destId="{6D73FFDB-D409-4A02-A0D9-77ACDE33F5C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83D49D-A64B-48DD-917D-6D780B5EF54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AC33598-C59A-403D-A752-B0170D37BC97}">
      <dgm:prSet/>
      <dgm:spPr/>
      <dgm:t>
        <a:bodyPr/>
        <a:lstStyle/>
        <a:p>
          <a:r>
            <a:rPr lang="en-SG" dirty="0"/>
            <a:t>Includes all tactics used to achieve strategic objectives.</a:t>
          </a:r>
          <a:endParaRPr lang="en-US" dirty="0"/>
        </a:p>
      </dgm:t>
    </dgm:pt>
    <dgm:pt modelId="{2D4AE1FB-5980-4467-98D8-82539F77CC23}" type="parTrans" cxnId="{155FD6DD-D92A-4DC3-B234-A40BC3734D18}">
      <dgm:prSet/>
      <dgm:spPr/>
      <dgm:t>
        <a:bodyPr/>
        <a:lstStyle/>
        <a:p>
          <a:endParaRPr lang="en-US"/>
        </a:p>
      </dgm:t>
    </dgm:pt>
    <dgm:pt modelId="{82B68DBB-90A7-4E44-9C51-8472A110AF1E}" type="sibTrans" cxnId="{155FD6DD-D92A-4DC3-B234-A40BC3734D18}">
      <dgm:prSet/>
      <dgm:spPr/>
      <dgm:t>
        <a:bodyPr/>
        <a:lstStyle/>
        <a:p>
          <a:endParaRPr lang="en-US"/>
        </a:p>
      </dgm:t>
    </dgm:pt>
    <dgm:pt modelId="{9FB9FEC1-4E4C-421A-B4C8-4A8E633801B9}">
      <dgm:prSet/>
      <dgm:spPr/>
      <dgm:t>
        <a:bodyPr/>
        <a:lstStyle/>
        <a:p>
          <a:r>
            <a:rPr lang="en-SG"/>
            <a:t>Planning, actions and controls needed to achieve strategic goals</a:t>
          </a:r>
          <a:endParaRPr lang="en-US"/>
        </a:p>
      </dgm:t>
    </dgm:pt>
    <dgm:pt modelId="{234A5291-22B9-463F-B5B8-7FB3C0D8672C}" type="parTrans" cxnId="{0100E394-5D5F-4FF9-B563-4DB9DB8B8C00}">
      <dgm:prSet/>
      <dgm:spPr/>
      <dgm:t>
        <a:bodyPr/>
        <a:lstStyle/>
        <a:p>
          <a:endParaRPr lang="en-US"/>
        </a:p>
      </dgm:t>
    </dgm:pt>
    <dgm:pt modelId="{D1002045-479E-46B3-A144-2435331D2FE7}" type="sibTrans" cxnId="{0100E394-5D5F-4FF9-B563-4DB9DB8B8C00}">
      <dgm:prSet/>
      <dgm:spPr/>
      <dgm:t>
        <a:bodyPr/>
        <a:lstStyle/>
        <a:p>
          <a:endParaRPr lang="en-US"/>
        </a:p>
      </dgm:t>
    </dgm:pt>
    <dgm:pt modelId="{5FFA238E-AA67-4DD6-8DAD-13F439E8AF3A}" type="pres">
      <dgm:prSet presAssocID="{7E83D49D-A64B-48DD-917D-6D780B5EF547}" presName="root" presStyleCnt="0">
        <dgm:presLayoutVars>
          <dgm:dir/>
          <dgm:resizeHandles val="exact"/>
        </dgm:presLayoutVars>
      </dgm:prSet>
      <dgm:spPr/>
    </dgm:pt>
    <dgm:pt modelId="{E0B90DD1-EBB5-4540-A22E-1063B84B7BCB}" type="pres">
      <dgm:prSet presAssocID="{AAC33598-C59A-403D-A752-B0170D37BC97}" presName="compNode" presStyleCnt="0"/>
      <dgm:spPr/>
    </dgm:pt>
    <dgm:pt modelId="{A8C794D0-5971-45E2-BE81-21A6A473C656}" type="pres">
      <dgm:prSet presAssocID="{AAC33598-C59A-403D-A752-B0170D37BC9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643315A-2B4A-4E11-8531-781556D51242}" type="pres">
      <dgm:prSet presAssocID="{AAC33598-C59A-403D-A752-B0170D37BC97}" presName="spaceRect" presStyleCnt="0"/>
      <dgm:spPr/>
    </dgm:pt>
    <dgm:pt modelId="{444F8EEB-C786-4D7D-B88E-5F5CC0E2FD03}" type="pres">
      <dgm:prSet presAssocID="{AAC33598-C59A-403D-A752-B0170D37BC97}" presName="textRect" presStyleLbl="revTx" presStyleIdx="0" presStyleCnt="2">
        <dgm:presLayoutVars>
          <dgm:chMax val="1"/>
          <dgm:chPref val="1"/>
        </dgm:presLayoutVars>
      </dgm:prSet>
      <dgm:spPr/>
    </dgm:pt>
    <dgm:pt modelId="{0B2C5627-3057-4F97-B09B-B8FA4E043A71}" type="pres">
      <dgm:prSet presAssocID="{82B68DBB-90A7-4E44-9C51-8472A110AF1E}" presName="sibTrans" presStyleCnt="0"/>
      <dgm:spPr/>
    </dgm:pt>
    <dgm:pt modelId="{9A609565-426E-4C7A-B943-B93627C40727}" type="pres">
      <dgm:prSet presAssocID="{9FB9FEC1-4E4C-421A-B4C8-4A8E633801B9}" presName="compNode" presStyleCnt="0"/>
      <dgm:spPr/>
    </dgm:pt>
    <dgm:pt modelId="{DE687C4E-981B-4893-B73B-5023F5BBFE30}" type="pres">
      <dgm:prSet presAssocID="{9FB9FEC1-4E4C-421A-B4C8-4A8E633801B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D8F97AF-19B7-41F6-A08A-99CA5E2492ED}" type="pres">
      <dgm:prSet presAssocID="{9FB9FEC1-4E4C-421A-B4C8-4A8E633801B9}" presName="spaceRect" presStyleCnt="0"/>
      <dgm:spPr/>
    </dgm:pt>
    <dgm:pt modelId="{ABE20F11-E817-49C0-BF2E-E3AEDD33AF12}" type="pres">
      <dgm:prSet presAssocID="{9FB9FEC1-4E4C-421A-B4C8-4A8E633801B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804BD5E-A995-4DF3-9E16-FD25DE24EEFD}" type="presOf" srcId="{AAC33598-C59A-403D-A752-B0170D37BC97}" destId="{444F8EEB-C786-4D7D-B88E-5F5CC0E2FD03}" srcOrd="0" destOrd="0" presId="urn:microsoft.com/office/officeart/2018/2/layout/IconLabelList"/>
    <dgm:cxn modelId="{809C1D7D-829C-4396-82EF-DF49D6E7FD39}" type="presOf" srcId="{9FB9FEC1-4E4C-421A-B4C8-4A8E633801B9}" destId="{ABE20F11-E817-49C0-BF2E-E3AEDD33AF12}" srcOrd="0" destOrd="0" presId="urn:microsoft.com/office/officeart/2018/2/layout/IconLabelList"/>
    <dgm:cxn modelId="{0100E394-5D5F-4FF9-B563-4DB9DB8B8C00}" srcId="{7E83D49D-A64B-48DD-917D-6D780B5EF547}" destId="{9FB9FEC1-4E4C-421A-B4C8-4A8E633801B9}" srcOrd="1" destOrd="0" parTransId="{234A5291-22B9-463F-B5B8-7FB3C0D8672C}" sibTransId="{D1002045-479E-46B3-A144-2435331D2FE7}"/>
    <dgm:cxn modelId="{753B8EB0-0B20-4EEE-A6BE-4C9B2AD2DC29}" type="presOf" srcId="{7E83D49D-A64B-48DD-917D-6D780B5EF547}" destId="{5FFA238E-AA67-4DD6-8DAD-13F439E8AF3A}" srcOrd="0" destOrd="0" presId="urn:microsoft.com/office/officeart/2018/2/layout/IconLabelList"/>
    <dgm:cxn modelId="{155FD6DD-D92A-4DC3-B234-A40BC3734D18}" srcId="{7E83D49D-A64B-48DD-917D-6D780B5EF547}" destId="{AAC33598-C59A-403D-A752-B0170D37BC97}" srcOrd="0" destOrd="0" parTransId="{2D4AE1FB-5980-4467-98D8-82539F77CC23}" sibTransId="{82B68DBB-90A7-4E44-9C51-8472A110AF1E}"/>
    <dgm:cxn modelId="{B8BC3626-FA79-4EE8-90BB-02814ABC9D58}" type="presParOf" srcId="{5FFA238E-AA67-4DD6-8DAD-13F439E8AF3A}" destId="{E0B90DD1-EBB5-4540-A22E-1063B84B7BCB}" srcOrd="0" destOrd="0" presId="urn:microsoft.com/office/officeart/2018/2/layout/IconLabelList"/>
    <dgm:cxn modelId="{D5C68C3C-DE50-4A6F-9C4D-AD2B926C5517}" type="presParOf" srcId="{E0B90DD1-EBB5-4540-A22E-1063B84B7BCB}" destId="{A8C794D0-5971-45E2-BE81-21A6A473C656}" srcOrd="0" destOrd="0" presId="urn:microsoft.com/office/officeart/2018/2/layout/IconLabelList"/>
    <dgm:cxn modelId="{81073FA1-7C6B-4E11-9F1A-9FC4CA6A7177}" type="presParOf" srcId="{E0B90DD1-EBB5-4540-A22E-1063B84B7BCB}" destId="{F643315A-2B4A-4E11-8531-781556D51242}" srcOrd="1" destOrd="0" presId="urn:microsoft.com/office/officeart/2018/2/layout/IconLabelList"/>
    <dgm:cxn modelId="{557BB322-E498-46C1-B31B-7B19F50654ED}" type="presParOf" srcId="{E0B90DD1-EBB5-4540-A22E-1063B84B7BCB}" destId="{444F8EEB-C786-4D7D-B88E-5F5CC0E2FD03}" srcOrd="2" destOrd="0" presId="urn:microsoft.com/office/officeart/2018/2/layout/IconLabelList"/>
    <dgm:cxn modelId="{E51B09D9-CA33-44A9-9EF7-23B98AECE4DC}" type="presParOf" srcId="{5FFA238E-AA67-4DD6-8DAD-13F439E8AF3A}" destId="{0B2C5627-3057-4F97-B09B-B8FA4E043A71}" srcOrd="1" destOrd="0" presId="urn:microsoft.com/office/officeart/2018/2/layout/IconLabelList"/>
    <dgm:cxn modelId="{CE5A05A3-CA67-47CE-A5B2-7D56170A9E8C}" type="presParOf" srcId="{5FFA238E-AA67-4DD6-8DAD-13F439E8AF3A}" destId="{9A609565-426E-4C7A-B943-B93627C40727}" srcOrd="2" destOrd="0" presId="urn:microsoft.com/office/officeart/2018/2/layout/IconLabelList"/>
    <dgm:cxn modelId="{57AADA9C-A0E0-43C6-AF84-B1BD3AC3A7EA}" type="presParOf" srcId="{9A609565-426E-4C7A-B943-B93627C40727}" destId="{DE687C4E-981B-4893-B73B-5023F5BBFE30}" srcOrd="0" destOrd="0" presId="urn:microsoft.com/office/officeart/2018/2/layout/IconLabelList"/>
    <dgm:cxn modelId="{AB0EF60D-DC38-4516-AD11-E4DEC8AA0318}" type="presParOf" srcId="{9A609565-426E-4C7A-B943-B93627C40727}" destId="{DD8F97AF-19B7-41F6-A08A-99CA5E2492ED}" srcOrd="1" destOrd="0" presId="urn:microsoft.com/office/officeart/2018/2/layout/IconLabelList"/>
    <dgm:cxn modelId="{E8F3C0A4-3CA5-41F6-8544-1BEB3AC87C0F}" type="presParOf" srcId="{9A609565-426E-4C7A-B943-B93627C40727}" destId="{ABE20F11-E817-49C0-BF2E-E3AEDD33AF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A9A665-3E6B-451D-B952-2CF6C4570EE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48F0C-B9F8-429D-B502-784E597D96D3}">
      <dgm:prSet/>
      <dgm:spPr/>
      <dgm:t>
        <a:bodyPr/>
        <a:lstStyle/>
        <a:p>
          <a:r>
            <a:rPr lang="en-SG"/>
            <a:t>Timing errors</a:t>
          </a:r>
          <a:endParaRPr lang="en-US"/>
        </a:p>
      </dgm:t>
    </dgm:pt>
    <dgm:pt modelId="{094A65A5-32CD-4859-A1D5-EC8B1399F927}" type="parTrans" cxnId="{DE9F7A1F-380B-4FFA-B3FC-F3D9B25C9637}">
      <dgm:prSet/>
      <dgm:spPr/>
      <dgm:t>
        <a:bodyPr/>
        <a:lstStyle/>
        <a:p>
          <a:endParaRPr lang="en-US"/>
        </a:p>
      </dgm:t>
    </dgm:pt>
    <dgm:pt modelId="{F01DC9A3-4401-4CFB-8D17-34C085AB25E1}" type="sibTrans" cxnId="{DE9F7A1F-380B-4FFA-B3FC-F3D9B25C9637}">
      <dgm:prSet/>
      <dgm:spPr/>
      <dgm:t>
        <a:bodyPr/>
        <a:lstStyle/>
        <a:p>
          <a:endParaRPr lang="en-US"/>
        </a:p>
      </dgm:t>
    </dgm:pt>
    <dgm:pt modelId="{EB55B7FE-1D19-4409-9CEE-7DA2DBB4E031}">
      <dgm:prSet/>
      <dgm:spPr/>
      <dgm:t>
        <a:bodyPr/>
        <a:lstStyle/>
        <a:p>
          <a:r>
            <a:rPr lang="en-SG"/>
            <a:t>Lack of creativity</a:t>
          </a:r>
          <a:endParaRPr lang="en-US"/>
        </a:p>
      </dgm:t>
    </dgm:pt>
    <dgm:pt modelId="{4C7C2633-EA1F-4588-BE02-B9A7D969A0DB}" type="parTrans" cxnId="{7FD08B4F-F157-43EF-9E9D-7A44770F79F7}">
      <dgm:prSet/>
      <dgm:spPr/>
      <dgm:t>
        <a:bodyPr/>
        <a:lstStyle/>
        <a:p>
          <a:endParaRPr lang="en-US"/>
        </a:p>
      </dgm:t>
    </dgm:pt>
    <dgm:pt modelId="{F3349A2E-00A9-45F4-A536-BE2E73F39B28}" type="sibTrans" cxnId="{7FD08B4F-F157-43EF-9E9D-7A44770F79F7}">
      <dgm:prSet/>
      <dgm:spPr/>
      <dgm:t>
        <a:bodyPr/>
        <a:lstStyle/>
        <a:p>
          <a:endParaRPr lang="en-US"/>
        </a:p>
      </dgm:t>
    </dgm:pt>
    <dgm:pt modelId="{8A19A41C-5E77-44E3-A4F8-8B1EFC70AE00}">
      <dgm:prSet/>
      <dgm:spPr/>
      <dgm:t>
        <a:bodyPr/>
        <a:lstStyle/>
        <a:p>
          <a:r>
            <a:rPr lang="en-SG"/>
            <a:t>Offering free services</a:t>
          </a:r>
          <a:endParaRPr lang="en-US"/>
        </a:p>
      </dgm:t>
    </dgm:pt>
    <dgm:pt modelId="{8660A50A-7C5B-4163-BE6E-6C92FC5B1330}" type="parTrans" cxnId="{1B92ECDA-A1F0-4B37-BED9-A700BE3264F7}">
      <dgm:prSet/>
      <dgm:spPr/>
      <dgm:t>
        <a:bodyPr/>
        <a:lstStyle/>
        <a:p>
          <a:endParaRPr lang="en-US"/>
        </a:p>
      </dgm:t>
    </dgm:pt>
    <dgm:pt modelId="{F704FB1D-F440-46F1-8BE2-737A0CDFBF36}" type="sibTrans" cxnId="{1B92ECDA-A1F0-4B37-BED9-A700BE3264F7}">
      <dgm:prSet/>
      <dgm:spPr/>
      <dgm:t>
        <a:bodyPr/>
        <a:lstStyle/>
        <a:p>
          <a:endParaRPr lang="en-US"/>
        </a:p>
      </dgm:t>
    </dgm:pt>
    <dgm:pt modelId="{C0C3845D-DF45-4CF7-B19A-A04BED960A56}">
      <dgm:prSet/>
      <dgm:spPr/>
      <dgm:t>
        <a:bodyPr/>
        <a:lstStyle/>
        <a:p>
          <a:r>
            <a:rPr lang="en-SG"/>
            <a:t>Over ambition </a:t>
          </a:r>
          <a:endParaRPr lang="en-US"/>
        </a:p>
      </dgm:t>
    </dgm:pt>
    <dgm:pt modelId="{8A304354-D803-44DC-AD87-954E3C035213}" type="parTrans" cxnId="{E06E007B-D3FE-4908-AE7F-261F6146FC47}">
      <dgm:prSet/>
      <dgm:spPr/>
      <dgm:t>
        <a:bodyPr/>
        <a:lstStyle/>
        <a:p>
          <a:endParaRPr lang="en-US"/>
        </a:p>
      </dgm:t>
    </dgm:pt>
    <dgm:pt modelId="{F657B6B7-93CA-4B00-A28C-9B423A5E6628}" type="sibTrans" cxnId="{E06E007B-D3FE-4908-AE7F-261F6146FC47}">
      <dgm:prSet/>
      <dgm:spPr/>
      <dgm:t>
        <a:bodyPr/>
        <a:lstStyle/>
        <a:p>
          <a:endParaRPr lang="en-US"/>
        </a:p>
      </dgm:t>
    </dgm:pt>
    <dgm:pt modelId="{B1F7AA69-9A41-452B-AA6D-BCBB396831A9}">
      <dgm:prSet/>
      <dgm:spPr/>
      <dgm:t>
        <a:bodyPr/>
        <a:lstStyle/>
        <a:p>
          <a:r>
            <a:rPr lang="en-SG"/>
            <a:t>Situation analysis</a:t>
          </a:r>
          <a:endParaRPr lang="en-US"/>
        </a:p>
      </dgm:t>
    </dgm:pt>
    <dgm:pt modelId="{0A359BFD-EEB3-4978-A96B-687923A2B0A5}" type="parTrans" cxnId="{72AF8CAA-A7C1-4A1B-B263-95E44086234C}">
      <dgm:prSet/>
      <dgm:spPr/>
      <dgm:t>
        <a:bodyPr/>
        <a:lstStyle/>
        <a:p>
          <a:endParaRPr lang="en-US"/>
        </a:p>
      </dgm:t>
    </dgm:pt>
    <dgm:pt modelId="{3334F345-26DA-46DF-BF7C-79E58AEFE286}" type="sibTrans" cxnId="{72AF8CAA-A7C1-4A1B-B263-95E44086234C}">
      <dgm:prSet/>
      <dgm:spPr/>
      <dgm:t>
        <a:bodyPr/>
        <a:lstStyle/>
        <a:p>
          <a:endParaRPr lang="en-US"/>
        </a:p>
      </dgm:t>
    </dgm:pt>
    <dgm:pt modelId="{F88A0DDC-CD61-46BB-9655-A59E354381FF}">
      <dgm:prSet/>
      <dgm:spPr/>
      <dgm:t>
        <a:bodyPr/>
        <a:lstStyle/>
        <a:p>
          <a:r>
            <a:rPr lang="en-SG"/>
            <a:t>Objective setting</a:t>
          </a:r>
          <a:endParaRPr lang="en-US"/>
        </a:p>
      </dgm:t>
    </dgm:pt>
    <dgm:pt modelId="{BB476FAB-EA9B-4800-8572-568460932700}" type="parTrans" cxnId="{9A0E9FED-26AB-4279-BD9A-F6BE50ABE54D}">
      <dgm:prSet/>
      <dgm:spPr/>
      <dgm:t>
        <a:bodyPr/>
        <a:lstStyle/>
        <a:p>
          <a:endParaRPr lang="en-US"/>
        </a:p>
      </dgm:t>
    </dgm:pt>
    <dgm:pt modelId="{6739C4C6-544B-4F9C-B911-0FA504D674F8}" type="sibTrans" cxnId="{9A0E9FED-26AB-4279-BD9A-F6BE50ABE54D}">
      <dgm:prSet/>
      <dgm:spPr/>
      <dgm:t>
        <a:bodyPr/>
        <a:lstStyle/>
        <a:p>
          <a:endParaRPr lang="en-US"/>
        </a:p>
      </dgm:t>
    </dgm:pt>
    <dgm:pt modelId="{7EAB2B09-6681-4FA5-9D9E-1055E4CFC7B6}">
      <dgm:prSet/>
      <dgm:spPr/>
      <dgm:t>
        <a:bodyPr/>
        <a:lstStyle/>
        <a:p>
          <a:r>
            <a:rPr lang="en-SG"/>
            <a:t>Strategy definition </a:t>
          </a:r>
          <a:endParaRPr lang="en-US"/>
        </a:p>
      </dgm:t>
    </dgm:pt>
    <dgm:pt modelId="{AEE7A790-0FFF-4DCF-8945-3902150747EC}" type="parTrans" cxnId="{1A6DA3D5-9B94-4A02-A526-9223605A13A1}">
      <dgm:prSet/>
      <dgm:spPr/>
      <dgm:t>
        <a:bodyPr/>
        <a:lstStyle/>
        <a:p>
          <a:endParaRPr lang="en-US"/>
        </a:p>
      </dgm:t>
    </dgm:pt>
    <dgm:pt modelId="{04E77C54-921D-4B03-8E3C-9F84DAFBE03D}" type="sibTrans" cxnId="{1A6DA3D5-9B94-4A02-A526-9223605A13A1}">
      <dgm:prSet/>
      <dgm:spPr/>
      <dgm:t>
        <a:bodyPr/>
        <a:lstStyle/>
        <a:p>
          <a:endParaRPr lang="en-US"/>
        </a:p>
      </dgm:t>
    </dgm:pt>
    <dgm:pt modelId="{97416DE0-CFC6-48C2-99E0-FC173456881A}">
      <dgm:prSet/>
      <dgm:spPr/>
      <dgm:t>
        <a:bodyPr/>
        <a:lstStyle/>
        <a:p>
          <a:r>
            <a:rPr lang="en-SG"/>
            <a:t>Implementation</a:t>
          </a:r>
          <a:endParaRPr lang="en-US"/>
        </a:p>
      </dgm:t>
    </dgm:pt>
    <dgm:pt modelId="{348DB414-60C6-4781-86AB-3011C5680E65}" type="parTrans" cxnId="{93DB3C4E-B2D3-4317-8A7B-3EC3BEAB0940}">
      <dgm:prSet/>
      <dgm:spPr/>
      <dgm:t>
        <a:bodyPr/>
        <a:lstStyle/>
        <a:p>
          <a:endParaRPr lang="en-US"/>
        </a:p>
      </dgm:t>
    </dgm:pt>
    <dgm:pt modelId="{F42C4AD5-31C7-4765-A14E-E3AACABC8E87}" type="sibTrans" cxnId="{93DB3C4E-B2D3-4317-8A7B-3EC3BEAB0940}">
      <dgm:prSet/>
      <dgm:spPr/>
      <dgm:t>
        <a:bodyPr/>
        <a:lstStyle/>
        <a:p>
          <a:endParaRPr lang="en-US"/>
        </a:p>
      </dgm:t>
    </dgm:pt>
    <dgm:pt modelId="{02D62D1F-2856-4541-9343-78D968425AA7}" type="pres">
      <dgm:prSet presAssocID="{81A9A665-3E6B-451D-B952-2CF6C4570EE2}" presName="root" presStyleCnt="0">
        <dgm:presLayoutVars>
          <dgm:dir/>
          <dgm:resizeHandles val="exact"/>
        </dgm:presLayoutVars>
      </dgm:prSet>
      <dgm:spPr/>
    </dgm:pt>
    <dgm:pt modelId="{DE07B7D8-E5CB-4DB0-B14C-9D9B713DBCE3}" type="pres">
      <dgm:prSet presAssocID="{81A9A665-3E6B-451D-B952-2CF6C4570EE2}" presName="container" presStyleCnt="0">
        <dgm:presLayoutVars>
          <dgm:dir/>
          <dgm:resizeHandles val="exact"/>
        </dgm:presLayoutVars>
      </dgm:prSet>
      <dgm:spPr/>
    </dgm:pt>
    <dgm:pt modelId="{4DCCC23F-37A8-4435-8C98-BFE9B233A441}" type="pres">
      <dgm:prSet presAssocID="{C4548F0C-B9F8-429D-B502-784E597D96D3}" presName="compNode" presStyleCnt="0"/>
      <dgm:spPr/>
    </dgm:pt>
    <dgm:pt modelId="{53297303-368F-496C-B982-2F3DBF988C61}" type="pres">
      <dgm:prSet presAssocID="{C4548F0C-B9F8-429D-B502-784E597D96D3}" presName="iconBgRect" presStyleLbl="bgShp" presStyleIdx="0" presStyleCnt="8"/>
      <dgm:spPr/>
    </dgm:pt>
    <dgm:pt modelId="{68C836FE-68F5-4CB5-9C1E-9BF86BD74953}" type="pres">
      <dgm:prSet presAssocID="{C4548F0C-B9F8-429D-B502-784E597D96D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E142FED-3E24-4BA9-A78C-FBE1AE5E659C}" type="pres">
      <dgm:prSet presAssocID="{C4548F0C-B9F8-429D-B502-784E597D96D3}" presName="spaceRect" presStyleCnt="0"/>
      <dgm:spPr/>
    </dgm:pt>
    <dgm:pt modelId="{2F29BD28-A66C-464A-9B12-9CA9FA2D1583}" type="pres">
      <dgm:prSet presAssocID="{C4548F0C-B9F8-429D-B502-784E597D96D3}" presName="textRect" presStyleLbl="revTx" presStyleIdx="0" presStyleCnt="8">
        <dgm:presLayoutVars>
          <dgm:chMax val="1"/>
          <dgm:chPref val="1"/>
        </dgm:presLayoutVars>
      </dgm:prSet>
      <dgm:spPr/>
    </dgm:pt>
    <dgm:pt modelId="{FE270311-6C45-4EF8-8ADA-5AF0FB7151E6}" type="pres">
      <dgm:prSet presAssocID="{F01DC9A3-4401-4CFB-8D17-34C085AB25E1}" presName="sibTrans" presStyleLbl="sibTrans2D1" presStyleIdx="0" presStyleCnt="0"/>
      <dgm:spPr/>
    </dgm:pt>
    <dgm:pt modelId="{E6C0D1FE-45F7-4984-9E24-6361181CF80D}" type="pres">
      <dgm:prSet presAssocID="{EB55B7FE-1D19-4409-9CEE-7DA2DBB4E031}" presName="compNode" presStyleCnt="0"/>
      <dgm:spPr/>
    </dgm:pt>
    <dgm:pt modelId="{D9A8F6F5-92B8-4B82-A83F-E27BD5367692}" type="pres">
      <dgm:prSet presAssocID="{EB55B7FE-1D19-4409-9CEE-7DA2DBB4E031}" presName="iconBgRect" presStyleLbl="bgShp" presStyleIdx="1" presStyleCnt="8"/>
      <dgm:spPr/>
    </dgm:pt>
    <dgm:pt modelId="{A2F2542C-A0DC-4950-A9A3-29596E6C654F}" type="pres">
      <dgm:prSet presAssocID="{EB55B7FE-1D19-4409-9CEE-7DA2DBB4E031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2910C48F-2491-40F4-B728-714789A7F63B}" type="pres">
      <dgm:prSet presAssocID="{EB55B7FE-1D19-4409-9CEE-7DA2DBB4E031}" presName="spaceRect" presStyleCnt="0"/>
      <dgm:spPr/>
    </dgm:pt>
    <dgm:pt modelId="{7694CDDB-1A0C-4DCA-8381-E47DF9B96506}" type="pres">
      <dgm:prSet presAssocID="{EB55B7FE-1D19-4409-9CEE-7DA2DBB4E031}" presName="textRect" presStyleLbl="revTx" presStyleIdx="1" presStyleCnt="8">
        <dgm:presLayoutVars>
          <dgm:chMax val="1"/>
          <dgm:chPref val="1"/>
        </dgm:presLayoutVars>
      </dgm:prSet>
      <dgm:spPr/>
    </dgm:pt>
    <dgm:pt modelId="{7A3805DF-A954-4AFF-B31D-247E8142FC1E}" type="pres">
      <dgm:prSet presAssocID="{F3349A2E-00A9-45F4-A536-BE2E73F39B28}" presName="sibTrans" presStyleLbl="sibTrans2D1" presStyleIdx="0" presStyleCnt="0"/>
      <dgm:spPr/>
    </dgm:pt>
    <dgm:pt modelId="{28801FE7-E983-4CBC-A665-2D93364B3A9D}" type="pres">
      <dgm:prSet presAssocID="{8A19A41C-5E77-44E3-A4F8-8B1EFC70AE00}" presName="compNode" presStyleCnt="0"/>
      <dgm:spPr/>
    </dgm:pt>
    <dgm:pt modelId="{DFAE4F7C-2538-4802-9530-C7D5324BEC01}" type="pres">
      <dgm:prSet presAssocID="{8A19A41C-5E77-44E3-A4F8-8B1EFC70AE00}" presName="iconBgRect" presStyleLbl="bgShp" presStyleIdx="2" presStyleCnt="8"/>
      <dgm:spPr/>
    </dgm:pt>
    <dgm:pt modelId="{3784CE57-88C3-409D-8E5B-F0939D4DCB16}" type="pres">
      <dgm:prSet presAssocID="{8A19A41C-5E77-44E3-A4F8-8B1EFC70AE0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0253B10-0310-41FE-8004-92C47C41D72B}" type="pres">
      <dgm:prSet presAssocID="{8A19A41C-5E77-44E3-A4F8-8B1EFC70AE00}" presName="spaceRect" presStyleCnt="0"/>
      <dgm:spPr/>
    </dgm:pt>
    <dgm:pt modelId="{CF737A80-E0E4-4345-B923-CC6AB9CCDB2D}" type="pres">
      <dgm:prSet presAssocID="{8A19A41C-5E77-44E3-A4F8-8B1EFC70AE00}" presName="textRect" presStyleLbl="revTx" presStyleIdx="2" presStyleCnt="8">
        <dgm:presLayoutVars>
          <dgm:chMax val="1"/>
          <dgm:chPref val="1"/>
        </dgm:presLayoutVars>
      </dgm:prSet>
      <dgm:spPr/>
    </dgm:pt>
    <dgm:pt modelId="{552E7029-118F-495F-9029-53C91FBD12BD}" type="pres">
      <dgm:prSet presAssocID="{F704FB1D-F440-46F1-8BE2-737A0CDFBF36}" presName="sibTrans" presStyleLbl="sibTrans2D1" presStyleIdx="0" presStyleCnt="0"/>
      <dgm:spPr/>
    </dgm:pt>
    <dgm:pt modelId="{B1EB4A07-0C34-429E-BF94-E66F51959866}" type="pres">
      <dgm:prSet presAssocID="{C0C3845D-DF45-4CF7-B19A-A04BED960A56}" presName="compNode" presStyleCnt="0"/>
      <dgm:spPr/>
    </dgm:pt>
    <dgm:pt modelId="{A23E5D4D-F89D-4B06-842A-0C9442437985}" type="pres">
      <dgm:prSet presAssocID="{C0C3845D-DF45-4CF7-B19A-A04BED960A56}" presName="iconBgRect" presStyleLbl="bgShp" presStyleIdx="3" presStyleCnt="8"/>
      <dgm:spPr/>
    </dgm:pt>
    <dgm:pt modelId="{255574A9-1164-4371-A1A6-47C00EE70B57}" type="pres">
      <dgm:prSet presAssocID="{C0C3845D-DF45-4CF7-B19A-A04BED960A5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6972255-F316-4DFE-8F8E-53497B8CB30D}" type="pres">
      <dgm:prSet presAssocID="{C0C3845D-DF45-4CF7-B19A-A04BED960A56}" presName="spaceRect" presStyleCnt="0"/>
      <dgm:spPr/>
    </dgm:pt>
    <dgm:pt modelId="{E850DE13-FA6F-46E9-B767-BE5BE080FD14}" type="pres">
      <dgm:prSet presAssocID="{C0C3845D-DF45-4CF7-B19A-A04BED960A56}" presName="textRect" presStyleLbl="revTx" presStyleIdx="3" presStyleCnt="8">
        <dgm:presLayoutVars>
          <dgm:chMax val="1"/>
          <dgm:chPref val="1"/>
        </dgm:presLayoutVars>
      </dgm:prSet>
      <dgm:spPr/>
    </dgm:pt>
    <dgm:pt modelId="{55247279-3E1F-4524-97DA-ADC794F5C79D}" type="pres">
      <dgm:prSet presAssocID="{F657B6B7-93CA-4B00-A28C-9B423A5E6628}" presName="sibTrans" presStyleLbl="sibTrans2D1" presStyleIdx="0" presStyleCnt="0"/>
      <dgm:spPr/>
    </dgm:pt>
    <dgm:pt modelId="{A3C79CC2-7275-4200-AFC4-49B78FA63A1D}" type="pres">
      <dgm:prSet presAssocID="{B1F7AA69-9A41-452B-AA6D-BCBB396831A9}" presName="compNode" presStyleCnt="0"/>
      <dgm:spPr/>
    </dgm:pt>
    <dgm:pt modelId="{586866F7-9CE1-47B4-A92B-965819F0381D}" type="pres">
      <dgm:prSet presAssocID="{B1F7AA69-9A41-452B-AA6D-BCBB396831A9}" presName="iconBgRect" presStyleLbl="bgShp" presStyleIdx="4" presStyleCnt="8"/>
      <dgm:spPr/>
    </dgm:pt>
    <dgm:pt modelId="{220490D3-BBB8-4FEC-BDA4-6D43D0F7DB8F}" type="pres">
      <dgm:prSet presAssocID="{B1F7AA69-9A41-452B-AA6D-BCBB396831A9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20BCDF0-AB7B-42EC-842D-463179E515DF}" type="pres">
      <dgm:prSet presAssocID="{B1F7AA69-9A41-452B-AA6D-BCBB396831A9}" presName="spaceRect" presStyleCnt="0"/>
      <dgm:spPr/>
    </dgm:pt>
    <dgm:pt modelId="{66227C43-845A-4298-A907-13BF9F5272FC}" type="pres">
      <dgm:prSet presAssocID="{B1F7AA69-9A41-452B-AA6D-BCBB396831A9}" presName="textRect" presStyleLbl="revTx" presStyleIdx="4" presStyleCnt="8">
        <dgm:presLayoutVars>
          <dgm:chMax val="1"/>
          <dgm:chPref val="1"/>
        </dgm:presLayoutVars>
      </dgm:prSet>
      <dgm:spPr/>
    </dgm:pt>
    <dgm:pt modelId="{7BD91007-D791-4F9A-8311-E1C8849A0D82}" type="pres">
      <dgm:prSet presAssocID="{3334F345-26DA-46DF-BF7C-79E58AEFE286}" presName="sibTrans" presStyleLbl="sibTrans2D1" presStyleIdx="0" presStyleCnt="0"/>
      <dgm:spPr/>
    </dgm:pt>
    <dgm:pt modelId="{CC2E4195-D2CE-4975-AF74-647208BCFD14}" type="pres">
      <dgm:prSet presAssocID="{F88A0DDC-CD61-46BB-9655-A59E354381FF}" presName="compNode" presStyleCnt="0"/>
      <dgm:spPr/>
    </dgm:pt>
    <dgm:pt modelId="{9287CFF2-94C1-47F8-A6AE-DF23CEEFFFC2}" type="pres">
      <dgm:prSet presAssocID="{F88A0DDC-CD61-46BB-9655-A59E354381FF}" presName="iconBgRect" presStyleLbl="bgShp" presStyleIdx="5" presStyleCnt="8"/>
      <dgm:spPr/>
    </dgm:pt>
    <dgm:pt modelId="{2875EA73-1B81-4198-ABD2-7DFF307E18A2}" type="pres">
      <dgm:prSet presAssocID="{F88A0DDC-CD61-46BB-9655-A59E354381F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C409644-D585-4DAD-8923-9564167178DD}" type="pres">
      <dgm:prSet presAssocID="{F88A0DDC-CD61-46BB-9655-A59E354381FF}" presName="spaceRect" presStyleCnt="0"/>
      <dgm:spPr/>
    </dgm:pt>
    <dgm:pt modelId="{127DBBD1-FE15-4801-AB6F-828011757BC0}" type="pres">
      <dgm:prSet presAssocID="{F88A0DDC-CD61-46BB-9655-A59E354381FF}" presName="textRect" presStyleLbl="revTx" presStyleIdx="5" presStyleCnt="8">
        <dgm:presLayoutVars>
          <dgm:chMax val="1"/>
          <dgm:chPref val="1"/>
        </dgm:presLayoutVars>
      </dgm:prSet>
      <dgm:spPr/>
    </dgm:pt>
    <dgm:pt modelId="{4AAB4B28-4D0E-4CE1-8867-B1798F2E6433}" type="pres">
      <dgm:prSet presAssocID="{6739C4C6-544B-4F9C-B911-0FA504D674F8}" presName="sibTrans" presStyleLbl="sibTrans2D1" presStyleIdx="0" presStyleCnt="0"/>
      <dgm:spPr/>
    </dgm:pt>
    <dgm:pt modelId="{76EB2875-1AB2-4C44-91F0-B2840BF0FC2F}" type="pres">
      <dgm:prSet presAssocID="{7EAB2B09-6681-4FA5-9D9E-1055E4CFC7B6}" presName="compNode" presStyleCnt="0"/>
      <dgm:spPr/>
    </dgm:pt>
    <dgm:pt modelId="{0A98AA70-B106-40EB-91CF-F23E1B0D72EE}" type="pres">
      <dgm:prSet presAssocID="{7EAB2B09-6681-4FA5-9D9E-1055E4CFC7B6}" presName="iconBgRect" presStyleLbl="bgShp" presStyleIdx="6" presStyleCnt="8"/>
      <dgm:spPr/>
    </dgm:pt>
    <dgm:pt modelId="{F34E45C8-D008-4C2E-B72C-FF6ABF570D08}" type="pres">
      <dgm:prSet presAssocID="{7EAB2B09-6681-4FA5-9D9E-1055E4CFC7B6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F315936A-388B-4C98-95CB-C1E1CD79CD86}" type="pres">
      <dgm:prSet presAssocID="{7EAB2B09-6681-4FA5-9D9E-1055E4CFC7B6}" presName="spaceRect" presStyleCnt="0"/>
      <dgm:spPr/>
    </dgm:pt>
    <dgm:pt modelId="{F1420039-8CDE-4CAB-B9D2-EDCB6D4D3588}" type="pres">
      <dgm:prSet presAssocID="{7EAB2B09-6681-4FA5-9D9E-1055E4CFC7B6}" presName="textRect" presStyleLbl="revTx" presStyleIdx="6" presStyleCnt="8">
        <dgm:presLayoutVars>
          <dgm:chMax val="1"/>
          <dgm:chPref val="1"/>
        </dgm:presLayoutVars>
      </dgm:prSet>
      <dgm:spPr/>
    </dgm:pt>
    <dgm:pt modelId="{673FEC36-5D31-42E8-817C-C6A11D266CFB}" type="pres">
      <dgm:prSet presAssocID="{04E77C54-921D-4B03-8E3C-9F84DAFBE03D}" presName="sibTrans" presStyleLbl="sibTrans2D1" presStyleIdx="0" presStyleCnt="0"/>
      <dgm:spPr/>
    </dgm:pt>
    <dgm:pt modelId="{3EAE6FAD-68C8-4863-BE00-1D71A7C5F06F}" type="pres">
      <dgm:prSet presAssocID="{97416DE0-CFC6-48C2-99E0-FC173456881A}" presName="compNode" presStyleCnt="0"/>
      <dgm:spPr/>
    </dgm:pt>
    <dgm:pt modelId="{4439C329-70FF-4940-A0D0-9D538DE9835B}" type="pres">
      <dgm:prSet presAssocID="{97416DE0-CFC6-48C2-99E0-FC173456881A}" presName="iconBgRect" presStyleLbl="bgShp" presStyleIdx="7" presStyleCnt="8"/>
      <dgm:spPr/>
    </dgm:pt>
    <dgm:pt modelId="{DCCB05F1-BCC9-4956-8EDF-6A5BE6971C30}" type="pres">
      <dgm:prSet presAssocID="{97416DE0-CFC6-48C2-99E0-FC173456881A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67721716-0037-4829-ADDA-B9061C4F4593}" type="pres">
      <dgm:prSet presAssocID="{97416DE0-CFC6-48C2-99E0-FC173456881A}" presName="spaceRect" presStyleCnt="0"/>
      <dgm:spPr/>
    </dgm:pt>
    <dgm:pt modelId="{EB9EEEFD-9E21-4E28-ACFE-1B14F4771F0E}" type="pres">
      <dgm:prSet presAssocID="{97416DE0-CFC6-48C2-99E0-FC173456881A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4564B20F-8D45-433D-9DEB-8FF92716541F}" type="presOf" srcId="{B1F7AA69-9A41-452B-AA6D-BCBB396831A9}" destId="{66227C43-845A-4298-A907-13BF9F5272FC}" srcOrd="0" destOrd="0" presId="urn:microsoft.com/office/officeart/2018/2/layout/IconCircleList"/>
    <dgm:cxn modelId="{DE9F7A1F-380B-4FFA-B3FC-F3D9B25C9637}" srcId="{81A9A665-3E6B-451D-B952-2CF6C4570EE2}" destId="{C4548F0C-B9F8-429D-B502-784E597D96D3}" srcOrd="0" destOrd="0" parTransId="{094A65A5-32CD-4859-A1D5-EC8B1399F927}" sibTransId="{F01DC9A3-4401-4CFB-8D17-34C085AB25E1}"/>
    <dgm:cxn modelId="{A110DD40-FE8C-446C-80C6-8817A7A7D28D}" type="presOf" srcId="{C0C3845D-DF45-4CF7-B19A-A04BED960A56}" destId="{E850DE13-FA6F-46E9-B767-BE5BE080FD14}" srcOrd="0" destOrd="0" presId="urn:microsoft.com/office/officeart/2018/2/layout/IconCircleList"/>
    <dgm:cxn modelId="{EFD4D45E-8DBD-482A-A5DD-AD9ADDA345ED}" type="presOf" srcId="{6739C4C6-544B-4F9C-B911-0FA504D674F8}" destId="{4AAB4B28-4D0E-4CE1-8867-B1798F2E6433}" srcOrd="0" destOrd="0" presId="urn:microsoft.com/office/officeart/2018/2/layout/IconCircleList"/>
    <dgm:cxn modelId="{CFE4CC46-3439-4537-8EB4-E51BDC124354}" type="presOf" srcId="{8A19A41C-5E77-44E3-A4F8-8B1EFC70AE00}" destId="{CF737A80-E0E4-4345-B923-CC6AB9CCDB2D}" srcOrd="0" destOrd="0" presId="urn:microsoft.com/office/officeart/2018/2/layout/IconCircleList"/>
    <dgm:cxn modelId="{8BCE2C47-1494-4985-9470-FB9D9521E93D}" type="presOf" srcId="{F3349A2E-00A9-45F4-A536-BE2E73F39B28}" destId="{7A3805DF-A954-4AFF-B31D-247E8142FC1E}" srcOrd="0" destOrd="0" presId="urn:microsoft.com/office/officeart/2018/2/layout/IconCircleList"/>
    <dgm:cxn modelId="{B0D25F68-D6DF-46CD-9213-52ECCE9DA2CD}" type="presOf" srcId="{F657B6B7-93CA-4B00-A28C-9B423A5E6628}" destId="{55247279-3E1F-4524-97DA-ADC794F5C79D}" srcOrd="0" destOrd="0" presId="urn:microsoft.com/office/officeart/2018/2/layout/IconCircleList"/>
    <dgm:cxn modelId="{1D62BA6B-2C69-4E08-975E-88D716D81459}" type="presOf" srcId="{C4548F0C-B9F8-429D-B502-784E597D96D3}" destId="{2F29BD28-A66C-464A-9B12-9CA9FA2D1583}" srcOrd="0" destOrd="0" presId="urn:microsoft.com/office/officeart/2018/2/layout/IconCircleList"/>
    <dgm:cxn modelId="{4D336D6C-756F-4BF1-857F-4A4312EEE5DD}" type="presOf" srcId="{81A9A665-3E6B-451D-B952-2CF6C4570EE2}" destId="{02D62D1F-2856-4541-9343-78D968425AA7}" srcOrd="0" destOrd="0" presId="urn:microsoft.com/office/officeart/2018/2/layout/IconCircleList"/>
    <dgm:cxn modelId="{93DB3C4E-B2D3-4317-8A7B-3EC3BEAB0940}" srcId="{81A9A665-3E6B-451D-B952-2CF6C4570EE2}" destId="{97416DE0-CFC6-48C2-99E0-FC173456881A}" srcOrd="7" destOrd="0" parTransId="{348DB414-60C6-4781-86AB-3011C5680E65}" sibTransId="{F42C4AD5-31C7-4765-A14E-E3AACABC8E87}"/>
    <dgm:cxn modelId="{7FD08B4F-F157-43EF-9E9D-7A44770F79F7}" srcId="{81A9A665-3E6B-451D-B952-2CF6C4570EE2}" destId="{EB55B7FE-1D19-4409-9CEE-7DA2DBB4E031}" srcOrd="1" destOrd="0" parTransId="{4C7C2633-EA1F-4588-BE02-B9A7D969A0DB}" sibTransId="{F3349A2E-00A9-45F4-A536-BE2E73F39B28}"/>
    <dgm:cxn modelId="{5882CD54-1E72-4363-A1C6-401B57E39379}" type="presOf" srcId="{F01DC9A3-4401-4CFB-8D17-34C085AB25E1}" destId="{FE270311-6C45-4EF8-8ADA-5AF0FB7151E6}" srcOrd="0" destOrd="0" presId="urn:microsoft.com/office/officeart/2018/2/layout/IconCircleList"/>
    <dgm:cxn modelId="{B40C1359-08B2-45AF-A184-498D6E816EE8}" type="presOf" srcId="{97416DE0-CFC6-48C2-99E0-FC173456881A}" destId="{EB9EEEFD-9E21-4E28-ACFE-1B14F4771F0E}" srcOrd="0" destOrd="0" presId="urn:microsoft.com/office/officeart/2018/2/layout/IconCircleList"/>
    <dgm:cxn modelId="{E06E007B-D3FE-4908-AE7F-261F6146FC47}" srcId="{81A9A665-3E6B-451D-B952-2CF6C4570EE2}" destId="{C0C3845D-DF45-4CF7-B19A-A04BED960A56}" srcOrd="3" destOrd="0" parTransId="{8A304354-D803-44DC-AD87-954E3C035213}" sibTransId="{F657B6B7-93CA-4B00-A28C-9B423A5E6628}"/>
    <dgm:cxn modelId="{8A069B80-87D5-4269-B6BC-B5D4E67A0E61}" type="presOf" srcId="{EB55B7FE-1D19-4409-9CEE-7DA2DBB4E031}" destId="{7694CDDB-1A0C-4DCA-8381-E47DF9B96506}" srcOrd="0" destOrd="0" presId="urn:microsoft.com/office/officeart/2018/2/layout/IconCircleList"/>
    <dgm:cxn modelId="{C96DD1A2-6EF0-4FD9-AA7D-48EEFED0D68F}" type="presOf" srcId="{04E77C54-921D-4B03-8E3C-9F84DAFBE03D}" destId="{673FEC36-5D31-42E8-817C-C6A11D266CFB}" srcOrd="0" destOrd="0" presId="urn:microsoft.com/office/officeart/2018/2/layout/IconCircleList"/>
    <dgm:cxn modelId="{72AF8CAA-A7C1-4A1B-B263-95E44086234C}" srcId="{81A9A665-3E6B-451D-B952-2CF6C4570EE2}" destId="{B1F7AA69-9A41-452B-AA6D-BCBB396831A9}" srcOrd="4" destOrd="0" parTransId="{0A359BFD-EEB3-4978-A96B-687923A2B0A5}" sibTransId="{3334F345-26DA-46DF-BF7C-79E58AEFE286}"/>
    <dgm:cxn modelId="{96A110C5-EBAF-401E-9BE1-D907ADB23BCE}" type="presOf" srcId="{F88A0DDC-CD61-46BB-9655-A59E354381FF}" destId="{127DBBD1-FE15-4801-AB6F-828011757BC0}" srcOrd="0" destOrd="0" presId="urn:microsoft.com/office/officeart/2018/2/layout/IconCircleList"/>
    <dgm:cxn modelId="{07D712C9-FAF7-4621-BF89-B15B53305226}" type="presOf" srcId="{3334F345-26DA-46DF-BF7C-79E58AEFE286}" destId="{7BD91007-D791-4F9A-8311-E1C8849A0D82}" srcOrd="0" destOrd="0" presId="urn:microsoft.com/office/officeart/2018/2/layout/IconCircleList"/>
    <dgm:cxn modelId="{1A6DA3D5-9B94-4A02-A526-9223605A13A1}" srcId="{81A9A665-3E6B-451D-B952-2CF6C4570EE2}" destId="{7EAB2B09-6681-4FA5-9D9E-1055E4CFC7B6}" srcOrd="6" destOrd="0" parTransId="{AEE7A790-0FFF-4DCF-8945-3902150747EC}" sibTransId="{04E77C54-921D-4B03-8E3C-9F84DAFBE03D}"/>
    <dgm:cxn modelId="{B6C7ACDA-3AF4-46A1-AB5C-E3A238E15B65}" type="presOf" srcId="{7EAB2B09-6681-4FA5-9D9E-1055E4CFC7B6}" destId="{F1420039-8CDE-4CAB-B9D2-EDCB6D4D3588}" srcOrd="0" destOrd="0" presId="urn:microsoft.com/office/officeart/2018/2/layout/IconCircleList"/>
    <dgm:cxn modelId="{1B92ECDA-A1F0-4B37-BED9-A700BE3264F7}" srcId="{81A9A665-3E6B-451D-B952-2CF6C4570EE2}" destId="{8A19A41C-5E77-44E3-A4F8-8B1EFC70AE00}" srcOrd="2" destOrd="0" parTransId="{8660A50A-7C5B-4163-BE6E-6C92FC5B1330}" sibTransId="{F704FB1D-F440-46F1-8BE2-737A0CDFBF36}"/>
    <dgm:cxn modelId="{3BE08AE4-1C6C-4244-BAB8-2DC8FCCF7E8A}" type="presOf" srcId="{F704FB1D-F440-46F1-8BE2-737A0CDFBF36}" destId="{552E7029-118F-495F-9029-53C91FBD12BD}" srcOrd="0" destOrd="0" presId="urn:microsoft.com/office/officeart/2018/2/layout/IconCircleList"/>
    <dgm:cxn modelId="{9A0E9FED-26AB-4279-BD9A-F6BE50ABE54D}" srcId="{81A9A665-3E6B-451D-B952-2CF6C4570EE2}" destId="{F88A0DDC-CD61-46BB-9655-A59E354381FF}" srcOrd="5" destOrd="0" parTransId="{BB476FAB-EA9B-4800-8572-568460932700}" sibTransId="{6739C4C6-544B-4F9C-B911-0FA504D674F8}"/>
    <dgm:cxn modelId="{16936603-0228-4666-81B6-FB995B8C690D}" type="presParOf" srcId="{02D62D1F-2856-4541-9343-78D968425AA7}" destId="{DE07B7D8-E5CB-4DB0-B14C-9D9B713DBCE3}" srcOrd="0" destOrd="0" presId="urn:microsoft.com/office/officeart/2018/2/layout/IconCircleList"/>
    <dgm:cxn modelId="{52543316-BF38-45F8-91DE-73598DBD4C12}" type="presParOf" srcId="{DE07B7D8-E5CB-4DB0-B14C-9D9B713DBCE3}" destId="{4DCCC23F-37A8-4435-8C98-BFE9B233A441}" srcOrd="0" destOrd="0" presId="urn:microsoft.com/office/officeart/2018/2/layout/IconCircleList"/>
    <dgm:cxn modelId="{EB13FBE3-F041-41F9-A47F-8DB775B01E3C}" type="presParOf" srcId="{4DCCC23F-37A8-4435-8C98-BFE9B233A441}" destId="{53297303-368F-496C-B982-2F3DBF988C61}" srcOrd="0" destOrd="0" presId="urn:microsoft.com/office/officeart/2018/2/layout/IconCircleList"/>
    <dgm:cxn modelId="{79D3A1D3-CE83-4C4C-8F15-E8549EFBCE4D}" type="presParOf" srcId="{4DCCC23F-37A8-4435-8C98-BFE9B233A441}" destId="{68C836FE-68F5-4CB5-9C1E-9BF86BD74953}" srcOrd="1" destOrd="0" presId="urn:microsoft.com/office/officeart/2018/2/layout/IconCircleList"/>
    <dgm:cxn modelId="{FF8A04C4-6DAC-4FDA-8821-A0B7CEA76DDA}" type="presParOf" srcId="{4DCCC23F-37A8-4435-8C98-BFE9B233A441}" destId="{6E142FED-3E24-4BA9-A78C-FBE1AE5E659C}" srcOrd="2" destOrd="0" presId="urn:microsoft.com/office/officeart/2018/2/layout/IconCircleList"/>
    <dgm:cxn modelId="{5A4FE864-BFA2-4AAC-BA32-1FFA859E8801}" type="presParOf" srcId="{4DCCC23F-37A8-4435-8C98-BFE9B233A441}" destId="{2F29BD28-A66C-464A-9B12-9CA9FA2D1583}" srcOrd="3" destOrd="0" presId="urn:microsoft.com/office/officeart/2018/2/layout/IconCircleList"/>
    <dgm:cxn modelId="{1029AD79-6947-41C6-AE10-216052119741}" type="presParOf" srcId="{DE07B7D8-E5CB-4DB0-B14C-9D9B713DBCE3}" destId="{FE270311-6C45-4EF8-8ADA-5AF0FB7151E6}" srcOrd="1" destOrd="0" presId="urn:microsoft.com/office/officeart/2018/2/layout/IconCircleList"/>
    <dgm:cxn modelId="{643470E7-F40B-489F-8E5F-9FD4BBF60375}" type="presParOf" srcId="{DE07B7D8-E5CB-4DB0-B14C-9D9B713DBCE3}" destId="{E6C0D1FE-45F7-4984-9E24-6361181CF80D}" srcOrd="2" destOrd="0" presId="urn:microsoft.com/office/officeart/2018/2/layout/IconCircleList"/>
    <dgm:cxn modelId="{EAFB0989-0A84-4170-A78F-F900CE4F6B03}" type="presParOf" srcId="{E6C0D1FE-45F7-4984-9E24-6361181CF80D}" destId="{D9A8F6F5-92B8-4B82-A83F-E27BD5367692}" srcOrd="0" destOrd="0" presId="urn:microsoft.com/office/officeart/2018/2/layout/IconCircleList"/>
    <dgm:cxn modelId="{A8F211B4-3682-4804-B45D-4ED332FBCE7A}" type="presParOf" srcId="{E6C0D1FE-45F7-4984-9E24-6361181CF80D}" destId="{A2F2542C-A0DC-4950-A9A3-29596E6C654F}" srcOrd="1" destOrd="0" presId="urn:microsoft.com/office/officeart/2018/2/layout/IconCircleList"/>
    <dgm:cxn modelId="{C6776137-B00F-444D-85FE-7DF818F41D91}" type="presParOf" srcId="{E6C0D1FE-45F7-4984-9E24-6361181CF80D}" destId="{2910C48F-2491-40F4-B728-714789A7F63B}" srcOrd="2" destOrd="0" presId="urn:microsoft.com/office/officeart/2018/2/layout/IconCircleList"/>
    <dgm:cxn modelId="{2AC6CF72-E293-4D48-88CC-B09FE62B0A28}" type="presParOf" srcId="{E6C0D1FE-45F7-4984-9E24-6361181CF80D}" destId="{7694CDDB-1A0C-4DCA-8381-E47DF9B96506}" srcOrd="3" destOrd="0" presId="urn:microsoft.com/office/officeart/2018/2/layout/IconCircleList"/>
    <dgm:cxn modelId="{E79CE841-E2E2-4219-9214-92B583A39F50}" type="presParOf" srcId="{DE07B7D8-E5CB-4DB0-B14C-9D9B713DBCE3}" destId="{7A3805DF-A954-4AFF-B31D-247E8142FC1E}" srcOrd="3" destOrd="0" presId="urn:microsoft.com/office/officeart/2018/2/layout/IconCircleList"/>
    <dgm:cxn modelId="{9F622D54-83B9-4062-8486-438467A2A317}" type="presParOf" srcId="{DE07B7D8-E5CB-4DB0-B14C-9D9B713DBCE3}" destId="{28801FE7-E983-4CBC-A665-2D93364B3A9D}" srcOrd="4" destOrd="0" presId="urn:microsoft.com/office/officeart/2018/2/layout/IconCircleList"/>
    <dgm:cxn modelId="{89B1F6D0-3187-46D0-ADB1-10F4D88C8004}" type="presParOf" srcId="{28801FE7-E983-4CBC-A665-2D93364B3A9D}" destId="{DFAE4F7C-2538-4802-9530-C7D5324BEC01}" srcOrd="0" destOrd="0" presId="urn:microsoft.com/office/officeart/2018/2/layout/IconCircleList"/>
    <dgm:cxn modelId="{FEC883E5-8A1F-4C54-8F28-A03723DCDD8E}" type="presParOf" srcId="{28801FE7-E983-4CBC-A665-2D93364B3A9D}" destId="{3784CE57-88C3-409D-8E5B-F0939D4DCB16}" srcOrd="1" destOrd="0" presId="urn:microsoft.com/office/officeart/2018/2/layout/IconCircleList"/>
    <dgm:cxn modelId="{779D69B0-900A-4E81-98D6-80A1F47CD733}" type="presParOf" srcId="{28801FE7-E983-4CBC-A665-2D93364B3A9D}" destId="{A0253B10-0310-41FE-8004-92C47C41D72B}" srcOrd="2" destOrd="0" presId="urn:microsoft.com/office/officeart/2018/2/layout/IconCircleList"/>
    <dgm:cxn modelId="{D4F210C2-7BF9-4AA1-B741-97AD6368A22A}" type="presParOf" srcId="{28801FE7-E983-4CBC-A665-2D93364B3A9D}" destId="{CF737A80-E0E4-4345-B923-CC6AB9CCDB2D}" srcOrd="3" destOrd="0" presId="urn:microsoft.com/office/officeart/2018/2/layout/IconCircleList"/>
    <dgm:cxn modelId="{AE0BBB32-D433-408A-B62B-9FF1B863DF88}" type="presParOf" srcId="{DE07B7D8-E5CB-4DB0-B14C-9D9B713DBCE3}" destId="{552E7029-118F-495F-9029-53C91FBD12BD}" srcOrd="5" destOrd="0" presId="urn:microsoft.com/office/officeart/2018/2/layout/IconCircleList"/>
    <dgm:cxn modelId="{E2C2D48A-A8E2-417B-B37A-03873BA19CD4}" type="presParOf" srcId="{DE07B7D8-E5CB-4DB0-B14C-9D9B713DBCE3}" destId="{B1EB4A07-0C34-429E-BF94-E66F51959866}" srcOrd="6" destOrd="0" presId="urn:microsoft.com/office/officeart/2018/2/layout/IconCircleList"/>
    <dgm:cxn modelId="{4E103883-985F-4B74-9C6A-86FE83E404AA}" type="presParOf" srcId="{B1EB4A07-0C34-429E-BF94-E66F51959866}" destId="{A23E5D4D-F89D-4B06-842A-0C9442437985}" srcOrd="0" destOrd="0" presId="urn:microsoft.com/office/officeart/2018/2/layout/IconCircleList"/>
    <dgm:cxn modelId="{C6A3DFFC-2F13-4402-9334-C97131634FCA}" type="presParOf" srcId="{B1EB4A07-0C34-429E-BF94-E66F51959866}" destId="{255574A9-1164-4371-A1A6-47C00EE70B57}" srcOrd="1" destOrd="0" presId="urn:microsoft.com/office/officeart/2018/2/layout/IconCircleList"/>
    <dgm:cxn modelId="{FE9A1376-D177-4CB7-9E03-AB2767C85F2B}" type="presParOf" srcId="{B1EB4A07-0C34-429E-BF94-E66F51959866}" destId="{96972255-F316-4DFE-8F8E-53497B8CB30D}" srcOrd="2" destOrd="0" presId="urn:microsoft.com/office/officeart/2018/2/layout/IconCircleList"/>
    <dgm:cxn modelId="{82B96005-6EA3-4FE5-B3FF-42A1C4ABA36D}" type="presParOf" srcId="{B1EB4A07-0C34-429E-BF94-E66F51959866}" destId="{E850DE13-FA6F-46E9-B767-BE5BE080FD14}" srcOrd="3" destOrd="0" presId="urn:microsoft.com/office/officeart/2018/2/layout/IconCircleList"/>
    <dgm:cxn modelId="{F8FBFC2A-2877-42CB-AA38-94EC465437CE}" type="presParOf" srcId="{DE07B7D8-E5CB-4DB0-B14C-9D9B713DBCE3}" destId="{55247279-3E1F-4524-97DA-ADC794F5C79D}" srcOrd="7" destOrd="0" presId="urn:microsoft.com/office/officeart/2018/2/layout/IconCircleList"/>
    <dgm:cxn modelId="{7DD752B7-7D6D-443B-BEFF-2694638BFAEB}" type="presParOf" srcId="{DE07B7D8-E5CB-4DB0-B14C-9D9B713DBCE3}" destId="{A3C79CC2-7275-4200-AFC4-49B78FA63A1D}" srcOrd="8" destOrd="0" presId="urn:microsoft.com/office/officeart/2018/2/layout/IconCircleList"/>
    <dgm:cxn modelId="{D52BF63C-6C0A-44F4-901F-88F093DA4589}" type="presParOf" srcId="{A3C79CC2-7275-4200-AFC4-49B78FA63A1D}" destId="{586866F7-9CE1-47B4-A92B-965819F0381D}" srcOrd="0" destOrd="0" presId="urn:microsoft.com/office/officeart/2018/2/layout/IconCircleList"/>
    <dgm:cxn modelId="{7D8B7D12-3CC5-4608-BF82-DC343940DCC6}" type="presParOf" srcId="{A3C79CC2-7275-4200-AFC4-49B78FA63A1D}" destId="{220490D3-BBB8-4FEC-BDA4-6D43D0F7DB8F}" srcOrd="1" destOrd="0" presId="urn:microsoft.com/office/officeart/2018/2/layout/IconCircleList"/>
    <dgm:cxn modelId="{45C3C02C-44B5-4F40-9D2C-539EBF7F38C1}" type="presParOf" srcId="{A3C79CC2-7275-4200-AFC4-49B78FA63A1D}" destId="{620BCDF0-AB7B-42EC-842D-463179E515DF}" srcOrd="2" destOrd="0" presId="urn:microsoft.com/office/officeart/2018/2/layout/IconCircleList"/>
    <dgm:cxn modelId="{D2D64E38-9971-4B2A-B461-80B4CC5A743D}" type="presParOf" srcId="{A3C79CC2-7275-4200-AFC4-49B78FA63A1D}" destId="{66227C43-845A-4298-A907-13BF9F5272FC}" srcOrd="3" destOrd="0" presId="urn:microsoft.com/office/officeart/2018/2/layout/IconCircleList"/>
    <dgm:cxn modelId="{0199C89E-B586-4BA1-9177-CC0B1812D6D1}" type="presParOf" srcId="{DE07B7D8-E5CB-4DB0-B14C-9D9B713DBCE3}" destId="{7BD91007-D791-4F9A-8311-E1C8849A0D82}" srcOrd="9" destOrd="0" presId="urn:microsoft.com/office/officeart/2018/2/layout/IconCircleList"/>
    <dgm:cxn modelId="{A82A1AAC-0AA5-4043-A74C-AF4D0F2BCBAA}" type="presParOf" srcId="{DE07B7D8-E5CB-4DB0-B14C-9D9B713DBCE3}" destId="{CC2E4195-D2CE-4975-AF74-647208BCFD14}" srcOrd="10" destOrd="0" presId="urn:microsoft.com/office/officeart/2018/2/layout/IconCircleList"/>
    <dgm:cxn modelId="{18B57B1A-2C3E-444D-BE8F-783734420B20}" type="presParOf" srcId="{CC2E4195-D2CE-4975-AF74-647208BCFD14}" destId="{9287CFF2-94C1-47F8-A6AE-DF23CEEFFFC2}" srcOrd="0" destOrd="0" presId="urn:microsoft.com/office/officeart/2018/2/layout/IconCircleList"/>
    <dgm:cxn modelId="{7E653230-16A4-4CA8-9096-6F6B58DFCBAD}" type="presParOf" srcId="{CC2E4195-D2CE-4975-AF74-647208BCFD14}" destId="{2875EA73-1B81-4198-ABD2-7DFF307E18A2}" srcOrd="1" destOrd="0" presId="urn:microsoft.com/office/officeart/2018/2/layout/IconCircleList"/>
    <dgm:cxn modelId="{85E7D6D9-6D27-470C-872F-C7B64AD073A9}" type="presParOf" srcId="{CC2E4195-D2CE-4975-AF74-647208BCFD14}" destId="{7C409644-D585-4DAD-8923-9564167178DD}" srcOrd="2" destOrd="0" presId="urn:microsoft.com/office/officeart/2018/2/layout/IconCircleList"/>
    <dgm:cxn modelId="{01EE5F3F-DBD6-41B6-94F5-705BFEEBE5D1}" type="presParOf" srcId="{CC2E4195-D2CE-4975-AF74-647208BCFD14}" destId="{127DBBD1-FE15-4801-AB6F-828011757BC0}" srcOrd="3" destOrd="0" presId="urn:microsoft.com/office/officeart/2018/2/layout/IconCircleList"/>
    <dgm:cxn modelId="{AA455362-EC62-43B7-924F-9666AB1A1A1C}" type="presParOf" srcId="{DE07B7D8-E5CB-4DB0-B14C-9D9B713DBCE3}" destId="{4AAB4B28-4D0E-4CE1-8867-B1798F2E6433}" srcOrd="11" destOrd="0" presId="urn:microsoft.com/office/officeart/2018/2/layout/IconCircleList"/>
    <dgm:cxn modelId="{91241E5B-AABB-428D-9BAF-03EA86C7D2C8}" type="presParOf" srcId="{DE07B7D8-E5CB-4DB0-B14C-9D9B713DBCE3}" destId="{76EB2875-1AB2-4C44-91F0-B2840BF0FC2F}" srcOrd="12" destOrd="0" presId="urn:microsoft.com/office/officeart/2018/2/layout/IconCircleList"/>
    <dgm:cxn modelId="{FA6A51E6-AA82-4CE6-97DA-FC709EC68DB1}" type="presParOf" srcId="{76EB2875-1AB2-4C44-91F0-B2840BF0FC2F}" destId="{0A98AA70-B106-40EB-91CF-F23E1B0D72EE}" srcOrd="0" destOrd="0" presId="urn:microsoft.com/office/officeart/2018/2/layout/IconCircleList"/>
    <dgm:cxn modelId="{0AB3CDF2-2317-4EFE-948B-2FC2806461CD}" type="presParOf" srcId="{76EB2875-1AB2-4C44-91F0-B2840BF0FC2F}" destId="{F34E45C8-D008-4C2E-B72C-FF6ABF570D08}" srcOrd="1" destOrd="0" presId="urn:microsoft.com/office/officeart/2018/2/layout/IconCircleList"/>
    <dgm:cxn modelId="{47188924-BA3E-4A91-8A6E-E46C9BF94886}" type="presParOf" srcId="{76EB2875-1AB2-4C44-91F0-B2840BF0FC2F}" destId="{F315936A-388B-4C98-95CB-C1E1CD79CD86}" srcOrd="2" destOrd="0" presId="urn:microsoft.com/office/officeart/2018/2/layout/IconCircleList"/>
    <dgm:cxn modelId="{3505B04C-D2C7-4C99-B77F-A51904785475}" type="presParOf" srcId="{76EB2875-1AB2-4C44-91F0-B2840BF0FC2F}" destId="{F1420039-8CDE-4CAB-B9D2-EDCB6D4D3588}" srcOrd="3" destOrd="0" presId="urn:microsoft.com/office/officeart/2018/2/layout/IconCircleList"/>
    <dgm:cxn modelId="{3883EAC2-17CD-47E3-BF41-7F14CFAB823F}" type="presParOf" srcId="{DE07B7D8-E5CB-4DB0-B14C-9D9B713DBCE3}" destId="{673FEC36-5D31-42E8-817C-C6A11D266CFB}" srcOrd="13" destOrd="0" presId="urn:microsoft.com/office/officeart/2018/2/layout/IconCircleList"/>
    <dgm:cxn modelId="{FB7FCCBB-1A25-465B-BF68-FB750AD5D1BC}" type="presParOf" srcId="{DE07B7D8-E5CB-4DB0-B14C-9D9B713DBCE3}" destId="{3EAE6FAD-68C8-4863-BE00-1D71A7C5F06F}" srcOrd="14" destOrd="0" presId="urn:microsoft.com/office/officeart/2018/2/layout/IconCircleList"/>
    <dgm:cxn modelId="{61F45C6C-BAE4-4074-BCA6-3AD6D39F4764}" type="presParOf" srcId="{3EAE6FAD-68C8-4863-BE00-1D71A7C5F06F}" destId="{4439C329-70FF-4940-A0D0-9D538DE9835B}" srcOrd="0" destOrd="0" presId="urn:microsoft.com/office/officeart/2018/2/layout/IconCircleList"/>
    <dgm:cxn modelId="{AA90F202-549C-481D-98D9-02525B2796EB}" type="presParOf" srcId="{3EAE6FAD-68C8-4863-BE00-1D71A7C5F06F}" destId="{DCCB05F1-BCC9-4956-8EDF-6A5BE6971C30}" srcOrd="1" destOrd="0" presId="urn:microsoft.com/office/officeart/2018/2/layout/IconCircleList"/>
    <dgm:cxn modelId="{38729535-B2BB-4A0A-BE98-DEB4E6BCA23D}" type="presParOf" srcId="{3EAE6FAD-68C8-4863-BE00-1D71A7C5F06F}" destId="{67721716-0037-4829-ADDA-B9061C4F4593}" srcOrd="2" destOrd="0" presId="urn:microsoft.com/office/officeart/2018/2/layout/IconCircleList"/>
    <dgm:cxn modelId="{A4A63578-6432-4610-AC2A-E6FB55D283E5}" type="presParOf" srcId="{3EAE6FAD-68C8-4863-BE00-1D71A7C5F06F}" destId="{EB9EEEFD-9E21-4E28-ACFE-1B14F4771F0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40A536-8D72-4B71-A2A8-CD4F0B685D05}">
      <dsp:nvSpPr>
        <dsp:cNvPr id="0" name=""/>
        <dsp:cNvSpPr/>
      </dsp:nvSpPr>
      <dsp:spPr>
        <a:xfrm>
          <a:off x="0" y="0"/>
          <a:ext cx="3286125" cy="436895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800" kern="1200" dirty="0"/>
            <a:t>Follow an appropriate process model for digital business</a:t>
          </a:r>
          <a:endParaRPr lang="en-US" sz="2800" kern="1200" dirty="0"/>
        </a:p>
      </dsp:txBody>
      <dsp:txXfrm>
        <a:off x="0" y="1660201"/>
        <a:ext cx="3286125" cy="2621370"/>
      </dsp:txXfrm>
    </dsp:sp>
    <dsp:sp modelId="{96DBBBFF-41E5-4C54-AB62-02C34863B272}">
      <dsp:nvSpPr>
        <dsp:cNvPr id="0" name=""/>
        <dsp:cNvSpPr/>
      </dsp:nvSpPr>
      <dsp:spPr>
        <a:xfrm>
          <a:off x="987719" y="436895"/>
          <a:ext cx="1310685" cy="13106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186" tIns="12700" rIns="10218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1</a:t>
          </a:r>
        </a:p>
      </dsp:txBody>
      <dsp:txXfrm>
        <a:off x="1179664" y="628840"/>
        <a:ext cx="926795" cy="926795"/>
      </dsp:txXfrm>
    </dsp:sp>
    <dsp:sp modelId="{82F18FEC-8367-47E7-94FE-16F43098AD1C}">
      <dsp:nvSpPr>
        <dsp:cNvPr id="0" name=""/>
        <dsp:cNvSpPr/>
      </dsp:nvSpPr>
      <dsp:spPr>
        <a:xfrm>
          <a:off x="0" y="4368879"/>
          <a:ext cx="3286125" cy="72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C2326-8D98-4A8C-B1FF-4810B299E959}">
      <dsp:nvSpPr>
        <dsp:cNvPr id="0" name=""/>
        <dsp:cNvSpPr/>
      </dsp:nvSpPr>
      <dsp:spPr>
        <a:xfrm>
          <a:off x="3614737" y="0"/>
          <a:ext cx="3286125" cy="4368951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800" kern="1200" dirty="0"/>
            <a:t>Apply tools to generate and select digital business strategies </a:t>
          </a:r>
          <a:endParaRPr lang="en-US" sz="2800" kern="1200" dirty="0"/>
        </a:p>
      </dsp:txBody>
      <dsp:txXfrm>
        <a:off x="3614737" y="1660201"/>
        <a:ext cx="3286125" cy="2621370"/>
      </dsp:txXfrm>
    </dsp:sp>
    <dsp:sp modelId="{B818D079-05EB-4831-96E2-B328E973060F}">
      <dsp:nvSpPr>
        <dsp:cNvPr id="0" name=""/>
        <dsp:cNvSpPr/>
      </dsp:nvSpPr>
      <dsp:spPr>
        <a:xfrm>
          <a:off x="4602457" y="436895"/>
          <a:ext cx="1310685" cy="1310685"/>
        </a:xfrm>
        <a:prstGeom prst="ellips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186" tIns="12700" rIns="10218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2</a:t>
          </a:r>
        </a:p>
      </dsp:txBody>
      <dsp:txXfrm>
        <a:off x="4794402" y="628840"/>
        <a:ext cx="926795" cy="926795"/>
      </dsp:txXfrm>
    </dsp:sp>
    <dsp:sp modelId="{56F87C79-DB7D-477F-98C2-13CFC19F1F79}">
      <dsp:nvSpPr>
        <dsp:cNvPr id="0" name=""/>
        <dsp:cNvSpPr/>
      </dsp:nvSpPr>
      <dsp:spPr>
        <a:xfrm>
          <a:off x="3614737" y="4368879"/>
          <a:ext cx="3286125" cy="72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CA6AF-18DC-495A-A6EA-6DA7CD51DE17}">
      <dsp:nvSpPr>
        <dsp:cNvPr id="0" name=""/>
        <dsp:cNvSpPr/>
      </dsp:nvSpPr>
      <dsp:spPr>
        <a:xfrm>
          <a:off x="7229475" y="0"/>
          <a:ext cx="3286125" cy="4368951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800" kern="1200" dirty="0"/>
            <a:t>Outline alternative strategic approaches to achieve digital business</a:t>
          </a:r>
          <a:endParaRPr lang="en-US" sz="2800" kern="1200" dirty="0"/>
        </a:p>
      </dsp:txBody>
      <dsp:txXfrm>
        <a:off x="7229475" y="1660201"/>
        <a:ext cx="3286125" cy="2621370"/>
      </dsp:txXfrm>
    </dsp:sp>
    <dsp:sp modelId="{7338991C-D1C1-4135-B618-3939F6F98D94}">
      <dsp:nvSpPr>
        <dsp:cNvPr id="0" name=""/>
        <dsp:cNvSpPr/>
      </dsp:nvSpPr>
      <dsp:spPr>
        <a:xfrm>
          <a:off x="8217194" y="436895"/>
          <a:ext cx="1310685" cy="1310685"/>
        </a:xfrm>
        <a:prstGeom prst="ellips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186" tIns="12700" rIns="10218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3</a:t>
          </a:r>
        </a:p>
      </dsp:txBody>
      <dsp:txXfrm>
        <a:off x="8409139" y="628840"/>
        <a:ext cx="926795" cy="926795"/>
      </dsp:txXfrm>
    </dsp:sp>
    <dsp:sp modelId="{A148D9B7-8510-407C-9286-8973E915E63E}">
      <dsp:nvSpPr>
        <dsp:cNvPr id="0" name=""/>
        <dsp:cNvSpPr/>
      </dsp:nvSpPr>
      <dsp:spPr>
        <a:xfrm>
          <a:off x="7229475" y="4368879"/>
          <a:ext cx="3286125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BD915-5C56-443A-979E-833BAB5F3A2A}">
      <dsp:nvSpPr>
        <dsp:cNvPr id="0" name=""/>
        <dsp:cNvSpPr/>
      </dsp:nvSpPr>
      <dsp:spPr>
        <a:xfrm>
          <a:off x="555386" y="739774"/>
          <a:ext cx="1445223" cy="144522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869F1-1903-4434-A3FB-FDEAF3A17D80}">
      <dsp:nvSpPr>
        <dsp:cNvPr id="0" name=""/>
        <dsp:cNvSpPr/>
      </dsp:nvSpPr>
      <dsp:spPr>
        <a:xfrm>
          <a:off x="863384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46474-7C34-4FF3-B607-62B7CCDE43F1}">
      <dsp:nvSpPr>
        <dsp:cNvPr id="0" name=""/>
        <dsp:cNvSpPr/>
      </dsp:nvSpPr>
      <dsp:spPr>
        <a:xfrm>
          <a:off x="93388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300" kern="1200"/>
            <a:t>Strategic Evaluation</a:t>
          </a:r>
          <a:endParaRPr lang="en-US" sz="2300" kern="1200"/>
        </a:p>
      </dsp:txBody>
      <dsp:txXfrm>
        <a:off x="93388" y="2635148"/>
        <a:ext cx="2369218" cy="720000"/>
      </dsp:txXfrm>
    </dsp:sp>
    <dsp:sp modelId="{E7D7AA74-51E1-4933-B396-22729319D1D5}">
      <dsp:nvSpPr>
        <dsp:cNvPr id="0" name=""/>
        <dsp:cNvSpPr/>
      </dsp:nvSpPr>
      <dsp:spPr>
        <a:xfrm>
          <a:off x="3339217" y="739774"/>
          <a:ext cx="1445223" cy="144522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BB82A-DBF8-439E-AA35-6BB1CEA636F3}">
      <dsp:nvSpPr>
        <dsp:cNvPr id="0" name=""/>
        <dsp:cNvSpPr/>
      </dsp:nvSpPr>
      <dsp:spPr>
        <a:xfrm>
          <a:off x="3647216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1E221-7CB3-425F-B2E4-E3B04479F6F8}">
      <dsp:nvSpPr>
        <dsp:cNvPr id="0" name=""/>
        <dsp:cNvSpPr/>
      </dsp:nvSpPr>
      <dsp:spPr>
        <a:xfrm>
          <a:off x="2877220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300" kern="1200"/>
            <a:t>Strategic Objectives</a:t>
          </a:r>
          <a:endParaRPr lang="en-US" sz="2300" kern="1200"/>
        </a:p>
      </dsp:txBody>
      <dsp:txXfrm>
        <a:off x="2877220" y="2635148"/>
        <a:ext cx="2369218" cy="720000"/>
      </dsp:txXfrm>
    </dsp:sp>
    <dsp:sp modelId="{180638CE-C971-43A8-A18C-76BF65AD6B2C}">
      <dsp:nvSpPr>
        <dsp:cNvPr id="0" name=""/>
        <dsp:cNvSpPr/>
      </dsp:nvSpPr>
      <dsp:spPr>
        <a:xfrm>
          <a:off x="6123049" y="739774"/>
          <a:ext cx="1445223" cy="144522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4CC9A-18B4-45F3-85C7-854E2E476E37}">
      <dsp:nvSpPr>
        <dsp:cNvPr id="0" name=""/>
        <dsp:cNvSpPr/>
      </dsp:nvSpPr>
      <dsp:spPr>
        <a:xfrm>
          <a:off x="6431047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62742-FA13-43C7-B441-614440E8C0AF}">
      <dsp:nvSpPr>
        <dsp:cNvPr id="0" name=""/>
        <dsp:cNvSpPr/>
      </dsp:nvSpPr>
      <dsp:spPr>
        <a:xfrm>
          <a:off x="5661051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300" kern="1200"/>
            <a:t>Strategy Definition</a:t>
          </a:r>
          <a:endParaRPr lang="en-US" sz="2300" kern="1200"/>
        </a:p>
      </dsp:txBody>
      <dsp:txXfrm>
        <a:off x="5661051" y="2635148"/>
        <a:ext cx="2369218" cy="720000"/>
      </dsp:txXfrm>
    </dsp:sp>
    <dsp:sp modelId="{DEF8AE84-C1B9-41C0-A7EF-18B4BE9096B4}">
      <dsp:nvSpPr>
        <dsp:cNvPr id="0" name=""/>
        <dsp:cNvSpPr/>
      </dsp:nvSpPr>
      <dsp:spPr>
        <a:xfrm>
          <a:off x="8906880" y="739774"/>
          <a:ext cx="1445223" cy="144522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114AC-6915-4903-88AC-3E3FD6D857A4}">
      <dsp:nvSpPr>
        <dsp:cNvPr id="0" name=""/>
        <dsp:cNvSpPr/>
      </dsp:nvSpPr>
      <dsp:spPr>
        <a:xfrm>
          <a:off x="9214878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1E86D-8CDE-4654-99DC-BD7D4CD807B1}">
      <dsp:nvSpPr>
        <dsp:cNvPr id="0" name=""/>
        <dsp:cNvSpPr/>
      </dsp:nvSpPr>
      <dsp:spPr>
        <a:xfrm>
          <a:off x="8444882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300" kern="1200"/>
            <a:t>Strategy Implementation</a:t>
          </a:r>
          <a:endParaRPr lang="en-US" sz="2300" kern="1200"/>
        </a:p>
      </dsp:txBody>
      <dsp:txXfrm>
        <a:off x="8444882" y="2635148"/>
        <a:ext cx="236921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5FC65-66C0-4071-A6CC-D0E6AA61543D}">
      <dsp:nvSpPr>
        <dsp:cNvPr id="0" name=""/>
        <dsp:cNvSpPr/>
      </dsp:nvSpPr>
      <dsp:spPr>
        <a:xfrm>
          <a:off x="744923" y="996748"/>
          <a:ext cx="1066148" cy="1066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1FE59-ED40-48DE-85B3-C4EE9C2F8187}">
      <dsp:nvSpPr>
        <dsp:cNvPr id="0" name=""/>
        <dsp:cNvSpPr/>
      </dsp:nvSpPr>
      <dsp:spPr>
        <a:xfrm>
          <a:off x="93388" y="2378174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Adding value</a:t>
          </a:r>
          <a:endParaRPr lang="en-US" sz="2500" kern="1200"/>
        </a:p>
      </dsp:txBody>
      <dsp:txXfrm>
        <a:off x="93388" y="2378174"/>
        <a:ext cx="2369218" cy="720000"/>
      </dsp:txXfrm>
    </dsp:sp>
    <dsp:sp modelId="{C36E7C60-A310-4C6F-8EB4-6E174A835729}">
      <dsp:nvSpPr>
        <dsp:cNvPr id="0" name=""/>
        <dsp:cNvSpPr/>
      </dsp:nvSpPr>
      <dsp:spPr>
        <a:xfrm>
          <a:off x="3528755" y="996748"/>
          <a:ext cx="1066148" cy="1066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3D4EB-E295-4AD3-8394-585E018DEA02}">
      <dsp:nvSpPr>
        <dsp:cNvPr id="0" name=""/>
        <dsp:cNvSpPr/>
      </dsp:nvSpPr>
      <dsp:spPr>
        <a:xfrm>
          <a:off x="2877220" y="2378174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Reduce costs</a:t>
          </a:r>
          <a:endParaRPr lang="en-US" sz="2500" kern="1200"/>
        </a:p>
      </dsp:txBody>
      <dsp:txXfrm>
        <a:off x="2877220" y="2378174"/>
        <a:ext cx="2369218" cy="720000"/>
      </dsp:txXfrm>
    </dsp:sp>
    <dsp:sp modelId="{430282AE-A1BE-425C-AD68-CF4A3356C908}">
      <dsp:nvSpPr>
        <dsp:cNvPr id="0" name=""/>
        <dsp:cNvSpPr/>
      </dsp:nvSpPr>
      <dsp:spPr>
        <a:xfrm>
          <a:off x="6312586" y="996748"/>
          <a:ext cx="1066148" cy="10661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C8FB6-D5D9-49E2-82B1-E28006444975}">
      <dsp:nvSpPr>
        <dsp:cNvPr id="0" name=""/>
        <dsp:cNvSpPr/>
      </dsp:nvSpPr>
      <dsp:spPr>
        <a:xfrm>
          <a:off x="5661051" y="2378174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Manage risks </a:t>
          </a:r>
          <a:endParaRPr lang="en-US" sz="2500" kern="1200"/>
        </a:p>
      </dsp:txBody>
      <dsp:txXfrm>
        <a:off x="5661051" y="2378174"/>
        <a:ext cx="2369218" cy="720000"/>
      </dsp:txXfrm>
    </dsp:sp>
    <dsp:sp modelId="{18F01939-3EBA-4FF9-AA18-EB7DCE1B0959}">
      <dsp:nvSpPr>
        <dsp:cNvPr id="0" name=""/>
        <dsp:cNvSpPr/>
      </dsp:nvSpPr>
      <dsp:spPr>
        <a:xfrm>
          <a:off x="9096417" y="996748"/>
          <a:ext cx="1066148" cy="10661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3FFDB-D409-4A02-A0D9-77ACDE33F5C3}">
      <dsp:nvSpPr>
        <dsp:cNvPr id="0" name=""/>
        <dsp:cNvSpPr/>
      </dsp:nvSpPr>
      <dsp:spPr>
        <a:xfrm>
          <a:off x="8444882" y="2378174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Create new reality</a:t>
          </a:r>
          <a:endParaRPr lang="en-US" sz="2500" kern="1200"/>
        </a:p>
      </dsp:txBody>
      <dsp:txXfrm>
        <a:off x="8444882" y="2378174"/>
        <a:ext cx="2369218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794D0-5971-45E2-BE81-21A6A473C656}">
      <dsp:nvSpPr>
        <dsp:cNvPr id="0" name=""/>
        <dsp:cNvSpPr/>
      </dsp:nvSpPr>
      <dsp:spPr>
        <a:xfrm>
          <a:off x="17478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F8EEB-C786-4D7D-B88E-5F5CC0E2FD03}">
      <dsp:nvSpPr>
        <dsp:cNvPr id="0" name=""/>
        <dsp:cNvSpPr/>
      </dsp:nvSpPr>
      <dsp:spPr>
        <a:xfrm>
          <a:off x="5598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 dirty="0"/>
            <a:t>Includes all tactics used to achieve strategic objectives.</a:t>
          </a:r>
          <a:endParaRPr lang="en-US" sz="2500" kern="1200" dirty="0"/>
        </a:p>
      </dsp:txBody>
      <dsp:txXfrm>
        <a:off x="559800" y="3023411"/>
        <a:ext cx="4320000" cy="720000"/>
      </dsp:txXfrm>
    </dsp:sp>
    <dsp:sp modelId="{DE687C4E-981B-4893-B73B-5023F5BBFE30}">
      <dsp:nvSpPr>
        <dsp:cNvPr id="0" name=""/>
        <dsp:cNvSpPr/>
      </dsp:nvSpPr>
      <dsp:spPr>
        <a:xfrm>
          <a:off x="68238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20F11-E817-49C0-BF2E-E3AEDD33AF12}">
      <dsp:nvSpPr>
        <dsp:cNvPr id="0" name=""/>
        <dsp:cNvSpPr/>
      </dsp:nvSpPr>
      <dsp:spPr>
        <a:xfrm>
          <a:off x="56358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Planning, actions and controls needed to achieve strategic goals</a:t>
          </a:r>
          <a:endParaRPr lang="en-US" sz="2500" kern="1200"/>
        </a:p>
      </dsp:txBody>
      <dsp:txXfrm>
        <a:off x="5635800" y="3023411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97303-368F-496C-B982-2F3DBF988C61}">
      <dsp:nvSpPr>
        <dsp:cNvPr id="0" name=""/>
        <dsp:cNvSpPr/>
      </dsp:nvSpPr>
      <dsp:spPr>
        <a:xfrm>
          <a:off x="82613" y="9007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836FE-68F5-4CB5-9C1E-9BF86BD74953}">
      <dsp:nvSpPr>
        <dsp:cNvPr id="0" name=""/>
        <dsp:cNvSpPr/>
      </dsp:nvSpPr>
      <dsp:spPr>
        <a:xfrm>
          <a:off x="271034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9BD28-A66C-464A-9B12-9CA9FA2D1583}">
      <dsp:nvSpPr>
        <dsp:cNvPr id="0" name=""/>
        <dsp:cNvSpPr/>
      </dsp:nvSpPr>
      <dsp:spPr>
        <a:xfrm>
          <a:off x="1172126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Timing errors</a:t>
          </a:r>
          <a:endParaRPr lang="en-US" sz="2400" kern="1200"/>
        </a:p>
      </dsp:txBody>
      <dsp:txXfrm>
        <a:off x="1172126" y="90072"/>
        <a:ext cx="2114937" cy="897246"/>
      </dsp:txXfrm>
    </dsp:sp>
    <dsp:sp modelId="{D9A8F6F5-92B8-4B82-A83F-E27BD5367692}">
      <dsp:nvSpPr>
        <dsp:cNvPr id="0" name=""/>
        <dsp:cNvSpPr/>
      </dsp:nvSpPr>
      <dsp:spPr>
        <a:xfrm>
          <a:off x="3655575" y="9007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2542C-A0DC-4950-A9A3-29596E6C654F}">
      <dsp:nvSpPr>
        <dsp:cNvPr id="0" name=""/>
        <dsp:cNvSpPr/>
      </dsp:nvSpPr>
      <dsp:spPr>
        <a:xfrm>
          <a:off x="3843996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4CDDB-1A0C-4DCA-8381-E47DF9B96506}">
      <dsp:nvSpPr>
        <dsp:cNvPr id="0" name=""/>
        <dsp:cNvSpPr/>
      </dsp:nvSpPr>
      <dsp:spPr>
        <a:xfrm>
          <a:off x="4745088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Lack of creativity</a:t>
          </a:r>
          <a:endParaRPr lang="en-US" sz="2400" kern="1200"/>
        </a:p>
      </dsp:txBody>
      <dsp:txXfrm>
        <a:off x="4745088" y="90072"/>
        <a:ext cx="2114937" cy="897246"/>
      </dsp:txXfrm>
    </dsp:sp>
    <dsp:sp modelId="{DFAE4F7C-2538-4802-9530-C7D5324BEC01}">
      <dsp:nvSpPr>
        <dsp:cNvPr id="0" name=""/>
        <dsp:cNvSpPr/>
      </dsp:nvSpPr>
      <dsp:spPr>
        <a:xfrm>
          <a:off x="7228536" y="9007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84CE57-88C3-409D-8E5B-F0939D4DCB16}">
      <dsp:nvSpPr>
        <dsp:cNvPr id="0" name=""/>
        <dsp:cNvSpPr/>
      </dsp:nvSpPr>
      <dsp:spPr>
        <a:xfrm>
          <a:off x="7416958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37A80-E0E4-4345-B923-CC6AB9CCDB2D}">
      <dsp:nvSpPr>
        <dsp:cNvPr id="0" name=""/>
        <dsp:cNvSpPr/>
      </dsp:nvSpPr>
      <dsp:spPr>
        <a:xfrm>
          <a:off x="8318049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Offering free services</a:t>
          </a:r>
          <a:endParaRPr lang="en-US" sz="2400" kern="1200"/>
        </a:p>
      </dsp:txBody>
      <dsp:txXfrm>
        <a:off x="8318049" y="90072"/>
        <a:ext cx="2114937" cy="897246"/>
      </dsp:txXfrm>
    </dsp:sp>
    <dsp:sp modelId="{A23E5D4D-F89D-4B06-842A-0C9442437985}">
      <dsp:nvSpPr>
        <dsp:cNvPr id="0" name=""/>
        <dsp:cNvSpPr/>
      </dsp:nvSpPr>
      <dsp:spPr>
        <a:xfrm>
          <a:off x="82613" y="1727045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574A9-1164-4371-A1A6-47C00EE70B57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0DE13-FA6F-46E9-B767-BE5BE080FD14}">
      <dsp:nvSpPr>
        <dsp:cNvPr id="0" name=""/>
        <dsp:cNvSpPr/>
      </dsp:nvSpPr>
      <dsp:spPr>
        <a:xfrm>
          <a:off x="1172126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Over ambition </a:t>
          </a:r>
          <a:endParaRPr lang="en-US" sz="2400" kern="1200"/>
        </a:p>
      </dsp:txBody>
      <dsp:txXfrm>
        <a:off x="1172126" y="1727045"/>
        <a:ext cx="2114937" cy="897246"/>
      </dsp:txXfrm>
    </dsp:sp>
    <dsp:sp modelId="{586866F7-9CE1-47B4-A92B-965819F0381D}">
      <dsp:nvSpPr>
        <dsp:cNvPr id="0" name=""/>
        <dsp:cNvSpPr/>
      </dsp:nvSpPr>
      <dsp:spPr>
        <a:xfrm>
          <a:off x="3655575" y="1727045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490D3-BBB8-4FEC-BDA4-6D43D0F7DB8F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27C43-845A-4298-A907-13BF9F5272FC}">
      <dsp:nvSpPr>
        <dsp:cNvPr id="0" name=""/>
        <dsp:cNvSpPr/>
      </dsp:nvSpPr>
      <dsp:spPr>
        <a:xfrm>
          <a:off x="4745088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Situation analysis</a:t>
          </a:r>
          <a:endParaRPr lang="en-US" sz="2400" kern="1200"/>
        </a:p>
      </dsp:txBody>
      <dsp:txXfrm>
        <a:off x="4745088" y="1727045"/>
        <a:ext cx="2114937" cy="897246"/>
      </dsp:txXfrm>
    </dsp:sp>
    <dsp:sp modelId="{9287CFF2-94C1-47F8-A6AE-DF23CEEFFFC2}">
      <dsp:nvSpPr>
        <dsp:cNvPr id="0" name=""/>
        <dsp:cNvSpPr/>
      </dsp:nvSpPr>
      <dsp:spPr>
        <a:xfrm>
          <a:off x="7228536" y="1727045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5EA73-1B81-4198-ABD2-7DFF307E18A2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DBBD1-FE15-4801-AB6F-828011757BC0}">
      <dsp:nvSpPr>
        <dsp:cNvPr id="0" name=""/>
        <dsp:cNvSpPr/>
      </dsp:nvSpPr>
      <dsp:spPr>
        <a:xfrm>
          <a:off x="8318049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Objective setting</a:t>
          </a:r>
          <a:endParaRPr lang="en-US" sz="2400" kern="1200"/>
        </a:p>
      </dsp:txBody>
      <dsp:txXfrm>
        <a:off x="8318049" y="1727045"/>
        <a:ext cx="2114937" cy="897246"/>
      </dsp:txXfrm>
    </dsp:sp>
    <dsp:sp modelId="{0A98AA70-B106-40EB-91CF-F23E1B0D72EE}">
      <dsp:nvSpPr>
        <dsp:cNvPr id="0" name=""/>
        <dsp:cNvSpPr/>
      </dsp:nvSpPr>
      <dsp:spPr>
        <a:xfrm>
          <a:off x="82613" y="336401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E45C8-D008-4C2E-B72C-FF6ABF570D08}">
      <dsp:nvSpPr>
        <dsp:cNvPr id="0" name=""/>
        <dsp:cNvSpPr/>
      </dsp:nvSpPr>
      <dsp:spPr>
        <a:xfrm>
          <a:off x="271034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20039-8CDE-4CAB-B9D2-EDCB6D4D3588}">
      <dsp:nvSpPr>
        <dsp:cNvPr id="0" name=""/>
        <dsp:cNvSpPr/>
      </dsp:nvSpPr>
      <dsp:spPr>
        <a:xfrm>
          <a:off x="1172126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Strategy definition </a:t>
          </a:r>
          <a:endParaRPr lang="en-US" sz="2400" kern="1200"/>
        </a:p>
      </dsp:txBody>
      <dsp:txXfrm>
        <a:off x="1172126" y="3364019"/>
        <a:ext cx="2114937" cy="897246"/>
      </dsp:txXfrm>
    </dsp:sp>
    <dsp:sp modelId="{4439C329-70FF-4940-A0D0-9D538DE9835B}">
      <dsp:nvSpPr>
        <dsp:cNvPr id="0" name=""/>
        <dsp:cNvSpPr/>
      </dsp:nvSpPr>
      <dsp:spPr>
        <a:xfrm>
          <a:off x="3655575" y="336401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B05F1-BCC9-4956-8EDF-6A5BE6971C30}">
      <dsp:nvSpPr>
        <dsp:cNvPr id="0" name=""/>
        <dsp:cNvSpPr/>
      </dsp:nvSpPr>
      <dsp:spPr>
        <a:xfrm>
          <a:off x="3843996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EEEFD-9E21-4E28-ACFE-1B14F4771F0E}">
      <dsp:nvSpPr>
        <dsp:cNvPr id="0" name=""/>
        <dsp:cNvSpPr/>
      </dsp:nvSpPr>
      <dsp:spPr>
        <a:xfrm>
          <a:off x="4745088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Implementation</a:t>
          </a:r>
          <a:endParaRPr lang="en-US" sz="2400" kern="1200"/>
        </a:p>
      </dsp:txBody>
      <dsp:txXfrm>
        <a:off x="4745088" y="3364019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7000B-7DC9-49F9-AC88-2169B6A36257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81601-C851-40DE-95AD-C36D47D7E0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6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2B97-BF01-4A6E-A887-3F68610F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17F3B-3C8D-44EC-B168-4DF402D98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354F6-1E43-4FE2-9416-04E184CE86D7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9059644-BD68-48DA-B90B-E97D932F04F4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L05-Digital Business Strategy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EF5720-1197-40C8-BFBA-5BF0AC560111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1CE94B4-04F5-4161-95DF-2EB53BA97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95263"/>
            <a:ext cx="1364857" cy="7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62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2CAD7-C006-4353-A7EB-D4461834FFBC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B28D83-E4C8-4915-BA61-71ABB0F3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A9BB-BB69-451E-A09E-591809975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BA36-121F-4271-BF92-82AF8DFB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13FB-3A55-4A8D-AEBA-1AF76B7A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A959D-3244-40DF-8C39-48899F94628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0E49D956-4E7D-4FF0-9764-CA5EA52DF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34" y="230188"/>
            <a:ext cx="1364857" cy="73789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CC9CA9-E2DD-4F53-969E-765C1426F568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L05-Digital Business Strategy</a:t>
            </a:r>
          </a:p>
        </p:txBody>
      </p:sp>
    </p:spTree>
    <p:extLst>
      <p:ext uri="{BB962C8B-B14F-4D97-AF65-F5344CB8AC3E}">
        <p14:creationId xmlns:p14="http://schemas.microsoft.com/office/powerpoint/2010/main" val="186436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CBC9-E257-4172-AC12-4AC9239B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25E9-6D4F-4823-AE7C-483A3110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86F1-3FAF-4510-86BF-33A89370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3B4C-BEC0-49A2-A45C-7D334E8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0D68-B742-47B0-9398-98B0F76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70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2605-5E95-4ACC-B9CD-4903C97C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9895-7D0C-431B-9D5A-C31AC039C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779E9-397B-4F66-B41D-BB342E67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74F6-3A40-4E65-ABFB-7A2C68D8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C9A97-5042-465C-BBED-81AF8C2A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5479-C27D-45D9-AE08-EE452A49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80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4891-15D3-4754-84C2-E5543F06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E125-0BF0-46DA-AE52-B6C10FC9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7E3B-ACAA-4F9F-8D86-14B8758E6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E3A2A-3233-44D6-AF71-16EEA602A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3C41A-D68A-46DA-855E-E1D8D4885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D9258-6F83-419D-9540-19D71D8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64971-15B4-4DC3-B2CB-00DCE6E6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A4FE-DF9D-40D9-82D2-6D0F00B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26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FC2B-977A-40CD-9CC9-22479607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7718-914F-4E13-AC0C-C7C5BE9F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0CF05-D59E-4AF3-842B-7C757C16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77DE9-3557-46EE-B523-7207E0E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15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49786-F49C-4973-8751-25E29B2A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1183E-762E-4B73-9B17-A3DA24F1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1A84-DF94-4F99-A49C-B03B19E0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6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D841-3D44-423C-91C3-F7A515D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97E8-4AF6-4659-BEA1-898853C4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4655B-56F3-4B61-A474-67D86A37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7BC3-2791-4AB5-ADAE-0C7F4E70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1823-8CDE-4274-A19F-1E39E5E0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F46A9-8465-4B40-86FD-D275335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94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D9A-D792-4F7E-AA19-63A97B96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37E6-2053-48FC-B428-429E20BDE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DE880-7950-4911-AC27-4B0D372E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A2BD9-F85B-45B4-91FB-9240F62D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3668D-7030-4594-8DC9-C9B44E45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C865-F7B5-4870-8694-ED39F9CA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0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EC3D-9000-436C-BBFF-06FD2E29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804C-57F6-4D6F-88D1-0FD3BE6F1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962E-FC03-49B4-8F16-72F0A6D1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6B7B-C59A-47E6-A797-20640207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27256-871B-433F-8D7F-15EAF8E9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409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E79DC-D4AB-4EF5-AD3D-FEF820823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851C7-3427-41D1-A1F2-6C3D09DD5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23B8-0D9A-406A-9FB6-2441F678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72E5-006A-4155-9842-087F938A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49D6-B941-48B9-94A0-5AC0211F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721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5C447-9B03-43B9-828E-47208582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C0CED-A812-4110-9DA5-48D7C03E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0008-9FE4-4F40-8C1A-C5DDCF6A2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E5ED6-F25D-41F1-AAC9-E78DC995B25D}" type="datetimeFigureOut">
              <a:rPr lang="en-SG" smtClean="0"/>
              <a:t>13/4/2020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3F37-DD31-4315-B770-3F9CFD21F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67E0-94D2-47F8-BE7F-19DE87874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82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AD23-F2F8-4063-BECD-46D330AE9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Digital Business and               E-Commerce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BFC50-F776-4C51-876C-0FBE15360ED2}"/>
              </a:ext>
            </a:extLst>
          </p:cNvPr>
          <p:cNvSpPr txBox="1"/>
          <p:nvPr/>
        </p:nvSpPr>
        <p:spPr>
          <a:xfrm>
            <a:off x="895350" y="4457700"/>
            <a:ext cx="10848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>
                <a:latin typeface="Abadi" panose="020B0604020202020204" pitchFamily="34" charset="0"/>
              </a:rPr>
              <a:t>Lesson 5</a:t>
            </a:r>
          </a:p>
          <a:p>
            <a:pPr algn="ctr"/>
            <a:r>
              <a:rPr lang="en-SG" sz="3600" dirty="0">
                <a:latin typeface="Abadi" panose="020B0604020202020204" pitchFamily="34" charset="0"/>
              </a:rPr>
              <a:t>Digital Business Strategy</a:t>
            </a:r>
          </a:p>
        </p:txBody>
      </p:sp>
    </p:spTree>
    <p:extLst>
      <p:ext uri="{BB962C8B-B14F-4D97-AF65-F5344CB8AC3E}">
        <p14:creationId xmlns:p14="http://schemas.microsoft.com/office/powerpoint/2010/main" val="285614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F88A-68F7-4655-8A42-CD311E85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 dirty="0"/>
              <a:t>Digital Business Strategy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7DADFB-16B2-46E0-B1DA-3047A2ADF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824359"/>
              </p:ext>
            </p:extLst>
          </p:nvPr>
        </p:nvGraphicFramePr>
        <p:xfrm>
          <a:off x="986790" y="2352675"/>
          <a:ext cx="10515600" cy="4368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878902-8FD1-40B7-A731-6F6EA024A292}"/>
              </a:ext>
            </a:extLst>
          </p:cNvPr>
          <p:cNvSpPr txBox="1"/>
          <p:nvPr/>
        </p:nvSpPr>
        <p:spPr>
          <a:xfrm>
            <a:off x="986790" y="1426845"/>
            <a:ext cx="7386320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At the end of this lesson,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377429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5.1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5.1</a:t>
            </a:r>
          </a:p>
        </p:txBody>
      </p:sp>
    </p:spTree>
    <p:extLst>
      <p:ext uri="{BB962C8B-B14F-4D97-AF65-F5344CB8AC3E}">
        <p14:creationId xmlns:p14="http://schemas.microsoft.com/office/powerpoint/2010/main" val="309901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1BB5-C9F6-4829-8CD2-3161E160D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66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04A2C-C306-44E3-9CBB-59DA15FBC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80" y="2266950"/>
            <a:ext cx="7694839" cy="2619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Developing a digital business strategy requires a fusion of existing approaches to business, marketing, supply chain management and information systems strategy development.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71354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24A70-869B-4F34-A84D-E51E69D7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anchor="ctr">
            <a:normAutofit fontScale="90000"/>
          </a:bodyPr>
          <a:lstStyle/>
          <a:p>
            <a:r>
              <a:rPr lang="en-SG" sz="5400" dirty="0"/>
              <a:t>Four-staged strategy process model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CC56BD-B723-4107-BB11-5167D2295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5600"/>
              </p:ext>
            </p:extLst>
          </p:nvPr>
        </p:nvGraphicFramePr>
        <p:xfrm>
          <a:off x="629854" y="1860604"/>
          <a:ext cx="10907490" cy="409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350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67C2EE-AFA7-458A-8695-51B546F47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00584-727A-48CF-8223-244AD971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967" y="0"/>
            <a:ext cx="11585033" cy="3233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78606-3B57-472A-A75C-F6EFD0E5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9" y="721805"/>
            <a:ext cx="10258732" cy="2147520"/>
          </a:xfrm>
        </p:spPr>
        <p:txBody>
          <a:bodyPr anchor="b">
            <a:normAutofit/>
          </a:bodyPr>
          <a:lstStyle/>
          <a:p>
            <a:r>
              <a:rPr lang="en-SG" sz="6000"/>
              <a:t>What is digital business Strategy?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1A507-76C4-489F-9F32-ECC44C5D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15" name="Rectangle 64">
              <a:extLst>
                <a:ext uri="{FF2B5EF4-FFF2-40B4-BE49-F238E27FC236}">
                  <a16:creationId xmlns:a16="http://schemas.microsoft.com/office/drawing/2014/main" id="{7DC847D7-5EB9-4FE0-B168-3DE1EB4EF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6">
              <a:extLst>
                <a:ext uri="{FF2B5EF4-FFF2-40B4-BE49-F238E27FC236}">
                  <a16:creationId xmlns:a16="http://schemas.microsoft.com/office/drawing/2014/main" id="{F6F873C5-6B08-4AFE-A352-0A7CBBF46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B0DB0814-1ED8-487C-B9C3-0A3D8FCF9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F5F3852A-F720-4D40-A134-9973D3E1F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1B5D5737-4218-40BA-8AF2-1AE5DECD3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B935F463-D65C-49FE-A92B-41F5ECDA6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F6CA73CF-0DFE-4798-BC6E-C387843B4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98C7D6EA-A5D9-4522-AE62-F469FE6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04050F1-B046-473B-B19A-E9E56235E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975EDD96-1800-4F89-BFE1-9B91350FB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20884670-A662-4E05-AAE8-45BD00526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3FF1EA1E-0B30-4AB3-9D10-CAFB149C8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45623CE9-FC05-43E5-A0BF-7BD5F22B8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E5FDD108-3711-4CC4-AA3A-62731494D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17CDDB6-3812-4D05-B01E-102B32F6B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D6726100-858D-44CA-B0A8-DC13EA7BF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C299ED46-3E2E-408F-82A1-FB2A0A2B9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772859DA-EE4D-4BF7-B000-0718B4A0F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666A5CAC-B220-49E0-A1BC-AD5F1682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6690C2E3-0443-48E4-8F94-E3D9113FF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DF5A-959F-41A7-B14A-1B033CF4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649" y="3509010"/>
            <a:ext cx="10258733" cy="305732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SG" sz="3600" b="1" u="sng" dirty="0"/>
              <a:t>Strategy </a:t>
            </a:r>
          </a:p>
          <a:p>
            <a:pPr marL="0" indent="0">
              <a:buNone/>
            </a:pPr>
            <a:r>
              <a:rPr lang="en-SG" sz="3600" dirty="0"/>
              <a:t>- Direction and scope of an organization over the long-term which achieves advantage for an organization through its configuration of resources within a changing environment to meet the needs of the markets and fulfil stakeholder expectations.</a:t>
            </a:r>
          </a:p>
        </p:txBody>
      </p:sp>
    </p:spTree>
    <p:extLst>
      <p:ext uri="{BB962C8B-B14F-4D97-AF65-F5344CB8AC3E}">
        <p14:creationId xmlns:p14="http://schemas.microsoft.com/office/powerpoint/2010/main" val="170504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67C2EE-AFA7-458A-8695-51B546F47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00584-727A-48CF-8223-244AD971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967" y="0"/>
            <a:ext cx="11585033" cy="3233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78606-3B57-472A-A75C-F6EFD0E5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9" y="721805"/>
            <a:ext cx="10258732" cy="2147520"/>
          </a:xfrm>
        </p:spPr>
        <p:txBody>
          <a:bodyPr anchor="b">
            <a:normAutofit/>
          </a:bodyPr>
          <a:lstStyle/>
          <a:p>
            <a:r>
              <a:rPr lang="en-SG" sz="6000" dirty="0"/>
              <a:t>What is digital business Strategy?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1A507-76C4-489F-9F32-ECC44C5D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15" name="Rectangle 64">
              <a:extLst>
                <a:ext uri="{FF2B5EF4-FFF2-40B4-BE49-F238E27FC236}">
                  <a16:creationId xmlns:a16="http://schemas.microsoft.com/office/drawing/2014/main" id="{7DC847D7-5EB9-4FE0-B168-3DE1EB4EF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6">
              <a:extLst>
                <a:ext uri="{FF2B5EF4-FFF2-40B4-BE49-F238E27FC236}">
                  <a16:creationId xmlns:a16="http://schemas.microsoft.com/office/drawing/2014/main" id="{F6F873C5-6B08-4AFE-A352-0A7CBBF46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B0DB0814-1ED8-487C-B9C3-0A3D8FCF9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F5F3852A-F720-4D40-A134-9973D3E1F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1B5D5737-4218-40BA-8AF2-1AE5DECD3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B935F463-D65C-49FE-A92B-41F5ECDA6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F6CA73CF-0DFE-4798-BC6E-C387843B4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98C7D6EA-A5D9-4522-AE62-F469FE6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04050F1-B046-473B-B19A-E9E56235E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975EDD96-1800-4F89-BFE1-9B91350FB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20884670-A662-4E05-AAE8-45BD00526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3FF1EA1E-0B30-4AB3-9D10-CAFB149C8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45623CE9-FC05-43E5-A0BF-7BD5F22B8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E5FDD108-3711-4CC4-AA3A-62731494D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17CDDB6-3812-4D05-B01E-102B32F6B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D6726100-858D-44CA-B0A8-DC13EA7BF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C299ED46-3E2E-408F-82A1-FB2A0A2B9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772859DA-EE4D-4BF7-B000-0718B4A0F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666A5CAC-B220-49E0-A1BC-AD5F1682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6690C2E3-0443-48E4-8F94-E3D9113FF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DF5A-959F-41A7-B14A-1B033CF4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649" y="3162300"/>
            <a:ext cx="10258733" cy="3404038"/>
          </a:xfrm>
        </p:spPr>
        <p:txBody>
          <a:bodyPr anchor="ctr">
            <a:normAutofit/>
          </a:bodyPr>
          <a:lstStyle/>
          <a:p>
            <a:r>
              <a:rPr lang="en-SG" sz="3600" dirty="0"/>
              <a:t>Approach by which application of internal and external electronic communication can support and influence business strategy.</a:t>
            </a:r>
          </a:p>
          <a:p>
            <a:r>
              <a:rPr lang="en-SG" sz="3600" dirty="0"/>
              <a:t>These strategies may be buy-side, sell-side or internal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79929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67C2EE-AFA7-458A-8695-51B546F47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00584-727A-48CF-8223-244AD971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967" y="0"/>
            <a:ext cx="11585033" cy="3233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78606-3B57-472A-A75C-F6EFD0E5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9" y="721805"/>
            <a:ext cx="10258732" cy="2147520"/>
          </a:xfrm>
        </p:spPr>
        <p:txBody>
          <a:bodyPr anchor="b">
            <a:normAutofit/>
          </a:bodyPr>
          <a:lstStyle/>
          <a:p>
            <a:r>
              <a:rPr lang="en-SG" sz="6000" dirty="0"/>
              <a:t>What is digital business Strategy?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1A507-76C4-489F-9F32-ECC44C5D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15" name="Rectangle 64">
              <a:extLst>
                <a:ext uri="{FF2B5EF4-FFF2-40B4-BE49-F238E27FC236}">
                  <a16:creationId xmlns:a16="http://schemas.microsoft.com/office/drawing/2014/main" id="{7DC847D7-5EB9-4FE0-B168-3DE1EB4EF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6">
              <a:extLst>
                <a:ext uri="{FF2B5EF4-FFF2-40B4-BE49-F238E27FC236}">
                  <a16:creationId xmlns:a16="http://schemas.microsoft.com/office/drawing/2014/main" id="{F6F873C5-6B08-4AFE-A352-0A7CBBF46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B0DB0814-1ED8-487C-B9C3-0A3D8FCF9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F5F3852A-F720-4D40-A134-9973D3E1F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1B5D5737-4218-40BA-8AF2-1AE5DECD3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B935F463-D65C-49FE-A92B-41F5ECDA6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F6CA73CF-0DFE-4798-BC6E-C387843B4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98C7D6EA-A5D9-4522-AE62-F469FE6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04050F1-B046-473B-B19A-E9E56235E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975EDD96-1800-4F89-BFE1-9B91350FB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20884670-A662-4E05-AAE8-45BD00526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3FF1EA1E-0B30-4AB3-9D10-CAFB149C8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45623CE9-FC05-43E5-A0BF-7BD5F22B8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E5FDD108-3711-4CC4-AA3A-62731494D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17CDDB6-3812-4D05-B01E-102B32F6B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D6726100-858D-44CA-B0A8-DC13EA7BF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C299ED46-3E2E-408F-82A1-FB2A0A2B9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772859DA-EE4D-4BF7-B000-0718B4A0F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666A5CAC-B220-49E0-A1BC-AD5F1682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6690C2E3-0443-48E4-8F94-E3D9113FF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DF5A-959F-41A7-B14A-1B033CF4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649" y="3509010"/>
            <a:ext cx="10258733" cy="30573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/>
              <a:t>There is a tendency for digital business strategy to be incorporated within the functional strategies, for example within a marketing plan or logistics plan, or as part of information systems (IS) strategy.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766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6C12-531E-400D-80DB-2473190F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digital business strategy?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(Different forms of Organizational strategy)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6698F3-04B7-4957-ADE9-980B4EBBD157}"/>
              </a:ext>
            </a:extLst>
          </p:cNvPr>
          <p:cNvGrpSpPr/>
          <p:nvPr/>
        </p:nvGrpSpPr>
        <p:grpSpPr>
          <a:xfrm>
            <a:off x="1636308" y="1690688"/>
            <a:ext cx="9464214" cy="4893944"/>
            <a:chOff x="1636308" y="1690688"/>
            <a:chExt cx="9464214" cy="48939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1FAB179-FEF4-4D4C-9FD5-651817589A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5917" t="22815" r="13167" b="21185"/>
            <a:stretch/>
          </p:blipFill>
          <p:spPr>
            <a:xfrm>
              <a:off x="1636308" y="1690688"/>
              <a:ext cx="9464214" cy="489394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D961E9-9097-4F5A-A399-B9C99DA6E5EB}"/>
                </a:ext>
              </a:extLst>
            </p:cNvPr>
            <p:cNvSpPr/>
            <p:nvPr/>
          </p:nvSpPr>
          <p:spPr>
            <a:xfrm>
              <a:off x="9010649" y="4238197"/>
              <a:ext cx="1838325" cy="10382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Typical digital business planning</a:t>
              </a:r>
              <a:endParaRPr lang="en-SG" sz="1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4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5.2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5.2</a:t>
            </a:r>
          </a:p>
        </p:txBody>
      </p:sp>
    </p:spTree>
    <p:extLst>
      <p:ext uri="{BB962C8B-B14F-4D97-AF65-F5344CB8AC3E}">
        <p14:creationId xmlns:p14="http://schemas.microsoft.com/office/powerpoint/2010/main" val="52246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6C12-531E-400D-80DB-2473190FE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51"/>
            <a:ext cx="10515600" cy="1557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What is digital business strategy?</a:t>
            </a:r>
            <a:br>
              <a:rPr lang="en-US" sz="2800" kern="1200" dirty="0"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(Digital Channel Strategies)</a:t>
            </a:r>
            <a:endParaRPr lang="en-US" sz="2800" kern="120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B213-73F6-42B1-BDD0-1215D25769A3}"/>
              </a:ext>
            </a:extLst>
          </p:cNvPr>
          <p:cNvSpPr txBox="1"/>
          <p:nvPr/>
        </p:nvSpPr>
        <p:spPr>
          <a:xfrm>
            <a:off x="971550" y="1895475"/>
            <a:ext cx="107918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u="sng" dirty="0"/>
              <a:t>Digital Channel Strategies</a:t>
            </a:r>
            <a:br>
              <a:rPr lang="en-SG" sz="2800" dirty="0"/>
            </a:br>
            <a:r>
              <a:rPr lang="en-SG" sz="2800" dirty="0"/>
              <a:t>- Define how a company should set specific objectives and develop specific differential strategies for communicating with its customers and partners through electronic media</a:t>
            </a:r>
          </a:p>
          <a:p>
            <a:endParaRPr lang="en-SG" sz="2800" dirty="0"/>
          </a:p>
          <a:p>
            <a:r>
              <a:rPr lang="en-SG" sz="2800" b="1" u="sng" dirty="0"/>
              <a:t>Examples of digital channel strategies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SG" sz="2800" dirty="0"/>
              <a:t>Mobile commerce strategy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SG" sz="2800" dirty="0"/>
              <a:t>Social media strategy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SG" sz="2800" dirty="0"/>
              <a:t>Social CRM strategy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SG" sz="2800" dirty="0"/>
              <a:t>Supply chain or enterprise resource planning strategy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SG" sz="2800" dirty="0"/>
              <a:t>E-procurement strategy</a:t>
            </a:r>
          </a:p>
        </p:txBody>
      </p:sp>
    </p:spTree>
    <p:extLst>
      <p:ext uri="{BB962C8B-B14F-4D97-AF65-F5344CB8AC3E}">
        <p14:creationId xmlns:p14="http://schemas.microsoft.com/office/powerpoint/2010/main" val="212993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AC52607-835B-4BA8-9944-091F3A5B01C8}"/>
              </a:ext>
            </a:extLst>
          </p:cNvPr>
          <p:cNvGrpSpPr/>
          <p:nvPr/>
        </p:nvGrpSpPr>
        <p:grpSpPr>
          <a:xfrm>
            <a:off x="3285408" y="1271571"/>
            <a:ext cx="6329744" cy="5483900"/>
            <a:chOff x="5505450" y="1764231"/>
            <a:chExt cx="5670550" cy="491279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7130C0-30AB-4EB3-933C-B604D83B9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5250" t="16888" r="27334" b="25482"/>
            <a:stretch/>
          </p:blipFill>
          <p:spPr>
            <a:xfrm>
              <a:off x="5505450" y="1764231"/>
              <a:ext cx="5670550" cy="491279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BAF5F9-A0E9-412B-B4C2-F3279B5804A1}"/>
                </a:ext>
              </a:extLst>
            </p:cNvPr>
            <p:cNvSpPr/>
            <p:nvPr/>
          </p:nvSpPr>
          <p:spPr>
            <a:xfrm>
              <a:off x="5695950" y="4248150"/>
              <a:ext cx="923925" cy="9620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5C29CE-2C64-4651-96D7-F5A1612533F2}"/>
                </a:ext>
              </a:extLst>
            </p:cNvPr>
            <p:cNvSpPr/>
            <p:nvPr/>
          </p:nvSpPr>
          <p:spPr>
            <a:xfrm>
              <a:off x="9955658" y="4248150"/>
              <a:ext cx="834580" cy="9620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362A9833-5594-4B98-86C8-269DC028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24" y="-154325"/>
            <a:ext cx="10515600" cy="1557338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5300" kern="1200" dirty="0">
                <a:latin typeface="+mj-lt"/>
                <a:ea typeface="+mj-ea"/>
                <a:cs typeface="+mj-cs"/>
              </a:rPr>
              <a:t>What is digital business strategy?</a:t>
            </a:r>
            <a:br>
              <a:rPr lang="en-US" sz="2800" kern="1200" dirty="0"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(Relationship between digital strategy and other strategies)</a:t>
            </a:r>
            <a:endParaRPr lang="en-US" sz="2800" kern="120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6128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62A9833-5594-4B98-86C8-269DC028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444" y="538481"/>
            <a:ext cx="4316756" cy="55744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digital business strategy?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(Strategy process model for digital business)</a:t>
            </a:r>
            <a:endParaRPr lang="en-US" kern="120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16F09-4A8A-40A1-9893-489A2E5FD3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67" t="17037" r="30417" b="14370"/>
          <a:stretch/>
        </p:blipFill>
        <p:spPr>
          <a:xfrm>
            <a:off x="5283200" y="137310"/>
            <a:ext cx="5140961" cy="641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7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62A9833-5594-4B98-86C8-269DC028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94" y="157482"/>
            <a:ext cx="10196856" cy="107124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digital business strategy?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(Dynamic digital strategy model)</a:t>
            </a:r>
            <a:endParaRPr lang="en-US" kern="120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7595E-3E9E-451D-87BD-67F764E22E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84" t="21777" r="19667" b="21333"/>
          <a:stretch/>
        </p:blipFill>
        <p:spPr>
          <a:xfrm>
            <a:off x="2317750" y="1328650"/>
            <a:ext cx="7816850" cy="523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0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5.3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5.3</a:t>
            </a:r>
          </a:p>
        </p:txBody>
      </p:sp>
    </p:spTree>
    <p:extLst>
      <p:ext uri="{BB962C8B-B14F-4D97-AF65-F5344CB8AC3E}">
        <p14:creationId xmlns:p14="http://schemas.microsoft.com/office/powerpoint/2010/main" val="395670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67C2EE-AFA7-458A-8695-51B546F47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00584-727A-48CF-8223-244AD971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967" y="0"/>
            <a:ext cx="11585033" cy="3233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78606-3B57-472A-A75C-F6EFD0E5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9" y="721805"/>
            <a:ext cx="10258732" cy="2147520"/>
          </a:xfrm>
        </p:spPr>
        <p:txBody>
          <a:bodyPr anchor="b">
            <a:normAutofit/>
          </a:bodyPr>
          <a:lstStyle/>
          <a:p>
            <a:r>
              <a:rPr lang="en-SG" sz="6600" dirty="0"/>
              <a:t>1. Strategic Analysis</a:t>
            </a:r>
            <a:br>
              <a:rPr lang="en-SG" sz="6000" dirty="0"/>
            </a:br>
            <a:endParaRPr lang="en-SG" sz="6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1A507-76C4-489F-9F32-ECC44C5D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15" name="Rectangle 64">
              <a:extLst>
                <a:ext uri="{FF2B5EF4-FFF2-40B4-BE49-F238E27FC236}">
                  <a16:creationId xmlns:a16="http://schemas.microsoft.com/office/drawing/2014/main" id="{7DC847D7-5EB9-4FE0-B168-3DE1EB4EF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6">
              <a:extLst>
                <a:ext uri="{FF2B5EF4-FFF2-40B4-BE49-F238E27FC236}">
                  <a16:creationId xmlns:a16="http://schemas.microsoft.com/office/drawing/2014/main" id="{F6F873C5-6B08-4AFE-A352-0A7CBBF46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B0DB0814-1ED8-487C-B9C3-0A3D8FCF9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F5F3852A-F720-4D40-A134-9973D3E1F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1B5D5737-4218-40BA-8AF2-1AE5DECD3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B935F463-D65C-49FE-A92B-41F5ECDA6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F6CA73CF-0DFE-4798-BC6E-C387843B4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98C7D6EA-A5D9-4522-AE62-F469FE6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04050F1-B046-473B-B19A-E9E56235E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975EDD96-1800-4F89-BFE1-9B91350FB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20884670-A662-4E05-AAE8-45BD00526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3FF1EA1E-0B30-4AB3-9D10-CAFB149C8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45623CE9-FC05-43E5-A0BF-7BD5F22B8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E5FDD108-3711-4CC4-AA3A-62731494D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17CDDB6-3812-4D05-B01E-102B32F6B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D6726100-858D-44CA-B0A8-DC13EA7BF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C299ED46-3E2E-408F-82A1-FB2A0A2B9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772859DA-EE4D-4BF7-B000-0718B4A0F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666A5CAC-B220-49E0-A1BC-AD5F1682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6690C2E3-0443-48E4-8F94-E3D9113FF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DF5A-959F-41A7-B14A-1B033CF4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649" y="3162300"/>
            <a:ext cx="10258733" cy="34040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3600" dirty="0"/>
              <a:t>Collection and review of information about an organization’s internal processes and resources and external marketplace factors in order to inform strategy definition.</a:t>
            </a:r>
          </a:p>
        </p:txBody>
      </p:sp>
    </p:spTree>
    <p:extLst>
      <p:ext uri="{BB962C8B-B14F-4D97-AF65-F5344CB8AC3E}">
        <p14:creationId xmlns:p14="http://schemas.microsoft.com/office/powerpoint/2010/main" val="3647312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62A9833-5594-4B98-86C8-269DC028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45" y="477907"/>
            <a:ext cx="10453497" cy="102404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Strategic Analysis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(Resour</a:t>
            </a:r>
            <a:r>
              <a:rPr lang="en-US" sz="4000" dirty="0">
                <a:solidFill>
                  <a:schemeClr val="accent4">
                    <a:lumMod val="75000"/>
                  </a:schemeClr>
                </a:solidFill>
              </a:rPr>
              <a:t>ce and Process Analysis</a:t>
            </a:r>
            <a:r>
              <a:rPr lang="en-US" sz="40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)</a:t>
            </a:r>
            <a:b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64CCCE-4AC4-4AAE-90E8-3EA205D3B9C9}"/>
              </a:ext>
            </a:extLst>
          </p:cNvPr>
          <p:cNvGrpSpPr/>
          <p:nvPr/>
        </p:nvGrpSpPr>
        <p:grpSpPr>
          <a:xfrm>
            <a:off x="5572125" y="1371125"/>
            <a:ext cx="6115050" cy="5193634"/>
            <a:chOff x="5572125" y="1371125"/>
            <a:chExt cx="6115050" cy="51936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EA489B-C517-4CB7-A6CE-59D656305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4917" t="20591" r="25833" b="20001"/>
            <a:stretch/>
          </p:blipFill>
          <p:spPr>
            <a:xfrm>
              <a:off x="5572125" y="1371125"/>
              <a:ext cx="5622290" cy="478670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76EA5B-0480-42EE-8E17-4964BE3760E3}"/>
                </a:ext>
              </a:extLst>
            </p:cNvPr>
            <p:cNvSpPr txBox="1"/>
            <p:nvPr/>
          </p:nvSpPr>
          <p:spPr>
            <a:xfrm>
              <a:off x="5572125" y="6195427"/>
              <a:ext cx="6115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Elements of strategic situation analysis for the digital business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18C8AC-D796-44CC-AE49-3A4819ACF2A5}"/>
              </a:ext>
            </a:extLst>
          </p:cNvPr>
          <p:cNvSpPr txBox="1"/>
          <p:nvPr/>
        </p:nvSpPr>
        <p:spPr>
          <a:xfrm>
            <a:off x="895350" y="2228850"/>
            <a:ext cx="43624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Stage models are helpful in reviewing how advanced a company is in tis use of information and communication technology (ICT) resources to support its processes.</a:t>
            </a:r>
          </a:p>
        </p:txBody>
      </p:sp>
    </p:spTree>
    <p:extLst>
      <p:ext uri="{BB962C8B-B14F-4D97-AF65-F5344CB8AC3E}">
        <p14:creationId xmlns:p14="http://schemas.microsoft.com/office/powerpoint/2010/main" val="3433668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325563"/>
          </a:xfrm>
        </p:spPr>
        <p:txBody>
          <a:bodyPr/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(For existing companies the stages are: 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AEA20-9B88-4308-96C9-5C3C97ABF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4500563"/>
          </a:xfrm>
        </p:spPr>
        <p:txBody>
          <a:bodyPr/>
          <a:lstStyle/>
          <a:p>
            <a:r>
              <a:rPr lang="en-SG" b="1" u="sng" dirty="0"/>
              <a:t>Image and product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dirty="0"/>
              <a:t> A basic “brochureware” website or presence in online directories </a:t>
            </a:r>
          </a:p>
          <a:p>
            <a:r>
              <a:rPr lang="en-SG" b="1" u="sng" dirty="0"/>
              <a:t>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dirty="0"/>
              <a:t> Enquiries are facilitated through online forms</a:t>
            </a:r>
          </a:p>
          <a:p>
            <a:r>
              <a:rPr lang="en-SG" b="1" u="sng" dirty="0"/>
              <a:t>Customer support and service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dirty="0"/>
              <a:t> “Web self-service” through a forum or online</a:t>
            </a:r>
          </a:p>
          <a:p>
            <a:r>
              <a:rPr lang="en-SG" b="1" u="sng" dirty="0"/>
              <a:t>Internal support and service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dirty="0"/>
              <a:t>  A marketing intranet to help with support process</a:t>
            </a:r>
          </a:p>
          <a:p>
            <a:r>
              <a:rPr lang="en-SG" b="1" u="sng" dirty="0"/>
              <a:t>Transactions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dirty="0"/>
              <a:t> Online sales or the creation of an e-CRM system</a:t>
            </a:r>
          </a:p>
        </p:txBody>
      </p:sp>
    </p:spTree>
    <p:extLst>
      <p:ext uri="{BB962C8B-B14F-4D97-AF65-F5344CB8AC3E}">
        <p14:creationId xmlns:p14="http://schemas.microsoft.com/office/powerpoint/2010/main" val="363086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325563"/>
          </a:xfrm>
        </p:spPr>
        <p:txBody>
          <a:bodyPr/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(Stage model for digital business development)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D3C40B-1959-4BE1-9856-89166DEF4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33" t="17186" r="21167" b="12888"/>
          <a:stretch/>
        </p:blipFill>
        <p:spPr>
          <a:xfrm>
            <a:off x="2121535" y="1547813"/>
            <a:ext cx="7701280" cy="509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65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325563"/>
          </a:xfrm>
        </p:spPr>
        <p:txBody>
          <a:bodyPr/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(Application portfolio analysis)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809625" y="1914525"/>
            <a:ext cx="10868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SG" sz="3600" dirty="0"/>
              <a:t>Analysis of the current portfolio of business applications within a business is used to assess current information system capability and also to inform future strategies.</a:t>
            </a:r>
          </a:p>
          <a:p>
            <a:endParaRPr lang="en-SG" sz="36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SG" sz="3600" dirty="0"/>
              <a:t>Also often used to select the most appropriate future Internet projects</a:t>
            </a:r>
          </a:p>
        </p:txBody>
      </p:sp>
    </p:spTree>
    <p:extLst>
      <p:ext uri="{BB962C8B-B14F-4D97-AF65-F5344CB8AC3E}">
        <p14:creationId xmlns:p14="http://schemas.microsoft.com/office/powerpoint/2010/main" val="41207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739900"/>
          </a:xfrm>
        </p:spPr>
        <p:txBody>
          <a:bodyPr>
            <a:normAutofit/>
          </a:bodyPr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(Benchmarking current digital business priorities)</a:t>
            </a:r>
            <a:br>
              <a:rPr lang="en-SG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SG" sz="32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1- Digital Channel Strategy</a:t>
            </a: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809625" y="2381250"/>
            <a:ext cx="10868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The development of a clear strategy, including: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situational analysis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goal setting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Identification of key target markets and audience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Identification of priorities for development of online service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956007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739900"/>
          </a:xfrm>
        </p:spPr>
        <p:txBody>
          <a:bodyPr>
            <a:normAutofit/>
          </a:bodyPr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(Benchmarking current digital business priorities)</a:t>
            </a:r>
            <a:br>
              <a:rPr lang="en-SG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SG" sz="32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2- Online Customer Acquisition</a:t>
            </a: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809625" y="2381250"/>
            <a:ext cx="10868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Strategies for gaining new customers online using alternative digital media channels, including:</a:t>
            </a:r>
          </a:p>
          <a:p>
            <a:endParaRPr lang="en-SG" sz="36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 Search Engine Marketing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 Partner Marketing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SG" sz="3600" dirty="0"/>
              <a:t> Display Advertising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3651735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739900"/>
          </a:xfrm>
        </p:spPr>
        <p:txBody>
          <a:bodyPr>
            <a:normAutofit/>
          </a:bodyPr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(Benchmarking current digital business priorities)</a:t>
            </a:r>
            <a:br>
              <a:rPr lang="en-SG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SG" sz="32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3- Online Customer conversion and experience</a:t>
            </a: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714375" y="2781300"/>
            <a:ext cx="10868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Approaches to improve online service levels and increase conversion to sales or other online outcomes.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1233120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739900"/>
          </a:xfrm>
        </p:spPr>
        <p:txBody>
          <a:bodyPr>
            <a:normAutofit/>
          </a:bodyPr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(Benchmarking current digital business priorities)</a:t>
            </a:r>
            <a:br>
              <a:rPr lang="en-SG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SG" sz="32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4- Customer development and growth </a:t>
            </a: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714375" y="2781300"/>
            <a:ext cx="10868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Strategies to encourage visitors and customers to continue using online services using tactics such as e-mail marketing and personalization.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2112090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739900"/>
          </a:xfrm>
        </p:spPr>
        <p:txBody>
          <a:bodyPr>
            <a:normAutofit/>
          </a:bodyPr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(Benchmarking current digital business priorities)</a:t>
            </a:r>
            <a:br>
              <a:rPr lang="en-SG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SG" sz="32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5- Cross-channel integration and brand development</a:t>
            </a: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714375" y="2781300"/>
            <a:ext cx="10868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Integrating online sales and service with customer communications and service interactions in physical channels.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880782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1739900"/>
          </a:xfrm>
        </p:spPr>
        <p:txBody>
          <a:bodyPr>
            <a:normAutofit/>
          </a:bodyPr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(Benchmarking current digital business priorities)</a:t>
            </a:r>
            <a:br>
              <a:rPr lang="en-SG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SG" sz="32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6- Digital channel governance</a:t>
            </a: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68E4-C459-4EFA-8FC1-EC7A89E6356C}"/>
              </a:ext>
            </a:extLst>
          </p:cNvPr>
          <p:cNvSpPr txBox="1"/>
          <p:nvPr/>
        </p:nvSpPr>
        <p:spPr>
          <a:xfrm>
            <a:off x="800100" y="2333625"/>
            <a:ext cx="10868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Issues in managing digital business services such as structure and resourcing, including:</a:t>
            </a:r>
          </a:p>
          <a:p>
            <a:endParaRPr lang="en-SG" sz="36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SG" sz="3600" dirty="0"/>
              <a:t> human resource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SG" sz="3600" dirty="0"/>
              <a:t> technology infrastructure such as hardware and networking facilities to deliver these applications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1154170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1C97-CF72-4AB6-B6D5-CDBAD768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269875"/>
            <a:ext cx="10515600" cy="1225550"/>
          </a:xfrm>
        </p:spPr>
        <p:txBody>
          <a:bodyPr>
            <a:normAutofit fontScale="90000"/>
          </a:bodyPr>
          <a:lstStyle/>
          <a:p>
            <a:r>
              <a:rPr lang="en-SG" sz="5300" dirty="0"/>
              <a:t>Strategic Analysis</a:t>
            </a:r>
            <a:br>
              <a:rPr lang="en-SG" dirty="0"/>
            </a:br>
            <a:endParaRPr lang="en-SG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33B40-EDD6-4B8B-9DC6-8CE481203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3" t="23556" r="21583" b="6074"/>
          <a:stretch/>
        </p:blipFill>
        <p:spPr>
          <a:xfrm>
            <a:off x="4822825" y="987425"/>
            <a:ext cx="6502400" cy="5709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3E4E0-662C-4842-A73E-E1C48AD38633}"/>
              </a:ext>
            </a:extLst>
          </p:cNvPr>
          <p:cNvSpPr txBox="1"/>
          <p:nvPr/>
        </p:nvSpPr>
        <p:spPr>
          <a:xfrm>
            <a:off x="1247775" y="2503163"/>
            <a:ext cx="3238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Illustrates the results of a portfolio analysis for B2B company applied within a digital business context.</a:t>
            </a:r>
          </a:p>
        </p:txBody>
      </p:sp>
    </p:spTree>
    <p:extLst>
      <p:ext uri="{BB962C8B-B14F-4D97-AF65-F5344CB8AC3E}">
        <p14:creationId xmlns:p14="http://schemas.microsoft.com/office/powerpoint/2010/main" val="897820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E3CD-4954-441F-A89F-41D53988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Strategic Analysis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(SWOT Analysis)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27E54-8C25-48AE-9839-8ACC8D928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00" t="30963" r="17667" b="6963"/>
          <a:stretch/>
        </p:blipFill>
        <p:spPr>
          <a:xfrm>
            <a:off x="2701925" y="1690688"/>
            <a:ext cx="7804150" cy="506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61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5.4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5.4</a:t>
            </a:r>
          </a:p>
        </p:txBody>
      </p:sp>
    </p:spTree>
    <p:extLst>
      <p:ext uri="{BB962C8B-B14F-4D97-AF65-F5344CB8AC3E}">
        <p14:creationId xmlns:p14="http://schemas.microsoft.com/office/powerpoint/2010/main" val="997047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DF84-49DD-4B1A-9936-DE52D5038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48" y="200844"/>
            <a:ext cx="7474172" cy="1325563"/>
          </a:xfrm>
        </p:spPr>
        <p:txBody>
          <a:bodyPr>
            <a:normAutofit/>
          </a:bodyPr>
          <a:lstStyle/>
          <a:p>
            <a:r>
              <a:rPr lang="en-SG" sz="6000" dirty="0"/>
              <a:t>2. Strategic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B6E0-EDA8-406D-A869-9B8A279E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7591011" cy="3450613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Statement and communication of an organization’s mission, vision and objectives.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Defining and communicating an organization’s strategic objectives is a key element of any strategy process model</a:t>
            </a:r>
            <a:endParaRPr lang="en-SG" sz="3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4DDF2F07-FFE5-4B9E-835C-5B6D31636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30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FD0A-3BE6-4B06-9729-AF30236F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5300" dirty="0"/>
              <a:t>Strategic Objectives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(Elements of strategic objective setting for digital business)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B0D9A-B445-48BA-94F5-EDAE8F0073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50" t="21482" r="22333" b="13925"/>
          <a:stretch/>
        </p:blipFill>
        <p:spPr>
          <a:xfrm>
            <a:off x="5432843" y="1690688"/>
            <a:ext cx="6143424" cy="50253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1115FB-6589-4624-97E8-22C5F43286CE}"/>
              </a:ext>
            </a:extLst>
          </p:cNvPr>
          <p:cNvSpPr txBox="1"/>
          <p:nvPr/>
        </p:nvSpPr>
        <p:spPr>
          <a:xfrm>
            <a:off x="1473409" y="3058328"/>
            <a:ext cx="3743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Key aspects of strategic objective setting</a:t>
            </a:r>
          </a:p>
        </p:txBody>
      </p:sp>
    </p:spTree>
    <p:extLst>
      <p:ext uri="{BB962C8B-B14F-4D97-AF65-F5344CB8AC3E}">
        <p14:creationId xmlns:p14="http://schemas.microsoft.com/office/powerpoint/2010/main" val="1726784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FFD0A-3BE6-4B06-9729-AF30236F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Strategic Objectives</a:t>
            </a:r>
            <a:b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(Methods in which digital business can add value to an organization)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C38317FB-DB7E-456F-9DCC-AB765EC80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9149159"/>
              </p:ext>
            </p:extLst>
          </p:nvPr>
        </p:nvGraphicFramePr>
        <p:xfrm>
          <a:off x="629854" y="1860604"/>
          <a:ext cx="10907490" cy="409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41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CAE3-020C-4BA9-9B36-EFAB0E21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Strategic Objective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(Objective Setting)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80137-190F-40F0-8F1C-BC3C0B369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463800"/>
            <a:ext cx="10515600" cy="4351338"/>
          </a:xfrm>
        </p:spPr>
        <p:txBody>
          <a:bodyPr>
            <a:normAutofit/>
          </a:bodyPr>
          <a:lstStyle/>
          <a:p>
            <a:r>
              <a:rPr lang="en-SG" sz="3600"/>
              <a:t>An effective strategy development process links general goals, strategies and more specific objectives and performance measures. </a:t>
            </a:r>
          </a:p>
          <a:p>
            <a:pPr marL="0" indent="0">
              <a:buNone/>
            </a:pPr>
            <a:endParaRPr lang="en-SG" sz="3600"/>
          </a:p>
          <a:p>
            <a:r>
              <a:rPr lang="en-SG" sz="3600"/>
              <a:t>One method of achieving this linkage is through tabulations.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1580987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CAE3-020C-4BA9-9B36-EFAB0E21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16" y="79375"/>
            <a:ext cx="10515600" cy="1325563"/>
          </a:xfrm>
        </p:spPr>
        <p:txBody>
          <a:bodyPr/>
          <a:lstStyle/>
          <a:p>
            <a:r>
              <a:rPr lang="en-SG" dirty="0"/>
              <a:t>Strategic Objective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(Objective Setting)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D5160-5067-45C2-AD42-AA0537B2DC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34" t="22369" r="15750" b="8889"/>
          <a:stretch/>
        </p:blipFill>
        <p:spPr>
          <a:xfrm>
            <a:off x="1912769" y="1304291"/>
            <a:ext cx="9473902" cy="547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40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5.5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5.5</a:t>
            </a:r>
          </a:p>
        </p:txBody>
      </p:sp>
    </p:spTree>
    <p:extLst>
      <p:ext uri="{BB962C8B-B14F-4D97-AF65-F5344CB8AC3E}">
        <p14:creationId xmlns:p14="http://schemas.microsoft.com/office/powerpoint/2010/main" val="4013128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CAE3-020C-4BA9-9B36-EFAB0E21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Strategic Objective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(Setting SMART objectives)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5BD9E-23F9-4E20-9DCE-50265DEDFFB8}"/>
              </a:ext>
            </a:extLst>
          </p:cNvPr>
          <p:cNvSpPr txBox="1"/>
          <p:nvPr/>
        </p:nvSpPr>
        <p:spPr>
          <a:xfrm>
            <a:off x="971550" y="1962150"/>
            <a:ext cx="106394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SMART is used to assess the suitability of objectives set to drive different strategies or the improvement of the full range of business processes</a:t>
            </a:r>
          </a:p>
          <a:p>
            <a:endParaRPr lang="en-SG" sz="2400" dirty="0"/>
          </a:p>
          <a:p>
            <a:pPr marL="457200" indent="-457200">
              <a:buAutoNum type="arabicPeriod"/>
            </a:pPr>
            <a:r>
              <a:rPr lang="en-SG" sz="2400" b="1" u="sng" dirty="0"/>
              <a:t>Specific</a:t>
            </a:r>
            <a:r>
              <a:rPr lang="en-SG" sz="2400" dirty="0"/>
              <a:t>. Is the objective sufficiently detailed to measure real world problems and opportunities?</a:t>
            </a:r>
          </a:p>
          <a:p>
            <a:pPr marL="457200" indent="-457200">
              <a:buAutoNum type="arabicPeriod"/>
            </a:pPr>
            <a:r>
              <a:rPr lang="en-SG" sz="2400" b="1" u="sng" dirty="0"/>
              <a:t>Measurable</a:t>
            </a:r>
            <a:r>
              <a:rPr lang="en-SG" sz="2400" dirty="0"/>
              <a:t>. Can a quantitative or qualitative attribute be applied to create a metric?</a:t>
            </a:r>
          </a:p>
          <a:p>
            <a:pPr marL="457200" indent="-457200">
              <a:buAutoNum type="arabicPeriod"/>
            </a:pPr>
            <a:r>
              <a:rPr lang="en-SG" sz="2400" b="1" u="sng" dirty="0"/>
              <a:t>Actionable</a:t>
            </a:r>
            <a:r>
              <a:rPr lang="en-SG" sz="2400" dirty="0"/>
              <a:t>. Can the information be used to improve performance?</a:t>
            </a:r>
          </a:p>
          <a:p>
            <a:pPr marL="457200" indent="-457200">
              <a:buAutoNum type="arabicPeriod"/>
            </a:pPr>
            <a:r>
              <a:rPr lang="en-SG" sz="2400" b="1" u="sng" dirty="0"/>
              <a:t>Relevant</a:t>
            </a:r>
            <a:r>
              <a:rPr lang="en-SG" sz="2400" dirty="0"/>
              <a:t>. Can the information be applied to the specific problem faced by the manage?</a:t>
            </a:r>
          </a:p>
          <a:p>
            <a:pPr marL="457200" indent="-457200">
              <a:buAutoNum type="arabicPeriod"/>
            </a:pPr>
            <a:r>
              <a:rPr lang="en-SG" sz="2400" b="1" u="sng" dirty="0"/>
              <a:t>Time-related</a:t>
            </a:r>
            <a:r>
              <a:rPr lang="en-SG" sz="2400" dirty="0"/>
              <a:t>. Does the measure or goal relate to a definite time-frame?</a:t>
            </a:r>
          </a:p>
        </p:txBody>
      </p:sp>
    </p:spTree>
    <p:extLst>
      <p:ext uri="{BB962C8B-B14F-4D97-AF65-F5344CB8AC3E}">
        <p14:creationId xmlns:p14="http://schemas.microsoft.com/office/powerpoint/2010/main" val="3353029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CAE3-020C-4BA9-9B36-EFAB0E21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Strategic Objective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(The balance score card approach to objective settings)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5BD9E-23F9-4E20-9DCE-50265DEDFFB8}"/>
              </a:ext>
            </a:extLst>
          </p:cNvPr>
          <p:cNvSpPr txBox="1"/>
          <p:nvPr/>
        </p:nvSpPr>
        <p:spPr>
          <a:xfrm>
            <a:off x="971550" y="1962150"/>
            <a:ext cx="1063942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The main areas of the balanced scorecard are:</a:t>
            </a:r>
          </a:p>
          <a:p>
            <a:endParaRPr lang="en-SG" sz="2800" dirty="0"/>
          </a:p>
          <a:p>
            <a:pPr marL="457200" indent="-457200">
              <a:buAutoNum type="arabicPeriod"/>
            </a:pPr>
            <a:r>
              <a:rPr lang="en-SG" sz="2800" b="1" u="sng" dirty="0"/>
              <a:t>Customer concerns</a:t>
            </a:r>
            <a:r>
              <a:rPr lang="en-SG" sz="2800" dirty="0"/>
              <a:t>. Includes time, quality, performance, service and cost.</a:t>
            </a:r>
          </a:p>
          <a:p>
            <a:pPr marL="457200" indent="-457200">
              <a:buAutoNum type="arabicPeriod"/>
            </a:pPr>
            <a:r>
              <a:rPr lang="en-SG" sz="2800" b="1" u="sng" dirty="0"/>
              <a:t>Internal measures</a:t>
            </a:r>
            <a:r>
              <a:rPr lang="en-SG" sz="2800" dirty="0"/>
              <a:t>. Based on the business processes that have the greatest impact on customer satisfaction.</a:t>
            </a:r>
          </a:p>
          <a:p>
            <a:pPr marL="457200" indent="-457200">
              <a:buAutoNum type="arabicPeriod"/>
            </a:pPr>
            <a:r>
              <a:rPr lang="en-SG" sz="2800" b="1" u="sng" dirty="0"/>
              <a:t>Financial measures</a:t>
            </a:r>
            <a:r>
              <a:rPr lang="en-SG" sz="2800" dirty="0"/>
              <a:t>. Traditional measures such as turnover, costs, profitability and return on capital employed.</a:t>
            </a:r>
          </a:p>
          <a:p>
            <a:pPr marL="457200" indent="-457200">
              <a:buAutoNum type="arabicPeriod"/>
            </a:pPr>
            <a:r>
              <a:rPr lang="en-SG" sz="2800" b="1" u="sng" dirty="0"/>
              <a:t>Learning and growth</a:t>
            </a:r>
            <a:r>
              <a:rPr lang="en-SG" sz="2800" dirty="0"/>
              <a:t>. Innovation and staff development</a:t>
            </a:r>
          </a:p>
          <a:p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941979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CAE3-020C-4BA9-9B36-EFAB0E21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Strategic Objective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(The balance score card approach to objective settings)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2C084-9590-4976-A8E7-8B0EDF8323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99" t="26074" r="15584" b="16000"/>
          <a:stretch/>
        </p:blipFill>
        <p:spPr>
          <a:xfrm>
            <a:off x="3665563" y="1690688"/>
            <a:ext cx="8165414" cy="4934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A70A15-1E8C-4EE8-9512-F96AB2D72960}"/>
              </a:ext>
            </a:extLst>
          </p:cNvPr>
          <p:cNvSpPr txBox="1"/>
          <p:nvPr/>
        </p:nvSpPr>
        <p:spPr>
          <a:xfrm>
            <a:off x="937432" y="2914650"/>
            <a:ext cx="2628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 balanced scorecard provides a framework for the entire business strategy process.</a:t>
            </a:r>
          </a:p>
        </p:txBody>
      </p:sp>
    </p:spTree>
    <p:extLst>
      <p:ext uri="{BB962C8B-B14F-4D97-AF65-F5344CB8AC3E}">
        <p14:creationId xmlns:p14="http://schemas.microsoft.com/office/powerpoint/2010/main" val="1687106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9631-503F-4869-9AE5-3A6AC362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0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 dirty="0"/>
              <a:t>3. Strategy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BCC-EAE2-4176-98FC-B937E1CF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7975"/>
          </a:xfrm>
        </p:spPr>
        <p:txBody>
          <a:bodyPr>
            <a:normAutofit/>
          </a:bodyPr>
          <a:lstStyle/>
          <a:p>
            <a:r>
              <a:rPr lang="en-SG" sz="3200" dirty="0"/>
              <a:t>Formulation, review and selection of strategies to achieve strategic objectives.</a:t>
            </a:r>
          </a:p>
          <a:p>
            <a:pPr marL="0" indent="0">
              <a:buNone/>
            </a:pPr>
            <a:endParaRPr lang="en-SG" sz="3200" dirty="0"/>
          </a:p>
          <a:p>
            <a:r>
              <a:rPr lang="en-SG" sz="3200" dirty="0"/>
              <a:t>As strategy is formulated based on vision and objectives, so it is necessary to frequently revisit an revise them.</a:t>
            </a:r>
          </a:p>
        </p:txBody>
      </p:sp>
    </p:spTree>
    <p:extLst>
      <p:ext uri="{BB962C8B-B14F-4D97-AF65-F5344CB8AC3E}">
        <p14:creationId xmlns:p14="http://schemas.microsoft.com/office/powerpoint/2010/main" val="3068385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9631-503F-4869-9AE5-3A6AC362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9850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 dirty="0"/>
              <a:t>Strategy Definition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8F6A8E-5738-497F-B538-5F5D86AF65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3" t="28889" r="22666" b="12296"/>
          <a:stretch/>
        </p:blipFill>
        <p:spPr>
          <a:xfrm>
            <a:off x="4674235" y="1535286"/>
            <a:ext cx="6765290" cy="5115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4B331F-8AAE-412A-9B00-AECCA8960449}"/>
              </a:ext>
            </a:extLst>
          </p:cNvPr>
          <p:cNvSpPr txBox="1"/>
          <p:nvPr/>
        </p:nvSpPr>
        <p:spPr>
          <a:xfrm>
            <a:off x="1226185" y="2828925"/>
            <a:ext cx="33337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Elements of strategy definition for the digital business</a:t>
            </a:r>
          </a:p>
        </p:txBody>
      </p:sp>
    </p:spTree>
    <p:extLst>
      <p:ext uri="{BB962C8B-B14F-4D97-AF65-F5344CB8AC3E}">
        <p14:creationId xmlns:p14="http://schemas.microsoft.com/office/powerpoint/2010/main" val="4117447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9631-503F-4869-9AE5-3A6AC362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6000" dirty="0"/>
              <a:t>Strategy Definition</a:t>
            </a:r>
            <a:br>
              <a:rPr lang="en-SG" sz="5400" dirty="0"/>
            </a:b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(Selection of digital business strategy options)</a:t>
            </a:r>
            <a:endParaRPr lang="en-SG" sz="5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BCC-EAE2-4176-98FC-B937E1CF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626"/>
            <a:ext cx="10515600" cy="4254500"/>
          </a:xfrm>
        </p:spPr>
        <p:txBody>
          <a:bodyPr>
            <a:normAutofit/>
          </a:bodyPr>
          <a:lstStyle/>
          <a:p>
            <a:r>
              <a:rPr lang="en-SG" sz="3600" dirty="0"/>
              <a:t>When reviewing digital business strategy options, there will be a range of possible strategies and digital business service alternatives to be evaluated.</a:t>
            </a:r>
          </a:p>
          <a:p>
            <a:pPr marL="0" indent="0">
              <a:buNone/>
            </a:pPr>
            <a:endParaRPr lang="en-SG" sz="3600" dirty="0"/>
          </a:p>
          <a:p>
            <a:r>
              <a:rPr lang="en-SG" sz="3600" dirty="0"/>
              <a:t>Limited resources will dictate that only some applications are practical.</a:t>
            </a:r>
          </a:p>
        </p:txBody>
      </p:sp>
    </p:spTree>
    <p:extLst>
      <p:ext uri="{BB962C8B-B14F-4D97-AF65-F5344CB8AC3E}">
        <p14:creationId xmlns:p14="http://schemas.microsoft.com/office/powerpoint/2010/main" val="4208083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9631-503F-4869-9AE5-3A6AC362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6000" dirty="0"/>
              <a:t>Strategy Definition</a:t>
            </a:r>
            <a:br>
              <a:rPr lang="en-SG" sz="5400" dirty="0"/>
            </a:b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(Selection of digital business strategy options)</a:t>
            </a:r>
            <a:endParaRPr lang="en-SG" sz="5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BCC-EAE2-4176-98FC-B937E1CF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075"/>
            <a:ext cx="10515600" cy="46545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dirty="0"/>
              <a:t>Typical options for an organization which has a brochureware site might be to implement: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Transactional e-commerce facility</a:t>
            </a:r>
          </a:p>
          <a:p>
            <a:r>
              <a:rPr lang="en-SG" dirty="0"/>
              <a:t>Online Catalogue facility</a:t>
            </a:r>
          </a:p>
          <a:p>
            <a:r>
              <a:rPr lang="en-SG" dirty="0"/>
              <a:t> e-CRM – lead generation system</a:t>
            </a:r>
          </a:p>
          <a:p>
            <a:r>
              <a:rPr lang="en-SG" dirty="0"/>
              <a:t> e-CRM – customer service management</a:t>
            </a:r>
          </a:p>
          <a:p>
            <a:r>
              <a:rPr lang="en-SG" dirty="0"/>
              <a:t> e-CRM – personalization of contents for users</a:t>
            </a:r>
          </a:p>
          <a:p>
            <a:r>
              <a:rPr lang="en-SG" dirty="0"/>
              <a:t> e-procurement system for office supplies</a:t>
            </a:r>
          </a:p>
          <a:p>
            <a:r>
              <a:rPr lang="en-SG" dirty="0"/>
              <a:t> social network or customer forum</a:t>
            </a:r>
          </a:p>
        </p:txBody>
      </p:sp>
    </p:spTree>
    <p:extLst>
      <p:ext uri="{BB962C8B-B14F-4D97-AF65-F5344CB8AC3E}">
        <p14:creationId xmlns:p14="http://schemas.microsoft.com/office/powerpoint/2010/main" val="97907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5.6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5.6</a:t>
            </a:r>
          </a:p>
        </p:txBody>
      </p:sp>
    </p:spTree>
    <p:extLst>
      <p:ext uri="{BB962C8B-B14F-4D97-AF65-F5344CB8AC3E}">
        <p14:creationId xmlns:p14="http://schemas.microsoft.com/office/powerpoint/2010/main" val="2891508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9631-503F-4869-9AE5-3A6AC362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6000" dirty="0"/>
              <a:t>4. Strategy Implementation</a:t>
            </a:r>
            <a:br>
              <a:rPr lang="en-SG" dirty="0"/>
            </a:br>
            <a:endParaRPr lang="en-S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C898D6-2379-4096-BA7A-3A33B995D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150156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71501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9631-503F-4869-9AE5-3A6AC362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6000" dirty="0"/>
              <a:t>Strategy Implementation</a:t>
            </a:r>
            <a:br>
              <a:rPr lang="en-SG" dirty="0"/>
            </a:b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30324-2D96-47CF-B82E-3FE7B4C60D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99" t="26667" r="20796" b="20000"/>
          <a:stretch/>
        </p:blipFill>
        <p:spPr>
          <a:xfrm>
            <a:off x="4274820" y="1609725"/>
            <a:ext cx="7326630" cy="502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78EA9F-6993-474F-AB2F-E48D3FE8FE6E}"/>
              </a:ext>
            </a:extLst>
          </p:cNvPr>
          <p:cNvSpPr txBox="1"/>
          <p:nvPr/>
        </p:nvSpPr>
        <p:spPr>
          <a:xfrm>
            <a:off x="1003935" y="2847052"/>
            <a:ext cx="31051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Elements of strategy implementation for the digital business</a:t>
            </a:r>
          </a:p>
        </p:txBody>
      </p:sp>
    </p:spTree>
    <p:extLst>
      <p:ext uri="{BB962C8B-B14F-4D97-AF65-F5344CB8AC3E}">
        <p14:creationId xmlns:p14="http://schemas.microsoft.com/office/powerpoint/2010/main" val="1317507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E06D-6D7F-4790-8202-67520FFA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192405"/>
            <a:ext cx="10515600" cy="1325563"/>
          </a:xfrm>
        </p:spPr>
        <p:txBody>
          <a:bodyPr>
            <a:normAutofit/>
          </a:bodyPr>
          <a:lstStyle/>
          <a:p>
            <a:r>
              <a:rPr lang="en-SG" sz="4800" dirty="0"/>
              <a:t>Strategy Implementation 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(Reasons for failed digital business strategies)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A76C4A-DABB-4DA5-91C4-92723AA97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6325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5639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E06D-6D7F-4790-8202-67520FFA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19240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5300"/>
              <a:t>Strategy Implementation </a:t>
            </a:r>
            <a:br>
              <a:rPr lang="en-SG"/>
            </a:br>
            <a:r>
              <a:rPr lang="en-SG" sz="3100">
                <a:solidFill>
                  <a:schemeClr val="accent4">
                    <a:lumMod val="75000"/>
                  </a:schemeClr>
                </a:solidFill>
              </a:rPr>
              <a:t>(Digital business strategy implementation success factors for SMEs)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C442C-5E89-4A72-A39F-802C7EA1C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SG" b="1" u="sng" dirty="0"/>
              <a:t>Content</a:t>
            </a:r>
            <a:r>
              <a:rPr lang="en-SG" dirty="0"/>
              <a:t> – effective presentation of products and services</a:t>
            </a:r>
          </a:p>
          <a:p>
            <a:r>
              <a:rPr lang="en-SG" b="1" u="sng" dirty="0"/>
              <a:t>Convenience</a:t>
            </a:r>
            <a:r>
              <a:rPr lang="en-SG" dirty="0"/>
              <a:t> – the usability of the website</a:t>
            </a:r>
          </a:p>
          <a:p>
            <a:r>
              <a:rPr lang="en-SG" b="1" u="sng" dirty="0"/>
              <a:t>Interaction</a:t>
            </a:r>
            <a:r>
              <a:rPr lang="en-SG" dirty="0"/>
              <a:t> – the means of relationship building with the customers</a:t>
            </a:r>
          </a:p>
          <a:p>
            <a:r>
              <a:rPr lang="en-SG" b="1" u="sng" dirty="0"/>
              <a:t>Community</a:t>
            </a:r>
            <a:r>
              <a:rPr lang="en-SG" dirty="0"/>
              <a:t> – relationship building with groups or like-minded individuals or organization</a:t>
            </a:r>
          </a:p>
          <a:p>
            <a:r>
              <a:rPr lang="en-SG" dirty="0"/>
              <a:t> </a:t>
            </a:r>
            <a:r>
              <a:rPr lang="en-SG" b="1" u="sng" dirty="0"/>
              <a:t>Price-sensitivity</a:t>
            </a:r>
            <a:r>
              <a:rPr lang="en-SG" dirty="0"/>
              <a:t> – Sensitivity of a product or service to price competition on the Internet</a:t>
            </a:r>
          </a:p>
          <a:p>
            <a:r>
              <a:rPr lang="en-SG" b="1" u="sng" dirty="0"/>
              <a:t>Brand image </a:t>
            </a:r>
            <a:r>
              <a:rPr lang="en-SG" dirty="0"/>
              <a:t>– Ability to build up credible brand name</a:t>
            </a:r>
          </a:p>
          <a:p>
            <a:r>
              <a:rPr lang="en-SG" b="1" u="sng" dirty="0"/>
              <a:t>Commitment</a:t>
            </a:r>
            <a:r>
              <a:rPr lang="en-SG" dirty="0"/>
              <a:t> – motivation for using the Internet and the will to innovate</a:t>
            </a:r>
          </a:p>
          <a:p>
            <a:r>
              <a:rPr lang="en-SG" b="1" u="sng" dirty="0"/>
              <a:t>Process improvement </a:t>
            </a:r>
            <a:r>
              <a:rPr lang="en-SG" dirty="0"/>
              <a:t>– automation of business processes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8353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Self-Assessment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Activity booklet for questions which will help you review the topics covered in this lesson.</a:t>
            </a:r>
          </a:p>
        </p:txBody>
      </p:sp>
    </p:spTree>
    <p:extLst>
      <p:ext uri="{BB962C8B-B14F-4D97-AF65-F5344CB8AC3E}">
        <p14:creationId xmlns:p14="http://schemas.microsoft.com/office/powerpoint/2010/main" val="415922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1509</Words>
  <Application>Microsoft Office PowerPoint</Application>
  <PresentationFormat>Widescreen</PresentationFormat>
  <Paragraphs>177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Wingdings</vt:lpstr>
      <vt:lpstr>Office Theme</vt:lpstr>
      <vt:lpstr>Digital Business and               E-Commerce Management</vt:lpstr>
      <vt:lpstr>Digital Business Strategy</vt:lpstr>
      <vt:lpstr>Activity 5.1</vt:lpstr>
      <vt:lpstr>Introduction</vt:lpstr>
      <vt:lpstr>Four-staged strategy process model</vt:lpstr>
      <vt:lpstr>What is digital business Strategy?</vt:lpstr>
      <vt:lpstr>What is digital business Strategy?</vt:lpstr>
      <vt:lpstr>What is digital business Strategy?</vt:lpstr>
      <vt:lpstr>What is digital business strategy? (Different forms of Organizational strategy)</vt:lpstr>
      <vt:lpstr>Activity 5.2</vt:lpstr>
      <vt:lpstr>What is digital business strategy? (Digital Channel Strategies)</vt:lpstr>
      <vt:lpstr>What is digital business strategy? (Relationship between digital strategy and other strategies)</vt:lpstr>
      <vt:lpstr>What is digital business strategy? (Strategy process model for digital business)</vt:lpstr>
      <vt:lpstr>What is digital business strategy? (Dynamic digital strategy model)</vt:lpstr>
      <vt:lpstr>Activity 5.3</vt:lpstr>
      <vt:lpstr>1. Strategic Analysis </vt:lpstr>
      <vt:lpstr>Strategic Analysis (Resource and Process Analysis) </vt:lpstr>
      <vt:lpstr>Strategic Analysis (For existing companies the stages are: )</vt:lpstr>
      <vt:lpstr>Strategic Analysis (Stage model for digital business development)</vt:lpstr>
      <vt:lpstr>Strategic Analysis (Application portfolio analysis)</vt:lpstr>
      <vt:lpstr>Strategic Analysis (Benchmarking current digital business priorities) 1- Digital Channel Strategy</vt:lpstr>
      <vt:lpstr>Strategic Analysis (Benchmarking current digital business priorities) 2- Online Customer Acquisition</vt:lpstr>
      <vt:lpstr>Strategic Analysis (Benchmarking current digital business priorities) 3- Online Customer conversion and experience</vt:lpstr>
      <vt:lpstr>Strategic Analysis (Benchmarking current digital business priorities) 4- Customer development and growth </vt:lpstr>
      <vt:lpstr>Strategic Analysis (Benchmarking current digital business priorities) 5- Cross-channel integration and brand development</vt:lpstr>
      <vt:lpstr>Strategic Analysis (Benchmarking current digital business priorities) 6- Digital channel governance</vt:lpstr>
      <vt:lpstr>Strategic Analysis </vt:lpstr>
      <vt:lpstr>Strategic Analysis (SWOT Analysis)</vt:lpstr>
      <vt:lpstr>Activity 5.4</vt:lpstr>
      <vt:lpstr>2. Strategic Objectives</vt:lpstr>
      <vt:lpstr>Strategic Objectives (Elements of strategic objective setting for digital business)</vt:lpstr>
      <vt:lpstr>Strategic Objectives (Methods in which digital business can add value to an organization)</vt:lpstr>
      <vt:lpstr>Strategic Objective (Objective Setting)</vt:lpstr>
      <vt:lpstr>Strategic Objective (Objective Setting)</vt:lpstr>
      <vt:lpstr>Activity 5.5</vt:lpstr>
      <vt:lpstr>Strategic Objective (Setting SMART objectives)</vt:lpstr>
      <vt:lpstr>Strategic Objective (The balance score card approach to objective settings)</vt:lpstr>
      <vt:lpstr>Strategic Objective (The balance score card approach to objective settings)</vt:lpstr>
      <vt:lpstr>3. Strategy Definition</vt:lpstr>
      <vt:lpstr>Strategy Definition</vt:lpstr>
      <vt:lpstr>Strategy Definition (Selection of digital business strategy options)</vt:lpstr>
      <vt:lpstr>Strategy Definition (Selection of digital business strategy options)</vt:lpstr>
      <vt:lpstr>Activity 5.6</vt:lpstr>
      <vt:lpstr>4. Strategy Implementation </vt:lpstr>
      <vt:lpstr>Strategy Implementation </vt:lpstr>
      <vt:lpstr>Strategy Implementation  (Reasons for failed digital business strategies)</vt:lpstr>
      <vt:lpstr>Strategy Implementation  (Digital business strategy implementation success factors for SMEs)</vt:lpstr>
      <vt:lpstr>Self-Assessment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Business and               E-Commerce Management</dc:title>
  <dc:creator>Marie Chris Soque</dc:creator>
  <cp:lastModifiedBy>Marie Chris Soque</cp:lastModifiedBy>
  <cp:revision>16</cp:revision>
  <dcterms:created xsi:type="dcterms:W3CDTF">2020-04-12T15:00:18Z</dcterms:created>
  <dcterms:modified xsi:type="dcterms:W3CDTF">2020-04-13T06:26:32Z</dcterms:modified>
</cp:coreProperties>
</file>