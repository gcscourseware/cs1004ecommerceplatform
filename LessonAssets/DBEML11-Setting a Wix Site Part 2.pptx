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58" r:id="rId16"/>
    <p:sldId id="273" r:id="rId17"/>
    <p:sldId id="274" r:id="rId18"/>
    <p:sldId id="277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5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8D6A71F-69D0-4362-8E4D-63BC5CBA8FB6}">
          <p14:sldIdLst>
            <p14:sldId id="256"/>
            <p14:sldId id="257"/>
            <p14:sldId id="262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58"/>
            <p14:sldId id="273"/>
            <p14:sldId id="274"/>
            <p14:sldId id="277"/>
            <p14:sldId id="275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7"/>
            <p14:sldId id="288"/>
            <p14:sldId id="289"/>
            <p14:sldId id="290"/>
            <p14:sldId id="291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42F02-3345-4BB8-8B0E-23C8E3F94CAE}" v="83" dt="2018-11-09T08:51:16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oe" userId="8901cf30983edc6b" providerId="LiveId" clId="{C1442F02-3345-4BB8-8B0E-23C8E3F94CAE}"/>
    <pc:docChg chg="undo custSel mod addSld modSld modMainMaster">
      <pc:chgData name="Tony Toe" userId="8901cf30983edc6b" providerId="LiveId" clId="{C1442F02-3345-4BB8-8B0E-23C8E3F94CAE}" dt="2018-11-09T08:53:22.890" v="1735" actId="20577"/>
      <pc:docMkLst>
        <pc:docMk/>
      </pc:docMkLst>
      <pc:sldChg chg="addSp delSp modSp add mod setBg">
        <pc:chgData name="Tony Toe" userId="8901cf30983edc6b" providerId="LiveId" clId="{C1442F02-3345-4BB8-8B0E-23C8E3F94CAE}" dt="2018-11-07T03:53:50.766" v="1417" actId="14100"/>
        <pc:sldMkLst>
          <pc:docMk/>
          <pc:sldMk cId="2878228141" sldId="259"/>
        </pc:sldMkLst>
        <pc:spChg chg="mod">
          <ac:chgData name="Tony Toe" userId="8901cf30983edc6b" providerId="LiveId" clId="{C1442F02-3345-4BB8-8B0E-23C8E3F94CAE}" dt="2018-11-07T02:39:52.629" v="8" actId="20577"/>
          <ac:spMkLst>
            <pc:docMk/>
            <pc:sldMk cId="2878228141" sldId="259"/>
            <ac:spMk id="2" creationId="{3695336E-06B7-426C-8AC1-BDC6371EE292}"/>
          </ac:spMkLst>
        </pc:spChg>
        <pc:spChg chg="mod">
          <ac:chgData name="Tony Toe" userId="8901cf30983edc6b" providerId="LiveId" clId="{C1442F02-3345-4BB8-8B0E-23C8E3F94CAE}" dt="2018-11-07T03:53:50.766" v="1417" actId="14100"/>
          <ac:spMkLst>
            <pc:docMk/>
            <pc:sldMk cId="2878228141" sldId="259"/>
            <ac:spMk id="3" creationId="{0493722E-AC09-4849-9057-7BBCE811B926}"/>
          </ac:spMkLst>
        </pc:spChg>
        <pc:spChg chg="add del">
          <ac:chgData name="Tony Toe" userId="8901cf30983edc6b" providerId="LiveId" clId="{C1442F02-3345-4BB8-8B0E-23C8E3F94CAE}" dt="2018-11-07T02:38:35.854" v="2" actId="478"/>
          <ac:spMkLst>
            <pc:docMk/>
            <pc:sldMk cId="2878228141" sldId="259"/>
            <ac:spMk id="4" creationId="{816C93EB-31D2-4026-9714-1D432D7FCA03}"/>
          </ac:spMkLst>
        </pc:spChg>
        <pc:picChg chg="add del mod">
          <ac:chgData name="Tony Toe" userId="8901cf30983edc6b" providerId="LiveId" clId="{C1442F02-3345-4BB8-8B0E-23C8E3F94CAE}" dt="2018-11-07T03:53:44.648" v="1415" actId="478"/>
          <ac:picMkLst>
            <pc:docMk/>
            <pc:sldMk cId="2878228141" sldId="259"/>
            <ac:picMk id="1028" creationId="{1CAD0328-5E1A-49B6-8DBA-C3EC54AFDBF5}"/>
          </ac:picMkLst>
        </pc:picChg>
      </pc:sldChg>
      <pc:sldChg chg="modSp add">
        <pc:chgData name="Tony Toe" userId="8901cf30983edc6b" providerId="LiveId" clId="{C1442F02-3345-4BB8-8B0E-23C8E3F94CAE}" dt="2018-11-07T02:47:13.229" v="65" actId="20577"/>
        <pc:sldMkLst>
          <pc:docMk/>
          <pc:sldMk cId="1900627532" sldId="260"/>
        </pc:sldMkLst>
        <pc:spChg chg="mod">
          <ac:chgData name="Tony Toe" userId="8901cf30983edc6b" providerId="LiveId" clId="{C1442F02-3345-4BB8-8B0E-23C8E3F94CAE}" dt="2018-11-07T02:40:56.142" v="33" actId="20577"/>
          <ac:spMkLst>
            <pc:docMk/>
            <pc:sldMk cId="1900627532" sldId="260"/>
            <ac:spMk id="2" creationId="{45F803A7-FACA-4F16-B76C-A9AB4CDF6334}"/>
          </ac:spMkLst>
        </pc:spChg>
        <pc:spChg chg="mod">
          <ac:chgData name="Tony Toe" userId="8901cf30983edc6b" providerId="LiveId" clId="{C1442F02-3345-4BB8-8B0E-23C8E3F94CAE}" dt="2018-11-07T02:47:13.229" v="65" actId="20577"/>
          <ac:spMkLst>
            <pc:docMk/>
            <pc:sldMk cId="1900627532" sldId="260"/>
            <ac:spMk id="3" creationId="{A3A52AE1-D289-4E7A-88F2-F05F7F4EDB0D}"/>
          </ac:spMkLst>
        </pc:spChg>
      </pc:sldChg>
      <pc:sldChg chg="addSp delSp modSp add mod setBg">
        <pc:chgData name="Tony Toe" userId="8901cf30983edc6b" providerId="LiveId" clId="{C1442F02-3345-4BB8-8B0E-23C8E3F94CAE}" dt="2018-11-07T02:48:15.523" v="134" actId="26606"/>
        <pc:sldMkLst>
          <pc:docMk/>
          <pc:sldMk cId="113529752" sldId="261"/>
        </pc:sldMkLst>
        <pc:spChg chg="mod">
          <ac:chgData name="Tony Toe" userId="8901cf30983edc6b" providerId="LiveId" clId="{C1442F02-3345-4BB8-8B0E-23C8E3F94CAE}" dt="2018-11-07T02:48:15.523" v="134" actId="26606"/>
          <ac:spMkLst>
            <pc:docMk/>
            <pc:sldMk cId="113529752" sldId="261"/>
            <ac:spMk id="2" creationId="{EEB12D6D-EBBC-42A7-A5F6-857F56F83A98}"/>
          </ac:spMkLst>
        </pc:spChg>
        <pc:spChg chg="del">
          <ac:chgData name="Tony Toe" userId="8901cf30983edc6b" providerId="LiveId" clId="{C1442F02-3345-4BB8-8B0E-23C8E3F94CAE}" dt="2018-11-07T02:47:48.649" v="131" actId="26606"/>
          <ac:spMkLst>
            <pc:docMk/>
            <pc:sldMk cId="113529752" sldId="261"/>
            <ac:spMk id="3" creationId="{509542F9-F69C-4EB1-8492-84FD69DF1DCA}"/>
          </ac:spMkLst>
        </pc:spChg>
        <pc:graphicFrameChg chg="add mod modGraphic">
          <ac:chgData name="Tony Toe" userId="8901cf30983edc6b" providerId="LiveId" clId="{C1442F02-3345-4BB8-8B0E-23C8E3F94CAE}" dt="2018-11-07T02:48:15.523" v="134" actId="26606"/>
          <ac:graphicFrameMkLst>
            <pc:docMk/>
            <pc:sldMk cId="113529752" sldId="261"/>
            <ac:graphicFrameMk id="4" creationId="{1C9A4696-1632-48E4-8722-567C739AB91B}"/>
          </ac:graphicFrameMkLst>
        </pc:graphicFrameChg>
      </pc:sldChg>
      <pc:sldChg chg="addSp modSp add">
        <pc:chgData name="Tony Toe" userId="8901cf30983edc6b" providerId="LiveId" clId="{C1442F02-3345-4BB8-8B0E-23C8E3F94CAE}" dt="2018-11-07T02:51:21.716" v="234" actId="20577"/>
        <pc:sldMkLst>
          <pc:docMk/>
          <pc:sldMk cId="3969558563" sldId="262"/>
        </pc:sldMkLst>
        <pc:spChg chg="mod">
          <ac:chgData name="Tony Toe" userId="8901cf30983edc6b" providerId="LiveId" clId="{C1442F02-3345-4BB8-8B0E-23C8E3F94CAE}" dt="2018-11-07T02:48:27.173" v="154" actId="20577"/>
          <ac:spMkLst>
            <pc:docMk/>
            <pc:sldMk cId="3969558563" sldId="262"/>
            <ac:spMk id="2" creationId="{5F131AFE-C8A2-4D1F-BD60-9842204D5183}"/>
          </ac:spMkLst>
        </pc:spChg>
        <pc:spChg chg="mod">
          <ac:chgData name="Tony Toe" userId="8901cf30983edc6b" providerId="LiveId" clId="{C1442F02-3345-4BB8-8B0E-23C8E3F94CAE}" dt="2018-11-07T02:49:18.077" v="205" actId="20577"/>
          <ac:spMkLst>
            <pc:docMk/>
            <pc:sldMk cId="3969558563" sldId="262"/>
            <ac:spMk id="3" creationId="{A7D5A1EC-D487-4379-B861-BFD03ABBEDF2}"/>
          </ac:spMkLst>
        </pc:spChg>
        <pc:spChg chg="add mod">
          <ac:chgData name="Tony Toe" userId="8901cf30983edc6b" providerId="LiveId" clId="{C1442F02-3345-4BB8-8B0E-23C8E3F94CAE}" dt="2018-11-07T02:49:43.518" v="213" actId="1076"/>
          <ac:spMkLst>
            <pc:docMk/>
            <pc:sldMk cId="3969558563" sldId="262"/>
            <ac:spMk id="4" creationId="{65F0777D-C1B3-4AC9-8236-74EAE95320B6}"/>
          </ac:spMkLst>
        </pc:spChg>
        <pc:spChg chg="add mod">
          <ac:chgData name="Tony Toe" userId="8901cf30983edc6b" providerId="LiveId" clId="{C1442F02-3345-4BB8-8B0E-23C8E3F94CAE}" dt="2018-11-07T02:50:50.878" v="219" actId="1076"/>
          <ac:spMkLst>
            <pc:docMk/>
            <pc:sldMk cId="3969558563" sldId="262"/>
            <ac:spMk id="5" creationId="{4D661E92-FEE9-4003-A583-1C73125C079E}"/>
          </ac:spMkLst>
        </pc:spChg>
        <pc:spChg chg="add mod">
          <ac:chgData name="Tony Toe" userId="8901cf30983edc6b" providerId="LiveId" clId="{C1442F02-3345-4BB8-8B0E-23C8E3F94CAE}" dt="2018-11-07T02:51:21.716" v="234" actId="20577"/>
          <ac:spMkLst>
            <pc:docMk/>
            <pc:sldMk cId="3969558563" sldId="262"/>
            <ac:spMk id="6" creationId="{935E57C7-408F-45E9-A6DD-6FD9D2A09C31}"/>
          </ac:spMkLst>
        </pc:spChg>
      </pc:sldChg>
      <pc:sldChg chg="modSp add">
        <pc:chgData name="Tony Toe" userId="8901cf30983edc6b" providerId="LiveId" clId="{C1442F02-3345-4BB8-8B0E-23C8E3F94CAE}" dt="2018-11-07T02:52:17.709" v="290" actId="20577"/>
        <pc:sldMkLst>
          <pc:docMk/>
          <pc:sldMk cId="559869889" sldId="263"/>
        </pc:sldMkLst>
        <pc:spChg chg="mod">
          <ac:chgData name="Tony Toe" userId="8901cf30983edc6b" providerId="LiveId" clId="{C1442F02-3345-4BB8-8B0E-23C8E3F94CAE}" dt="2018-11-07T02:52:03.525" v="247" actId="20577"/>
          <ac:spMkLst>
            <pc:docMk/>
            <pc:sldMk cId="559869889" sldId="263"/>
            <ac:spMk id="2" creationId="{381301AC-9853-4354-A499-D62DDE9405F5}"/>
          </ac:spMkLst>
        </pc:spChg>
        <pc:spChg chg="mod">
          <ac:chgData name="Tony Toe" userId="8901cf30983edc6b" providerId="LiveId" clId="{C1442F02-3345-4BB8-8B0E-23C8E3F94CAE}" dt="2018-11-07T02:52:17.709" v="290" actId="20577"/>
          <ac:spMkLst>
            <pc:docMk/>
            <pc:sldMk cId="559869889" sldId="263"/>
            <ac:spMk id="3" creationId="{A848DCD5-3BE6-4EC6-A161-81F30994B542}"/>
          </ac:spMkLst>
        </pc:spChg>
      </pc:sldChg>
      <pc:sldChg chg="modSp add">
        <pc:chgData name="Tony Toe" userId="8901cf30983edc6b" providerId="LiveId" clId="{C1442F02-3345-4BB8-8B0E-23C8E3F94CAE}" dt="2018-11-07T02:53:39.390" v="311" actId="20577"/>
        <pc:sldMkLst>
          <pc:docMk/>
          <pc:sldMk cId="2663059022" sldId="264"/>
        </pc:sldMkLst>
        <pc:spChg chg="mod">
          <ac:chgData name="Tony Toe" userId="8901cf30983edc6b" providerId="LiveId" clId="{C1442F02-3345-4BB8-8B0E-23C8E3F94CAE}" dt="2018-11-07T02:53:02.812" v="304" actId="20577"/>
          <ac:spMkLst>
            <pc:docMk/>
            <pc:sldMk cId="2663059022" sldId="264"/>
            <ac:spMk id="2" creationId="{56C38C1D-E5D3-491E-AB5C-FD264E405F84}"/>
          </ac:spMkLst>
        </pc:spChg>
        <pc:spChg chg="mod">
          <ac:chgData name="Tony Toe" userId="8901cf30983edc6b" providerId="LiveId" clId="{C1442F02-3345-4BB8-8B0E-23C8E3F94CAE}" dt="2018-11-07T02:53:39.390" v="311" actId="20577"/>
          <ac:spMkLst>
            <pc:docMk/>
            <pc:sldMk cId="2663059022" sldId="264"/>
            <ac:spMk id="3" creationId="{D170DBF4-03B0-46C7-8921-AC850D27F341}"/>
          </ac:spMkLst>
        </pc:spChg>
      </pc:sldChg>
      <pc:sldChg chg="modSp add">
        <pc:chgData name="Tony Toe" userId="8901cf30983edc6b" providerId="LiveId" clId="{C1442F02-3345-4BB8-8B0E-23C8E3F94CAE}" dt="2018-11-07T02:54:18.012" v="332" actId="20577"/>
        <pc:sldMkLst>
          <pc:docMk/>
          <pc:sldMk cId="767239538" sldId="265"/>
        </pc:sldMkLst>
        <pc:spChg chg="mod">
          <ac:chgData name="Tony Toe" userId="8901cf30983edc6b" providerId="LiveId" clId="{C1442F02-3345-4BB8-8B0E-23C8E3F94CAE}" dt="2018-11-07T02:54:02.781" v="326" actId="20577"/>
          <ac:spMkLst>
            <pc:docMk/>
            <pc:sldMk cId="767239538" sldId="265"/>
            <ac:spMk id="2" creationId="{D5DA16FE-8B01-4D89-9A03-706D9BB3FA13}"/>
          </ac:spMkLst>
        </pc:spChg>
        <pc:spChg chg="mod">
          <ac:chgData name="Tony Toe" userId="8901cf30983edc6b" providerId="LiveId" clId="{C1442F02-3345-4BB8-8B0E-23C8E3F94CAE}" dt="2018-11-07T02:54:18.012" v="332" actId="20577"/>
          <ac:spMkLst>
            <pc:docMk/>
            <pc:sldMk cId="767239538" sldId="265"/>
            <ac:spMk id="3" creationId="{AD2B53B1-8061-44BD-95CC-40420DB8CBE5}"/>
          </ac:spMkLst>
        </pc:spChg>
      </pc:sldChg>
      <pc:sldChg chg="addSp modSp add">
        <pc:chgData name="Tony Toe" userId="8901cf30983edc6b" providerId="LiveId" clId="{C1442F02-3345-4BB8-8B0E-23C8E3F94CAE}" dt="2018-11-07T02:56:07.607" v="468" actId="1076"/>
        <pc:sldMkLst>
          <pc:docMk/>
          <pc:sldMk cId="2036393543" sldId="266"/>
        </pc:sldMkLst>
        <pc:spChg chg="mod">
          <ac:chgData name="Tony Toe" userId="8901cf30983edc6b" providerId="LiveId" clId="{C1442F02-3345-4BB8-8B0E-23C8E3F94CAE}" dt="2018-11-07T02:55:19.723" v="413" actId="20577"/>
          <ac:spMkLst>
            <pc:docMk/>
            <pc:sldMk cId="2036393543" sldId="266"/>
            <ac:spMk id="2" creationId="{CAAE499C-48D2-4FF9-9C18-FE32A3DA42D3}"/>
          </ac:spMkLst>
        </pc:spChg>
        <pc:spChg chg="mod">
          <ac:chgData name="Tony Toe" userId="8901cf30983edc6b" providerId="LiveId" clId="{C1442F02-3345-4BB8-8B0E-23C8E3F94CAE}" dt="2018-11-07T02:55:43.388" v="460" actId="20577"/>
          <ac:spMkLst>
            <pc:docMk/>
            <pc:sldMk cId="2036393543" sldId="266"/>
            <ac:spMk id="3" creationId="{5A577533-217A-4D1C-8533-D565EC3A1507}"/>
          </ac:spMkLst>
        </pc:spChg>
        <pc:spChg chg="add mod">
          <ac:chgData name="Tony Toe" userId="8901cf30983edc6b" providerId="LiveId" clId="{C1442F02-3345-4BB8-8B0E-23C8E3F94CAE}" dt="2018-11-07T02:56:07.607" v="468" actId="1076"/>
          <ac:spMkLst>
            <pc:docMk/>
            <pc:sldMk cId="2036393543" sldId="266"/>
            <ac:spMk id="4" creationId="{3B37C893-FE76-45E0-9010-2C273797A4CD}"/>
          </ac:spMkLst>
        </pc:spChg>
      </pc:sldChg>
      <pc:sldChg chg="addSp modSp add">
        <pc:chgData name="Tony Toe" userId="8901cf30983edc6b" providerId="LiveId" clId="{C1442F02-3345-4BB8-8B0E-23C8E3F94CAE}" dt="2018-11-07T03:02:05.063" v="475" actId="1076"/>
        <pc:sldMkLst>
          <pc:docMk/>
          <pc:sldMk cId="2616453588" sldId="267"/>
        </pc:sldMkLst>
        <pc:spChg chg="add mod">
          <ac:chgData name="Tony Toe" userId="8901cf30983edc6b" providerId="LiveId" clId="{C1442F02-3345-4BB8-8B0E-23C8E3F94CAE}" dt="2018-11-07T03:02:05.063" v="475" actId="1076"/>
          <ac:spMkLst>
            <pc:docMk/>
            <pc:sldMk cId="2616453588" sldId="267"/>
            <ac:spMk id="4" creationId="{972503FA-87D8-4690-9B27-39B72E6FEEF2}"/>
          </ac:spMkLst>
        </pc:spChg>
      </pc:sldChg>
      <pc:sldChg chg="addSp modSp add">
        <pc:chgData name="Tony Toe" userId="8901cf30983edc6b" providerId="LiveId" clId="{C1442F02-3345-4BB8-8B0E-23C8E3F94CAE}" dt="2018-11-07T03:23:44.043" v="697" actId="13926"/>
        <pc:sldMkLst>
          <pc:docMk/>
          <pc:sldMk cId="1867288806" sldId="268"/>
        </pc:sldMkLst>
        <pc:spChg chg="mod">
          <ac:chgData name="Tony Toe" userId="8901cf30983edc6b" providerId="LiveId" clId="{C1442F02-3345-4BB8-8B0E-23C8E3F94CAE}" dt="2018-11-07T03:21:49.203" v="560" actId="20577"/>
          <ac:spMkLst>
            <pc:docMk/>
            <pc:sldMk cId="1867288806" sldId="268"/>
            <ac:spMk id="2" creationId="{FFB80AD2-0F53-4F63-9C39-445785BC8CC8}"/>
          </ac:spMkLst>
        </pc:spChg>
        <pc:spChg chg="mod">
          <ac:chgData name="Tony Toe" userId="8901cf30983edc6b" providerId="LiveId" clId="{C1442F02-3345-4BB8-8B0E-23C8E3F94CAE}" dt="2018-11-07T03:23:44.043" v="697" actId="13926"/>
          <ac:spMkLst>
            <pc:docMk/>
            <pc:sldMk cId="1867288806" sldId="268"/>
            <ac:spMk id="3" creationId="{EDAEE099-9176-44BC-908E-F9E0EB7AC08A}"/>
          </ac:spMkLst>
        </pc:spChg>
        <pc:spChg chg="add mod">
          <ac:chgData name="Tony Toe" userId="8901cf30983edc6b" providerId="LiveId" clId="{C1442F02-3345-4BB8-8B0E-23C8E3F94CAE}" dt="2018-11-07T03:13:17.815" v="485" actId="1076"/>
          <ac:spMkLst>
            <pc:docMk/>
            <pc:sldMk cId="1867288806" sldId="268"/>
            <ac:spMk id="4" creationId="{61BFF04E-3C15-46A9-BD09-A562632B2385}"/>
          </ac:spMkLst>
        </pc:spChg>
      </pc:sldChg>
      <pc:sldChg chg="modSp add">
        <pc:chgData name="Tony Toe" userId="8901cf30983edc6b" providerId="LiveId" clId="{C1442F02-3345-4BB8-8B0E-23C8E3F94CAE}" dt="2018-11-07T03:24:16.345" v="747" actId="20577"/>
        <pc:sldMkLst>
          <pc:docMk/>
          <pc:sldMk cId="1395854422" sldId="269"/>
        </pc:sldMkLst>
        <pc:spChg chg="mod">
          <ac:chgData name="Tony Toe" userId="8901cf30983edc6b" providerId="LiveId" clId="{C1442F02-3345-4BB8-8B0E-23C8E3F94CAE}" dt="2018-11-07T03:24:06.186" v="712" actId="20577"/>
          <ac:spMkLst>
            <pc:docMk/>
            <pc:sldMk cId="1395854422" sldId="269"/>
            <ac:spMk id="2" creationId="{307E50DE-A596-4547-AC5F-B36ADA737D9C}"/>
          </ac:spMkLst>
        </pc:spChg>
        <pc:spChg chg="mod">
          <ac:chgData name="Tony Toe" userId="8901cf30983edc6b" providerId="LiveId" clId="{C1442F02-3345-4BB8-8B0E-23C8E3F94CAE}" dt="2018-11-07T03:24:16.345" v="747" actId="20577"/>
          <ac:spMkLst>
            <pc:docMk/>
            <pc:sldMk cId="1395854422" sldId="269"/>
            <ac:spMk id="3" creationId="{4CCFF443-4F39-41CB-9279-D4203F0AA836}"/>
          </ac:spMkLst>
        </pc:spChg>
      </pc:sldChg>
      <pc:sldChg chg="addSp modSp add">
        <pc:chgData name="Tony Toe" userId="8901cf30983edc6b" providerId="LiveId" clId="{C1442F02-3345-4BB8-8B0E-23C8E3F94CAE}" dt="2018-11-07T03:25:47.010" v="804" actId="1076"/>
        <pc:sldMkLst>
          <pc:docMk/>
          <pc:sldMk cId="3231123048" sldId="270"/>
        </pc:sldMkLst>
        <pc:spChg chg="mod">
          <ac:chgData name="Tony Toe" userId="8901cf30983edc6b" providerId="LiveId" clId="{C1442F02-3345-4BB8-8B0E-23C8E3F94CAE}" dt="2018-11-07T03:25:10.275" v="782" actId="20577"/>
          <ac:spMkLst>
            <pc:docMk/>
            <pc:sldMk cId="3231123048" sldId="270"/>
            <ac:spMk id="2" creationId="{17D525A4-FA0D-4B6A-89EB-086373F965A4}"/>
          </ac:spMkLst>
        </pc:spChg>
        <pc:spChg chg="mod">
          <ac:chgData name="Tony Toe" userId="8901cf30983edc6b" providerId="LiveId" clId="{C1442F02-3345-4BB8-8B0E-23C8E3F94CAE}" dt="2018-11-07T03:25:17.129" v="802" actId="20577"/>
          <ac:spMkLst>
            <pc:docMk/>
            <pc:sldMk cId="3231123048" sldId="270"/>
            <ac:spMk id="3" creationId="{855CD4D5-F530-40B6-B0E4-2C0F3E49ADA0}"/>
          </ac:spMkLst>
        </pc:spChg>
        <pc:spChg chg="add mod">
          <ac:chgData name="Tony Toe" userId="8901cf30983edc6b" providerId="LiveId" clId="{C1442F02-3345-4BB8-8B0E-23C8E3F94CAE}" dt="2018-11-07T03:25:47.010" v="804" actId="1076"/>
          <ac:spMkLst>
            <pc:docMk/>
            <pc:sldMk cId="3231123048" sldId="270"/>
            <ac:spMk id="4" creationId="{B2929AF2-E606-4604-B7BE-09C0B9FC731D}"/>
          </ac:spMkLst>
        </pc:spChg>
      </pc:sldChg>
      <pc:sldChg chg="addSp modSp add">
        <pc:chgData name="Tony Toe" userId="8901cf30983edc6b" providerId="LiveId" clId="{C1442F02-3345-4BB8-8B0E-23C8E3F94CAE}" dt="2018-11-07T03:27:28.563" v="842" actId="313"/>
        <pc:sldMkLst>
          <pc:docMk/>
          <pc:sldMk cId="2226938883" sldId="271"/>
        </pc:sldMkLst>
        <pc:spChg chg="mod">
          <ac:chgData name="Tony Toe" userId="8901cf30983edc6b" providerId="LiveId" clId="{C1442F02-3345-4BB8-8B0E-23C8E3F94CAE}" dt="2018-11-07T03:27:28.563" v="842" actId="313"/>
          <ac:spMkLst>
            <pc:docMk/>
            <pc:sldMk cId="2226938883" sldId="271"/>
            <ac:spMk id="2" creationId="{A33D42EA-4F61-4A75-8A34-428F5477EE5B}"/>
          </ac:spMkLst>
        </pc:spChg>
        <pc:spChg chg="mod">
          <ac:chgData name="Tony Toe" userId="8901cf30983edc6b" providerId="LiveId" clId="{C1442F02-3345-4BB8-8B0E-23C8E3F94CAE}" dt="2018-11-07T03:26:56.939" v="833" actId="313"/>
          <ac:spMkLst>
            <pc:docMk/>
            <pc:sldMk cId="2226938883" sldId="271"/>
            <ac:spMk id="3" creationId="{D2898233-4A8B-4FC8-9357-7D461A4B2BA7}"/>
          </ac:spMkLst>
        </pc:spChg>
        <pc:spChg chg="add mod">
          <ac:chgData name="Tony Toe" userId="8901cf30983edc6b" providerId="LiveId" clId="{C1442F02-3345-4BB8-8B0E-23C8E3F94CAE}" dt="2018-11-07T03:27:26.223" v="841" actId="13926"/>
          <ac:spMkLst>
            <pc:docMk/>
            <pc:sldMk cId="2226938883" sldId="271"/>
            <ac:spMk id="4" creationId="{CB4F1EEB-0FB4-472A-9480-C01B4FDBD131}"/>
          </ac:spMkLst>
        </pc:spChg>
      </pc:sldChg>
      <pc:sldChg chg="modSp add">
        <pc:chgData name="Tony Toe" userId="8901cf30983edc6b" providerId="LiveId" clId="{C1442F02-3345-4BB8-8B0E-23C8E3F94CAE}" dt="2018-11-07T03:27:52.250" v="892" actId="20577"/>
        <pc:sldMkLst>
          <pc:docMk/>
          <pc:sldMk cId="1347873503" sldId="272"/>
        </pc:sldMkLst>
        <pc:spChg chg="mod">
          <ac:chgData name="Tony Toe" userId="8901cf30983edc6b" providerId="LiveId" clId="{C1442F02-3345-4BB8-8B0E-23C8E3F94CAE}" dt="2018-11-07T03:27:41.722" v="855" actId="20577"/>
          <ac:spMkLst>
            <pc:docMk/>
            <pc:sldMk cId="1347873503" sldId="272"/>
            <ac:spMk id="2" creationId="{BC1E6C45-5A91-4137-800A-D9BB4E569DD3}"/>
          </ac:spMkLst>
        </pc:spChg>
        <pc:spChg chg="mod">
          <ac:chgData name="Tony Toe" userId="8901cf30983edc6b" providerId="LiveId" clId="{C1442F02-3345-4BB8-8B0E-23C8E3F94CAE}" dt="2018-11-07T03:27:52.250" v="892" actId="20577"/>
          <ac:spMkLst>
            <pc:docMk/>
            <pc:sldMk cId="1347873503" sldId="272"/>
            <ac:spMk id="3" creationId="{63F16016-25AA-440C-9266-145D9817099E}"/>
          </ac:spMkLst>
        </pc:spChg>
      </pc:sldChg>
      <pc:sldChg chg="addSp modSp add">
        <pc:chgData name="Tony Toe" userId="8901cf30983edc6b" providerId="LiveId" clId="{C1442F02-3345-4BB8-8B0E-23C8E3F94CAE}" dt="2018-11-07T03:29:41.595" v="898" actId="1076"/>
        <pc:sldMkLst>
          <pc:docMk/>
          <pc:sldMk cId="3830724426" sldId="273"/>
        </pc:sldMkLst>
        <pc:spChg chg="mod">
          <ac:chgData name="Tony Toe" userId="8901cf30983edc6b" providerId="LiveId" clId="{C1442F02-3345-4BB8-8B0E-23C8E3F94CAE}" dt="2018-11-07T03:29:08.148" v="895" actId="20577"/>
          <ac:spMkLst>
            <pc:docMk/>
            <pc:sldMk cId="3830724426" sldId="273"/>
            <ac:spMk id="2" creationId="{0E765B06-95B3-4634-B01B-77D8EF067F87}"/>
          </ac:spMkLst>
        </pc:spChg>
        <pc:spChg chg="mod">
          <ac:chgData name="Tony Toe" userId="8901cf30983edc6b" providerId="LiveId" clId="{C1442F02-3345-4BB8-8B0E-23C8E3F94CAE}" dt="2018-11-07T03:29:25.043" v="896" actId="1076"/>
          <ac:spMkLst>
            <pc:docMk/>
            <pc:sldMk cId="3830724426" sldId="273"/>
            <ac:spMk id="3" creationId="{AD0BE510-A2FB-462A-A645-CD725DC831F5}"/>
          </ac:spMkLst>
        </pc:spChg>
        <pc:spChg chg="add mod">
          <ac:chgData name="Tony Toe" userId="8901cf30983edc6b" providerId="LiveId" clId="{C1442F02-3345-4BB8-8B0E-23C8E3F94CAE}" dt="2018-11-07T03:29:41.595" v="898" actId="1076"/>
          <ac:spMkLst>
            <pc:docMk/>
            <pc:sldMk cId="3830724426" sldId="273"/>
            <ac:spMk id="4" creationId="{ABF220DE-02F4-4CEE-BD55-E3AD5B70CBFA}"/>
          </ac:spMkLst>
        </pc:spChg>
      </pc:sldChg>
      <pc:sldChg chg="addSp delSp modSp add">
        <pc:chgData name="Tony Toe" userId="8901cf30983edc6b" providerId="LiveId" clId="{C1442F02-3345-4BB8-8B0E-23C8E3F94CAE}" dt="2018-11-07T03:30:14.895" v="926" actId="1076"/>
        <pc:sldMkLst>
          <pc:docMk/>
          <pc:sldMk cId="1251736921" sldId="274"/>
        </pc:sldMkLst>
        <pc:spChg chg="mod">
          <ac:chgData name="Tony Toe" userId="8901cf30983edc6b" providerId="LiveId" clId="{C1442F02-3345-4BB8-8B0E-23C8E3F94CAE}" dt="2018-11-07T03:29:59.266" v="922" actId="20577"/>
          <ac:spMkLst>
            <pc:docMk/>
            <pc:sldMk cId="1251736921" sldId="274"/>
            <ac:spMk id="2" creationId="{1C511B08-FC97-4809-BDBE-64B0651BFE8D}"/>
          </ac:spMkLst>
        </pc:spChg>
        <pc:spChg chg="del">
          <ac:chgData name="Tony Toe" userId="8901cf30983edc6b" providerId="LiveId" clId="{C1442F02-3345-4BB8-8B0E-23C8E3F94CAE}" dt="2018-11-07T03:30:11.345" v="925" actId="478"/>
          <ac:spMkLst>
            <pc:docMk/>
            <pc:sldMk cId="1251736921" sldId="274"/>
            <ac:spMk id="3" creationId="{5AB02C63-1A5A-4096-B978-1708337BA9AB}"/>
          </ac:spMkLst>
        </pc:spChg>
        <pc:spChg chg="add mod">
          <ac:chgData name="Tony Toe" userId="8901cf30983edc6b" providerId="LiveId" clId="{C1442F02-3345-4BB8-8B0E-23C8E3F94CAE}" dt="2018-11-07T03:30:14.895" v="926" actId="1076"/>
          <ac:spMkLst>
            <pc:docMk/>
            <pc:sldMk cId="1251736921" sldId="274"/>
            <ac:spMk id="4" creationId="{9D120C2A-7C72-47C6-85AD-36B172660C4A}"/>
          </ac:spMkLst>
        </pc:spChg>
      </pc:sldChg>
      <pc:sldChg chg="modSp add">
        <pc:chgData name="Tony Toe" userId="8901cf30983edc6b" providerId="LiveId" clId="{C1442F02-3345-4BB8-8B0E-23C8E3F94CAE}" dt="2018-11-07T03:30:50.653" v="954" actId="20577"/>
        <pc:sldMkLst>
          <pc:docMk/>
          <pc:sldMk cId="3084603823" sldId="275"/>
        </pc:sldMkLst>
        <pc:spChg chg="mod">
          <ac:chgData name="Tony Toe" userId="8901cf30983edc6b" providerId="LiveId" clId="{C1442F02-3345-4BB8-8B0E-23C8E3F94CAE}" dt="2018-11-07T03:30:35.721" v="951" actId="20577"/>
          <ac:spMkLst>
            <pc:docMk/>
            <pc:sldMk cId="3084603823" sldId="275"/>
            <ac:spMk id="2" creationId="{831DEFDB-D9B9-44D9-B481-729A02A77A05}"/>
          </ac:spMkLst>
        </pc:spChg>
        <pc:spChg chg="mod">
          <ac:chgData name="Tony Toe" userId="8901cf30983edc6b" providerId="LiveId" clId="{C1442F02-3345-4BB8-8B0E-23C8E3F94CAE}" dt="2018-11-07T03:30:50.653" v="954" actId="20577"/>
          <ac:spMkLst>
            <pc:docMk/>
            <pc:sldMk cId="3084603823" sldId="275"/>
            <ac:spMk id="3" creationId="{38805D42-842E-480E-BAB0-725A05CFE8E1}"/>
          </ac:spMkLst>
        </pc:spChg>
      </pc:sldChg>
      <pc:sldChg chg="addSp modSp add">
        <pc:chgData name="Tony Toe" userId="8901cf30983edc6b" providerId="LiveId" clId="{C1442F02-3345-4BB8-8B0E-23C8E3F94CAE}" dt="2018-11-07T03:31:40.113" v="978" actId="13926"/>
        <pc:sldMkLst>
          <pc:docMk/>
          <pc:sldMk cId="1438324259" sldId="276"/>
        </pc:sldMkLst>
        <pc:spChg chg="mod">
          <ac:chgData name="Tony Toe" userId="8901cf30983edc6b" providerId="LiveId" clId="{C1442F02-3345-4BB8-8B0E-23C8E3F94CAE}" dt="2018-11-07T03:31:12.585" v="971" actId="20577"/>
          <ac:spMkLst>
            <pc:docMk/>
            <pc:sldMk cId="1438324259" sldId="276"/>
            <ac:spMk id="2" creationId="{01A772CF-92EF-464C-85AE-5D6816092E33}"/>
          </ac:spMkLst>
        </pc:spChg>
        <pc:spChg chg="mod">
          <ac:chgData name="Tony Toe" userId="8901cf30983edc6b" providerId="LiveId" clId="{C1442F02-3345-4BB8-8B0E-23C8E3F94CAE}" dt="2018-11-07T03:31:21.164" v="972" actId="13926"/>
          <ac:spMkLst>
            <pc:docMk/>
            <pc:sldMk cId="1438324259" sldId="276"/>
            <ac:spMk id="3" creationId="{1080FF5B-12C0-4E71-A4AB-44C2777599A9}"/>
          </ac:spMkLst>
        </pc:spChg>
        <pc:spChg chg="add mod">
          <ac:chgData name="Tony Toe" userId="8901cf30983edc6b" providerId="LiveId" clId="{C1442F02-3345-4BB8-8B0E-23C8E3F94CAE}" dt="2018-11-07T03:31:40.113" v="978" actId="13926"/>
          <ac:spMkLst>
            <pc:docMk/>
            <pc:sldMk cId="1438324259" sldId="276"/>
            <ac:spMk id="4" creationId="{F65E28A2-8C94-4B19-B7B1-E84A7FA22D03}"/>
          </ac:spMkLst>
        </pc:spChg>
      </pc:sldChg>
      <pc:sldChg chg="addSp modSp add">
        <pc:chgData name="Tony Toe" userId="8901cf30983edc6b" providerId="LiveId" clId="{C1442F02-3345-4BB8-8B0E-23C8E3F94CAE}" dt="2018-11-07T03:39:27.803" v="1124" actId="1076"/>
        <pc:sldMkLst>
          <pc:docMk/>
          <pc:sldMk cId="3797467521" sldId="277"/>
        </pc:sldMkLst>
        <pc:spChg chg="mod">
          <ac:chgData name="Tony Toe" userId="8901cf30983edc6b" providerId="LiveId" clId="{C1442F02-3345-4BB8-8B0E-23C8E3F94CAE}" dt="2018-11-07T03:33:36.785" v="1035" actId="20577"/>
          <ac:spMkLst>
            <pc:docMk/>
            <pc:sldMk cId="3797467521" sldId="277"/>
            <ac:spMk id="2" creationId="{43D3CC60-1B8D-4160-B2C4-16837B745B18}"/>
          </ac:spMkLst>
        </pc:spChg>
        <pc:spChg chg="mod">
          <ac:chgData name="Tony Toe" userId="8901cf30983edc6b" providerId="LiveId" clId="{C1442F02-3345-4BB8-8B0E-23C8E3F94CAE}" dt="2018-11-07T03:39:13.191" v="1122" actId="20577"/>
          <ac:spMkLst>
            <pc:docMk/>
            <pc:sldMk cId="3797467521" sldId="277"/>
            <ac:spMk id="3" creationId="{D4BA7592-B468-4766-8160-AD8DF5A25C0D}"/>
          </ac:spMkLst>
        </pc:spChg>
        <pc:spChg chg="add mod">
          <ac:chgData name="Tony Toe" userId="8901cf30983edc6b" providerId="LiveId" clId="{C1442F02-3345-4BB8-8B0E-23C8E3F94CAE}" dt="2018-11-07T03:39:27.803" v="1124" actId="1076"/>
          <ac:spMkLst>
            <pc:docMk/>
            <pc:sldMk cId="3797467521" sldId="277"/>
            <ac:spMk id="4" creationId="{98AEF56F-4B54-491B-A4B7-14DCE9048D7B}"/>
          </ac:spMkLst>
        </pc:spChg>
      </pc:sldChg>
      <pc:sldChg chg="modSp add">
        <pc:chgData name="Tony Toe" userId="8901cf30983edc6b" providerId="LiveId" clId="{C1442F02-3345-4BB8-8B0E-23C8E3F94CAE}" dt="2018-11-07T03:39:58.521" v="1197" actId="20577"/>
        <pc:sldMkLst>
          <pc:docMk/>
          <pc:sldMk cId="870818330" sldId="278"/>
        </pc:sldMkLst>
        <pc:spChg chg="mod">
          <ac:chgData name="Tony Toe" userId="8901cf30983edc6b" providerId="LiveId" clId="{C1442F02-3345-4BB8-8B0E-23C8E3F94CAE}" dt="2018-11-07T03:39:41.025" v="1139" actId="20577"/>
          <ac:spMkLst>
            <pc:docMk/>
            <pc:sldMk cId="870818330" sldId="278"/>
            <ac:spMk id="2" creationId="{788B429D-28D7-429B-A1BA-00B451086C32}"/>
          </ac:spMkLst>
        </pc:spChg>
        <pc:spChg chg="mod">
          <ac:chgData name="Tony Toe" userId="8901cf30983edc6b" providerId="LiveId" clId="{C1442F02-3345-4BB8-8B0E-23C8E3F94CAE}" dt="2018-11-07T03:39:58.521" v="1197" actId="20577"/>
          <ac:spMkLst>
            <pc:docMk/>
            <pc:sldMk cId="870818330" sldId="278"/>
            <ac:spMk id="3" creationId="{1F301E4E-04E6-41DB-98AB-ABE1BD812B06}"/>
          </ac:spMkLst>
        </pc:spChg>
      </pc:sldChg>
      <pc:sldChg chg="addSp delSp modSp add">
        <pc:chgData name="Tony Toe" userId="8901cf30983edc6b" providerId="LiveId" clId="{C1442F02-3345-4BB8-8B0E-23C8E3F94CAE}" dt="2018-11-07T03:40:39.511" v="1216" actId="1076"/>
        <pc:sldMkLst>
          <pc:docMk/>
          <pc:sldMk cId="1756175335" sldId="279"/>
        </pc:sldMkLst>
        <pc:spChg chg="mod">
          <ac:chgData name="Tony Toe" userId="8901cf30983edc6b" providerId="LiveId" clId="{C1442F02-3345-4BB8-8B0E-23C8E3F94CAE}" dt="2018-11-07T03:40:30.265" v="1213" actId="20577"/>
          <ac:spMkLst>
            <pc:docMk/>
            <pc:sldMk cId="1756175335" sldId="279"/>
            <ac:spMk id="2" creationId="{F4726761-D2AC-4EE2-B8F8-CDA23138D106}"/>
          </ac:spMkLst>
        </pc:spChg>
        <pc:spChg chg="del">
          <ac:chgData name="Tony Toe" userId="8901cf30983edc6b" providerId="LiveId" clId="{C1442F02-3345-4BB8-8B0E-23C8E3F94CAE}" dt="2018-11-07T03:40:33.521" v="1214" actId="478"/>
          <ac:spMkLst>
            <pc:docMk/>
            <pc:sldMk cId="1756175335" sldId="279"/>
            <ac:spMk id="3" creationId="{3D4A8FE1-6858-4AF5-A3DC-EEDEA06D87B3}"/>
          </ac:spMkLst>
        </pc:spChg>
        <pc:spChg chg="add mod">
          <ac:chgData name="Tony Toe" userId="8901cf30983edc6b" providerId="LiveId" clId="{C1442F02-3345-4BB8-8B0E-23C8E3F94CAE}" dt="2018-11-07T03:40:39.511" v="1216" actId="1076"/>
          <ac:spMkLst>
            <pc:docMk/>
            <pc:sldMk cId="1756175335" sldId="279"/>
            <ac:spMk id="4" creationId="{0EA7A70B-D9C3-4E32-B520-4DF8FE4015B5}"/>
          </ac:spMkLst>
        </pc:spChg>
      </pc:sldChg>
      <pc:sldChg chg="addSp delSp modSp add">
        <pc:chgData name="Tony Toe" userId="8901cf30983edc6b" providerId="LiveId" clId="{C1442F02-3345-4BB8-8B0E-23C8E3F94CAE}" dt="2018-11-07T03:40:57.817" v="1238" actId="1076"/>
        <pc:sldMkLst>
          <pc:docMk/>
          <pc:sldMk cId="1845229966" sldId="280"/>
        </pc:sldMkLst>
        <pc:spChg chg="mod">
          <ac:chgData name="Tony Toe" userId="8901cf30983edc6b" providerId="LiveId" clId="{C1442F02-3345-4BB8-8B0E-23C8E3F94CAE}" dt="2018-11-07T03:40:46.561" v="1235" actId="20577"/>
          <ac:spMkLst>
            <pc:docMk/>
            <pc:sldMk cId="1845229966" sldId="280"/>
            <ac:spMk id="2" creationId="{57480F1F-F645-4AFD-98AD-1F1D58C1E7BD}"/>
          </ac:spMkLst>
        </pc:spChg>
        <pc:spChg chg="del">
          <ac:chgData name="Tony Toe" userId="8901cf30983edc6b" providerId="LiveId" clId="{C1442F02-3345-4BB8-8B0E-23C8E3F94CAE}" dt="2018-11-07T03:40:54.393" v="1237" actId="478"/>
          <ac:spMkLst>
            <pc:docMk/>
            <pc:sldMk cId="1845229966" sldId="280"/>
            <ac:spMk id="3" creationId="{3FE6BD24-8395-4D1B-9FBC-16B3640B1948}"/>
          </ac:spMkLst>
        </pc:spChg>
        <pc:spChg chg="add mod">
          <ac:chgData name="Tony Toe" userId="8901cf30983edc6b" providerId="LiveId" clId="{C1442F02-3345-4BB8-8B0E-23C8E3F94CAE}" dt="2018-11-07T03:40:57.817" v="1238" actId="1076"/>
          <ac:spMkLst>
            <pc:docMk/>
            <pc:sldMk cId="1845229966" sldId="280"/>
            <ac:spMk id="4" creationId="{C2884227-5DE1-4705-9E64-143E38DFD107}"/>
          </ac:spMkLst>
        </pc:spChg>
      </pc:sldChg>
      <pc:sldChg chg="addSp delSp modSp add mod setBg">
        <pc:chgData name="Tony Toe" userId="8901cf30983edc6b" providerId="LiveId" clId="{C1442F02-3345-4BB8-8B0E-23C8E3F94CAE}" dt="2018-11-07T03:43:49.182" v="1292" actId="13926"/>
        <pc:sldMkLst>
          <pc:docMk/>
          <pc:sldMk cId="2012060342" sldId="281"/>
        </pc:sldMkLst>
        <pc:spChg chg="mod">
          <ac:chgData name="Tony Toe" userId="8901cf30983edc6b" providerId="LiveId" clId="{C1442F02-3345-4BB8-8B0E-23C8E3F94CAE}" dt="2018-11-07T03:41:37.430" v="1281" actId="26606"/>
          <ac:spMkLst>
            <pc:docMk/>
            <pc:sldMk cId="2012060342" sldId="281"/>
            <ac:spMk id="2" creationId="{66A0CB76-ACF6-417C-8714-F84BE47CAF67}"/>
          </ac:spMkLst>
        </pc:spChg>
        <pc:spChg chg="add del">
          <ac:chgData name="Tony Toe" userId="8901cf30983edc6b" providerId="LiveId" clId="{C1442F02-3345-4BB8-8B0E-23C8E3F94CAE}" dt="2018-11-07T03:41:32.103" v="1279" actId="13926"/>
          <ac:spMkLst>
            <pc:docMk/>
            <pc:sldMk cId="2012060342" sldId="281"/>
            <ac:spMk id="3" creationId="{CA104CC2-8AD4-40BB-AD29-A01981FF1F31}"/>
          </ac:spMkLst>
        </pc:spChg>
        <pc:spChg chg="add del">
          <ac:chgData name="Tony Toe" userId="8901cf30983edc6b" providerId="LiveId" clId="{C1442F02-3345-4BB8-8B0E-23C8E3F94CAE}" dt="2018-11-07T03:41:14.793" v="1241" actId="13926"/>
          <ac:spMkLst>
            <pc:docMk/>
            <pc:sldMk cId="2012060342" sldId="281"/>
            <ac:spMk id="5" creationId="{5F1C5B7B-EE78-423E-8F19-7E8A66F339C1}"/>
          </ac:spMkLst>
        </pc:spChg>
        <pc:spChg chg="add mod">
          <ac:chgData name="Tony Toe" userId="8901cf30983edc6b" providerId="LiveId" clId="{C1442F02-3345-4BB8-8B0E-23C8E3F94CAE}" dt="2018-11-07T03:43:49.182" v="1292" actId="13926"/>
          <ac:spMkLst>
            <pc:docMk/>
            <pc:sldMk cId="2012060342" sldId="281"/>
            <ac:spMk id="7" creationId="{5500E125-A739-445A-A976-BF0C3E1B2C8A}"/>
          </ac:spMkLst>
        </pc:spChg>
        <pc:spChg chg="add mod">
          <ac:chgData name="Tony Toe" userId="8901cf30983edc6b" providerId="LiveId" clId="{C1442F02-3345-4BB8-8B0E-23C8E3F94CAE}" dt="2018-11-07T03:42:42.598" v="1290" actId="11529"/>
          <ac:spMkLst>
            <pc:docMk/>
            <pc:sldMk cId="2012060342" sldId="281"/>
            <ac:spMk id="8" creationId="{1C434B31-0DF0-450D-BB3D-A815E87F3BE5}"/>
          </ac:spMkLst>
        </pc:spChg>
        <pc:graphicFrameChg chg="add del mod">
          <ac:chgData name="Tony Toe" userId="8901cf30983edc6b" providerId="LiveId" clId="{C1442F02-3345-4BB8-8B0E-23C8E3F94CAE}" dt="2018-11-07T03:41:14.793" v="1241" actId="13926"/>
          <ac:graphicFrameMkLst>
            <pc:docMk/>
            <pc:sldMk cId="2012060342" sldId="281"/>
            <ac:graphicFrameMk id="4" creationId="{80857680-7C3B-42E6-ABAC-C090F0FA6C72}"/>
          </ac:graphicFrameMkLst>
        </pc:graphicFrameChg>
        <pc:graphicFrameChg chg="add mod modGraphic">
          <ac:chgData name="Tony Toe" userId="8901cf30983edc6b" providerId="LiveId" clId="{C1442F02-3345-4BB8-8B0E-23C8E3F94CAE}" dt="2018-11-07T03:43:43.368" v="1291" actId="13926"/>
          <ac:graphicFrameMkLst>
            <pc:docMk/>
            <pc:sldMk cId="2012060342" sldId="281"/>
            <ac:graphicFrameMk id="6" creationId="{EA7F043D-9C5E-4AB9-990E-B6787FFAB1F6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6:21.533" v="1312" actId="1076"/>
        <pc:sldMkLst>
          <pc:docMk/>
          <pc:sldMk cId="2731599334" sldId="282"/>
        </pc:sldMkLst>
        <pc:spChg chg="mod">
          <ac:chgData name="Tony Toe" userId="8901cf30983edc6b" providerId="LiveId" clId="{C1442F02-3345-4BB8-8B0E-23C8E3F94CAE}" dt="2018-11-07T03:44:01.900" v="1294" actId="1076"/>
          <ac:spMkLst>
            <pc:docMk/>
            <pc:sldMk cId="2731599334" sldId="282"/>
            <ac:spMk id="2" creationId="{82E46549-2BF2-49DC-94E1-AB1C80B67F5B}"/>
          </ac:spMkLst>
        </pc:spChg>
        <pc:spChg chg="del">
          <ac:chgData name="Tony Toe" userId="8901cf30983edc6b" providerId="LiveId" clId="{C1442F02-3345-4BB8-8B0E-23C8E3F94CAE}" dt="2018-11-07T03:44:10.784" v="1295" actId="478"/>
          <ac:spMkLst>
            <pc:docMk/>
            <pc:sldMk cId="2731599334" sldId="282"/>
            <ac:spMk id="3" creationId="{E80BD6E0-4760-46E4-A115-836CD89F0C03}"/>
          </ac:spMkLst>
        </pc:spChg>
        <pc:spChg chg="add mod">
          <ac:chgData name="Tony Toe" userId="8901cf30983edc6b" providerId="LiveId" clId="{C1442F02-3345-4BB8-8B0E-23C8E3F94CAE}" dt="2018-11-07T03:45:39.098" v="1308" actId="13926"/>
          <ac:spMkLst>
            <pc:docMk/>
            <pc:sldMk cId="2731599334" sldId="282"/>
            <ac:spMk id="5" creationId="{C7A88ABA-E7FF-48FA-90FA-236DFE77513F}"/>
          </ac:spMkLst>
        </pc:spChg>
        <pc:spChg chg="add mod">
          <ac:chgData name="Tony Toe" userId="8901cf30983edc6b" providerId="LiveId" clId="{C1442F02-3345-4BB8-8B0E-23C8E3F94CAE}" dt="2018-11-07T03:45:18.955" v="1306" actId="11529"/>
          <ac:spMkLst>
            <pc:docMk/>
            <pc:sldMk cId="2731599334" sldId="282"/>
            <ac:spMk id="6" creationId="{80CC9286-5D88-4997-B5DE-EC62946F42BA}"/>
          </ac:spMkLst>
        </pc:spChg>
        <pc:spChg chg="add mod">
          <ac:chgData name="Tony Toe" userId="8901cf30983edc6b" providerId="LiveId" clId="{C1442F02-3345-4BB8-8B0E-23C8E3F94CAE}" dt="2018-11-07T03:46:21.533" v="1312" actId="1076"/>
          <ac:spMkLst>
            <pc:docMk/>
            <pc:sldMk cId="2731599334" sldId="282"/>
            <ac:spMk id="7" creationId="{48C477FB-E3CD-484A-A319-69D7A1BCC76C}"/>
          </ac:spMkLst>
        </pc:spChg>
        <pc:graphicFrameChg chg="add mod modGraphic">
          <ac:chgData name="Tony Toe" userId="8901cf30983edc6b" providerId="LiveId" clId="{C1442F02-3345-4BB8-8B0E-23C8E3F94CAE}" dt="2018-11-07T03:44:42.164" v="1300" actId="13926"/>
          <ac:graphicFrameMkLst>
            <pc:docMk/>
            <pc:sldMk cId="2731599334" sldId="282"/>
            <ac:graphicFrameMk id="4" creationId="{C8705313-9BAF-46D7-BDD3-BF42C029BF80}"/>
          </ac:graphicFrameMkLst>
        </pc:graphicFrameChg>
      </pc:sldChg>
      <pc:sldChg chg="addSp delSp modSp add">
        <pc:chgData name="Tony Toe" userId="8901cf30983edc6b" providerId="LiveId" clId="{C1442F02-3345-4BB8-8B0E-23C8E3F94CAE}" dt="2018-11-07T03:47:43.289" v="1336" actId="11529"/>
        <pc:sldMkLst>
          <pc:docMk/>
          <pc:sldMk cId="224454288" sldId="283"/>
        </pc:sldMkLst>
        <pc:spChg chg="mod">
          <ac:chgData name="Tony Toe" userId="8901cf30983edc6b" providerId="LiveId" clId="{C1442F02-3345-4BB8-8B0E-23C8E3F94CAE}" dt="2018-11-07T03:46:36.728" v="1328" actId="20577"/>
          <ac:spMkLst>
            <pc:docMk/>
            <pc:sldMk cId="224454288" sldId="283"/>
            <ac:spMk id="2" creationId="{8C6843A6-A07F-4D10-A33D-9F9125BB865E}"/>
          </ac:spMkLst>
        </pc:spChg>
        <pc:spChg chg="del">
          <ac:chgData name="Tony Toe" userId="8901cf30983edc6b" providerId="LiveId" clId="{C1442F02-3345-4BB8-8B0E-23C8E3F94CAE}" dt="2018-11-07T03:46:43.888" v="1329" actId="478"/>
          <ac:spMkLst>
            <pc:docMk/>
            <pc:sldMk cId="224454288" sldId="283"/>
            <ac:spMk id="3" creationId="{38B80C75-8FB6-45DE-A341-B20E0A3EE076}"/>
          </ac:spMkLst>
        </pc:spChg>
        <pc:graphicFrameChg chg="add mod modGraphic">
          <ac:chgData name="Tony Toe" userId="8901cf30983edc6b" providerId="LiveId" clId="{C1442F02-3345-4BB8-8B0E-23C8E3F94CAE}" dt="2018-11-07T03:47:31.465" v="1335" actId="1076"/>
          <ac:graphicFrameMkLst>
            <pc:docMk/>
            <pc:sldMk cId="224454288" sldId="283"/>
            <ac:graphicFrameMk id="4" creationId="{195B6503-894C-4CD4-A82B-AC29E1B75DD7}"/>
          </ac:graphicFrameMkLst>
        </pc:graphicFrameChg>
        <pc:cxnChg chg="add mod">
          <ac:chgData name="Tony Toe" userId="8901cf30983edc6b" providerId="LiveId" clId="{C1442F02-3345-4BB8-8B0E-23C8E3F94CAE}" dt="2018-11-07T03:47:43.289" v="1336" actId="11529"/>
          <ac:cxnSpMkLst>
            <pc:docMk/>
            <pc:sldMk cId="224454288" sldId="283"/>
            <ac:cxnSpMk id="6" creationId="{C8ABCF21-64EE-448A-B4E5-CB7B047819F1}"/>
          </ac:cxnSpMkLst>
        </pc:cxnChg>
      </pc:sldChg>
      <pc:sldChg chg="addSp delSp modSp add">
        <pc:chgData name="Tony Toe" userId="8901cf30983edc6b" providerId="LiveId" clId="{C1442F02-3345-4BB8-8B0E-23C8E3F94CAE}" dt="2018-11-07T03:48:44.486" v="1366" actId="11529"/>
        <pc:sldMkLst>
          <pc:docMk/>
          <pc:sldMk cId="1353420490" sldId="284"/>
        </pc:sldMkLst>
        <pc:spChg chg="mod">
          <ac:chgData name="Tony Toe" userId="8901cf30983edc6b" providerId="LiveId" clId="{C1442F02-3345-4BB8-8B0E-23C8E3F94CAE}" dt="2018-11-07T03:48:07.102" v="1359" actId="313"/>
          <ac:spMkLst>
            <pc:docMk/>
            <pc:sldMk cId="1353420490" sldId="284"/>
            <ac:spMk id="2" creationId="{59CC1552-B16F-43C9-96C2-1F34D60FB217}"/>
          </ac:spMkLst>
        </pc:spChg>
        <pc:spChg chg="del">
          <ac:chgData name="Tony Toe" userId="8901cf30983edc6b" providerId="LiveId" clId="{C1442F02-3345-4BB8-8B0E-23C8E3F94CAE}" dt="2018-11-07T03:47:58.512" v="1357" actId="478"/>
          <ac:spMkLst>
            <pc:docMk/>
            <pc:sldMk cId="1353420490" sldId="284"/>
            <ac:spMk id="3" creationId="{FEBD7888-0B1E-4F9A-8969-CCA2CD033303}"/>
          </ac:spMkLst>
        </pc:spChg>
        <pc:graphicFrameChg chg="add mod modGraphic">
          <ac:chgData name="Tony Toe" userId="8901cf30983edc6b" providerId="LiveId" clId="{C1442F02-3345-4BB8-8B0E-23C8E3F94CAE}" dt="2018-11-07T03:48:36.819" v="1365" actId="1076"/>
          <ac:graphicFrameMkLst>
            <pc:docMk/>
            <pc:sldMk cId="1353420490" sldId="284"/>
            <ac:graphicFrameMk id="4" creationId="{2AACF460-ECA9-4BC9-881A-AA8A6D676B32}"/>
          </ac:graphicFrameMkLst>
        </pc:graphicFrameChg>
        <pc:cxnChg chg="add mod">
          <ac:chgData name="Tony Toe" userId="8901cf30983edc6b" providerId="LiveId" clId="{C1442F02-3345-4BB8-8B0E-23C8E3F94CAE}" dt="2018-11-07T03:48:44.486" v="1366" actId="11529"/>
          <ac:cxnSpMkLst>
            <pc:docMk/>
            <pc:sldMk cId="1353420490" sldId="284"/>
            <ac:cxnSpMk id="6" creationId="{5D2B5455-F3D5-4063-8979-A2D587E37E58}"/>
          </ac:cxnSpMkLst>
        </pc:cxnChg>
      </pc:sldChg>
      <pc:sldChg chg="modSp add">
        <pc:chgData name="Tony Toe" userId="8901cf30983edc6b" providerId="LiveId" clId="{C1442F02-3345-4BB8-8B0E-23C8E3F94CAE}" dt="2018-11-07T03:49:15.072" v="1414" actId="20577"/>
        <pc:sldMkLst>
          <pc:docMk/>
          <pc:sldMk cId="842387938" sldId="285"/>
        </pc:sldMkLst>
        <pc:spChg chg="mod">
          <ac:chgData name="Tony Toe" userId="8901cf30983edc6b" providerId="LiveId" clId="{C1442F02-3345-4BB8-8B0E-23C8E3F94CAE}" dt="2018-11-07T03:49:05.617" v="1379" actId="20577"/>
          <ac:spMkLst>
            <pc:docMk/>
            <pc:sldMk cId="842387938" sldId="285"/>
            <ac:spMk id="2" creationId="{87CC4303-961B-4F9E-8A46-0F809C33ED94}"/>
          </ac:spMkLst>
        </pc:spChg>
        <pc:spChg chg="mod">
          <ac:chgData name="Tony Toe" userId="8901cf30983edc6b" providerId="LiveId" clId="{C1442F02-3345-4BB8-8B0E-23C8E3F94CAE}" dt="2018-11-07T03:49:15.072" v="1414" actId="20577"/>
          <ac:spMkLst>
            <pc:docMk/>
            <pc:sldMk cId="842387938" sldId="285"/>
            <ac:spMk id="3" creationId="{D3635190-C5CA-45F1-B3DE-3ED97404023E}"/>
          </ac:spMkLst>
        </pc:spChg>
      </pc:sldChg>
      <pc:sldChg chg="modSp add">
        <pc:chgData name="Tony Toe" userId="8901cf30983edc6b" providerId="LiveId" clId="{C1442F02-3345-4BB8-8B0E-23C8E3F94CAE}" dt="2018-11-09T08:53:22.890" v="1735" actId="20577"/>
        <pc:sldMkLst>
          <pc:docMk/>
          <pc:sldMk cId="1800740791" sldId="286"/>
        </pc:sldMkLst>
        <pc:spChg chg="mod">
          <ac:chgData name="Tony Toe" userId="8901cf30983edc6b" providerId="LiveId" clId="{C1442F02-3345-4BB8-8B0E-23C8E3F94CAE}" dt="2018-11-09T08:51:20.450" v="1552" actId="20577"/>
          <ac:spMkLst>
            <pc:docMk/>
            <pc:sldMk cId="1800740791" sldId="286"/>
            <ac:spMk id="2" creationId="{B5015436-C8EC-4095-8DF1-C55DFC3843E5}"/>
          </ac:spMkLst>
        </pc:spChg>
        <pc:spChg chg="mod">
          <ac:chgData name="Tony Toe" userId="8901cf30983edc6b" providerId="LiveId" clId="{C1442F02-3345-4BB8-8B0E-23C8E3F94CAE}" dt="2018-11-09T08:53:22.890" v="1735" actId="20577"/>
          <ac:spMkLst>
            <pc:docMk/>
            <pc:sldMk cId="1800740791" sldId="286"/>
            <ac:spMk id="3" creationId="{63C27EF6-3248-4E49-A5C5-7826FDFEAB5D}"/>
          </ac:spMkLst>
        </pc:spChg>
      </pc:sldChg>
      <pc:sldMasterChg chg="modSldLayout">
        <pc:chgData name="Tony Toe" userId="8901cf30983edc6b" providerId="LiveId" clId="{C1442F02-3345-4BB8-8B0E-23C8E3F94CAE}" dt="2018-11-07T03:59:46.980" v="1540" actId="20577"/>
        <pc:sldMasterMkLst>
          <pc:docMk/>
          <pc:sldMasterMk cId="236828940" sldId="2147483648"/>
        </pc:sldMasterMkLst>
        <pc:sldLayoutChg chg="addSp">
          <pc:chgData name="Tony Toe" userId="8901cf30983edc6b" providerId="LiveId" clId="{C1442F02-3345-4BB8-8B0E-23C8E3F94CAE}" dt="2018-11-07T03:59:46.980" v="1540" actId="20577"/>
          <pc:sldLayoutMkLst>
            <pc:docMk/>
            <pc:sldMasterMk cId="236828940" sldId="2147483648"/>
            <pc:sldLayoutMk cId="4054162043" sldId="2147483649"/>
          </pc:sldLayoutMkLst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8" creationId="{B9059644-BD68-48DA-B90B-E97D932F04F4}"/>
            </ac:spMkLst>
          </pc:spChg>
          <pc:spChg chg="add">
            <ac:chgData name="Tony Toe" userId="8901cf30983edc6b" providerId="LiveId" clId="{C1442F02-3345-4BB8-8B0E-23C8E3F94CAE}" dt="2018-11-07T03:59:46.980" v="1540" actId="20577"/>
            <ac:spMkLst>
              <pc:docMk/>
              <pc:sldMasterMk cId="236828940" sldId="2147483648"/>
              <pc:sldLayoutMk cId="4054162043" sldId="2147483649"/>
              <ac:spMk id="9" creationId="{3AEF5720-1197-40C8-BFBA-5BF0AC560111}"/>
            </ac:spMkLst>
          </pc:spChg>
          <pc:picChg chg="add">
            <ac:chgData name="Tony Toe" userId="8901cf30983edc6b" providerId="LiveId" clId="{C1442F02-3345-4BB8-8B0E-23C8E3F94CAE}" dt="2018-11-07T03:59:46.980" v="1540" actId="20577"/>
            <ac:picMkLst>
              <pc:docMk/>
              <pc:sldMasterMk cId="236828940" sldId="2147483648"/>
              <pc:sldLayoutMk cId="4054162043" sldId="2147483649"/>
              <ac:picMk id="10" creationId="{81CE94B4-04F5-4161-95DF-2EB53BA97E45}"/>
            </ac:picMkLst>
          </pc:picChg>
          <pc:cxnChg chg="add">
            <ac:chgData name="Tony Toe" userId="8901cf30983edc6b" providerId="LiveId" clId="{C1442F02-3345-4BB8-8B0E-23C8E3F94CAE}" dt="2018-11-07T03:59:46.980" v="1540" actId="20577"/>
            <ac:cxnSpMkLst>
              <pc:docMk/>
              <pc:sldMasterMk cId="236828940" sldId="2147483648"/>
              <pc:sldLayoutMk cId="4054162043" sldId="2147483649"/>
              <ac:cxnSpMk id="7" creationId="{35D354F6-1E43-4FE2-9416-04E184CE86D7}"/>
            </ac:cxnSpMkLst>
          </pc:cxnChg>
        </pc:sldLayoutChg>
        <pc:sldLayoutChg chg="addSp delSp modSp">
          <pc:chgData name="Tony Toe" userId="8901cf30983edc6b" providerId="LiveId" clId="{C1442F02-3345-4BB8-8B0E-23C8E3F94CAE}" dt="2018-11-07T03:59:12.708" v="1539" actId="167"/>
          <pc:sldLayoutMkLst>
            <pc:docMk/>
            <pc:sldMasterMk cId="236828940" sldId="2147483648"/>
            <pc:sldLayoutMk cId="1864361372" sldId="2147483650"/>
          </pc:sldLayoutMkLst>
          <pc:spChg chg="add mod">
            <ac:chgData name="Tony Toe" userId="8901cf30983edc6b" providerId="LiveId" clId="{C1442F02-3345-4BB8-8B0E-23C8E3F94CAE}" dt="2018-11-07T03:56:20.415" v="1462" actId="14100"/>
            <ac:spMkLst>
              <pc:docMk/>
              <pc:sldMasterMk cId="236828940" sldId="2147483648"/>
              <pc:sldLayoutMk cId="1864361372" sldId="2147483650"/>
              <ac:spMk id="9" creationId="{7F2E3DB5-B764-4A40-95A7-3FCFC0735F10}"/>
            </ac:spMkLst>
          </pc:spChg>
          <pc:spChg chg="add mod">
            <ac:chgData name="Tony Toe" userId="8901cf30983edc6b" providerId="LiveId" clId="{C1442F02-3345-4BB8-8B0E-23C8E3F94CAE}" dt="2018-11-07T03:57:48.350" v="1474" actId="14100"/>
            <ac:spMkLst>
              <pc:docMk/>
              <pc:sldMasterMk cId="236828940" sldId="2147483648"/>
              <pc:sldLayoutMk cId="1864361372" sldId="2147483650"/>
              <ac:spMk id="12" creationId="{8DDA959D-3244-40DF-8C39-48899F94628E}"/>
            </ac:spMkLst>
          </pc:spChg>
          <pc:picChg chg="add mod ord">
            <ac:chgData name="Tony Toe" userId="8901cf30983edc6b" providerId="LiveId" clId="{C1442F02-3345-4BB8-8B0E-23C8E3F94CAE}" dt="2018-11-07T03:57:53.712" v="1479" actId="1038"/>
            <ac:picMkLst>
              <pc:docMk/>
              <pc:sldMasterMk cId="236828940" sldId="2147483648"/>
              <pc:sldLayoutMk cId="1864361372" sldId="2147483650"/>
              <ac:picMk id="11" creationId="{0E49D956-4E7D-4FF0-9764-CA5EA52DF041}"/>
            </ac:picMkLst>
          </pc:picChg>
          <pc:cxnChg chg="add del mod">
            <ac:chgData name="Tony Toe" userId="8901cf30983edc6b" providerId="LiveId" clId="{C1442F02-3345-4BB8-8B0E-23C8E3F94CAE}" dt="2018-11-07T03:58:16.759" v="1526" actId="478"/>
            <ac:cxnSpMkLst>
              <pc:docMk/>
              <pc:sldMasterMk cId="236828940" sldId="2147483648"/>
              <pc:sldLayoutMk cId="1864361372" sldId="2147483650"/>
              <ac:cxnSpMk id="14" creationId="{5E4C11DD-567C-46CF-8316-3D294DCDDC45}"/>
            </ac:cxnSpMkLst>
          </pc:cxnChg>
          <pc:cxnChg chg="add mod ord">
            <ac:chgData name="Tony Toe" userId="8901cf30983edc6b" providerId="LiveId" clId="{C1442F02-3345-4BB8-8B0E-23C8E3F94CAE}" dt="2018-11-07T03:59:12.708" v="1539" actId="167"/>
            <ac:cxnSpMkLst>
              <pc:docMk/>
              <pc:sldMasterMk cId="236828940" sldId="2147483648"/>
              <pc:sldLayoutMk cId="1864361372" sldId="2147483650"/>
              <ac:cxnSpMk id="16" creationId="{3572CAD7-C006-4353-A7EB-D4461834FFBC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000B-7DC9-49F9-AC88-2169B6A36257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81601-C851-40DE-95AD-C36D47D7E0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68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2B97-BF01-4A6E-A887-3F68610F4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7F3B-3C8D-44EC-B168-4DF402D98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D354F6-1E43-4FE2-9416-04E184CE86D7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9059644-BD68-48DA-B90B-E97D932F04F4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L11-Setting a Wix site  Part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EF5720-1197-40C8-BFBA-5BF0AC560111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81CE94B4-04F5-4161-95DF-2EB53BA97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615" y="185738"/>
            <a:ext cx="1364857" cy="7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2CAD7-C006-4353-A7EB-D4461834FFBC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7B28D83-E4C8-4915-BA61-71ABB0F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9BB-BB69-451E-A09E-591809975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BA36-121F-4271-BF92-82AF8DF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813FB-3A55-4A8D-AEBA-1AF76B7A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A959D-3244-40DF-8C39-48899F94628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1" name="Picture 10" descr="A picture containing clipart&#10;&#10;Description automatically generated">
            <a:extLst>
              <a:ext uri="{FF2B5EF4-FFF2-40B4-BE49-F238E27FC236}">
                <a16:creationId xmlns:a16="http://schemas.microsoft.com/office/drawing/2014/main" id="{0E49D956-4E7D-4FF0-9764-CA5EA52DF0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230188"/>
            <a:ext cx="1364857" cy="7378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B7BD88-A131-44EF-B23C-8C4B5AF03F92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L11-Setting a Wix site  Part 2</a:t>
            </a:r>
          </a:p>
        </p:txBody>
      </p:sp>
    </p:spTree>
    <p:extLst>
      <p:ext uri="{BB962C8B-B14F-4D97-AF65-F5344CB8AC3E}">
        <p14:creationId xmlns:p14="http://schemas.microsoft.com/office/powerpoint/2010/main" val="186436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CBC9-E257-4172-AC12-4AC9239B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25E9-6D4F-4823-AE7C-483A3110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586F1-3FAF-4510-86BF-33A89370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3B4C-BEC0-49A2-A45C-7D334E88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0D68-B742-47B0-9398-98B0F76B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70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2605-5E95-4ACC-B9CD-4903C97C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D9895-7D0C-431B-9D5A-C31AC039C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779E9-397B-4F66-B41D-BB342E672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74F6-3A40-4E65-ABFB-7A2C68D8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C9A97-5042-465C-BBED-81AF8C2A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A5479-C27D-45D9-AE08-EE452A49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80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4891-15D3-4754-84C2-E5543F064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125-0BF0-46DA-AE52-B6C10FC94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7E3B-ACAA-4F9F-8D86-14B8758E6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E3A2A-3233-44D6-AF71-16EEA602A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3C41A-D68A-46DA-855E-E1D8D4885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D9258-6F83-419D-9540-19D71D80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64971-15B4-4DC3-B2CB-00DCE6E6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A4FE-DF9D-40D9-82D2-6D0F00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26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FC2B-977A-40CD-9CC9-22479607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7718-914F-4E13-AC0C-C7C5BE9F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CF05-D59E-4AF3-842B-7C757C16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77DE9-3557-46EE-B523-7207E0EA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5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549786-F49C-4973-8751-25E29B2A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1183E-762E-4B73-9B17-A3DA24F1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B1A84-DF94-4F99-A49C-B03B19E0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6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D841-3D44-423C-91C3-F7A515D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97E8-4AF6-4659-BEA1-898853C4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55B-56F3-4B61-A474-67D86A379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7BC3-2791-4AB5-ADAE-0C7F4E70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31823-8CDE-4274-A19F-1E39E5E0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F46A9-8465-4B40-86FD-D275335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294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4D9A-D792-4F7E-AA19-63A97B96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37E6-2053-48FC-B428-429E20BDE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DE880-7950-4911-AC27-4B0D372E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A2BD9-F85B-45B4-91FB-9240F62D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3668D-7030-4594-8DC9-C9B44E45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3C865-F7B5-4870-8694-ED39F9CA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1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EC3D-9000-436C-BBFF-06FD2E29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3804C-57F6-4D6F-88D1-0FD3BE6F1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4962E-FC03-49B4-8F16-72F0A6D1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6B7B-C59A-47E6-A797-20640207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7256-871B-433F-8D7F-15EAF8E9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409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E79DC-D4AB-4EF5-AD3D-FEF820823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851C7-3427-41D1-A1F2-6C3D09DD5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23B8-0D9A-406A-9FB6-2441F678D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72E5-006A-4155-9842-087F938A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49D6-B941-48B9-94A0-5AC0211F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7212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5C447-9B03-43B9-828E-47208582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C0CED-A812-4110-9DA5-48D7C03E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60008-9FE4-4F40-8C1A-C5DDCF6A2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E5ED6-F25D-41F1-AAC9-E78DC995B25D}" type="datetimeFigureOut">
              <a:rPr lang="en-SG" smtClean="0"/>
              <a:t>20/4/2020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3F37-DD31-4315-B770-3F9CFD21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E67E0-94D2-47F8-BE7F-19DE8787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74EC8-7A34-473C-985C-63460AF7DD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2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AD23-F2F8-4063-BECD-46D330AE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Digital Business and               E-Commerce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1BFC50-F776-4C51-876C-0FBE15360ED2}"/>
              </a:ext>
            </a:extLst>
          </p:cNvPr>
          <p:cNvSpPr txBox="1"/>
          <p:nvPr/>
        </p:nvSpPr>
        <p:spPr>
          <a:xfrm>
            <a:off x="895350" y="4457700"/>
            <a:ext cx="10848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>
                <a:latin typeface="Abadi" panose="020B0604020202020204" pitchFamily="34" charset="0"/>
              </a:rPr>
              <a:t>Lesson 11</a:t>
            </a:r>
          </a:p>
          <a:p>
            <a:pPr algn="ctr"/>
            <a:r>
              <a:rPr lang="en-SG" sz="3600" dirty="0">
                <a:latin typeface="Abadi" panose="020B0604020202020204" pitchFamily="34" charset="0"/>
              </a:rPr>
              <a:t>Setting a Wix Site Part 2</a:t>
            </a:r>
          </a:p>
        </p:txBody>
      </p:sp>
    </p:spTree>
    <p:extLst>
      <p:ext uri="{BB962C8B-B14F-4D97-AF65-F5344CB8AC3E}">
        <p14:creationId xmlns:p14="http://schemas.microsoft.com/office/powerpoint/2010/main" val="285614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F88A-68F7-4655-8A42-CD311E85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a Wix Site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8290-7477-4920-92F8-89337E771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At the end of this lesson, you will be able to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r>
              <a:rPr lang="en-SG" dirty="0"/>
              <a:t>Customize the Wix Site</a:t>
            </a:r>
          </a:p>
          <a:p>
            <a:r>
              <a:rPr lang="en-SG" dirty="0"/>
              <a:t>Tune-up site for mobile devices</a:t>
            </a:r>
          </a:p>
          <a:p>
            <a:r>
              <a:rPr lang="en-SG" dirty="0"/>
              <a:t>Create Other Pages and Customize site navigation</a:t>
            </a:r>
          </a:p>
          <a:p>
            <a:r>
              <a:rPr lang="en-SG" dirty="0"/>
              <a:t>Add a Blog</a:t>
            </a:r>
          </a:p>
          <a:p>
            <a:pPr marL="0" indent="0">
              <a:buNone/>
            </a:pPr>
            <a:endParaRPr lang="en-SG" dirty="0"/>
          </a:p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429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5E4BA2-4BC9-4EAD-A2DA-C1778C9C38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36" r="1658" b="11011"/>
          <a:stretch/>
        </p:blipFill>
        <p:spPr>
          <a:xfrm>
            <a:off x="808018" y="1441717"/>
            <a:ext cx="11079182" cy="49652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F285-421D-4F86-BC38-952AEAB26DC4}"/>
              </a:ext>
            </a:extLst>
          </p:cNvPr>
          <p:cNvSpPr txBox="1"/>
          <p:nvPr/>
        </p:nvSpPr>
        <p:spPr>
          <a:xfrm>
            <a:off x="1725898" y="4631453"/>
            <a:ext cx="6591034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After picking the homepage you like, With the Wix ADI editor you can customize every little detail about how the website appears and what elements it features.</a:t>
            </a:r>
          </a:p>
        </p:txBody>
      </p:sp>
    </p:spTree>
    <p:extLst>
      <p:ext uri="{BB962C8B-B14F-4D97-AF65-F5344CB8AC3E}">
        <p14:creationId xmlns:p14="http://schemas.microsoft.com/office/powerpoint/2010/main" val="190636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95" y="-69793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2806D-5732-447E-8660-EAF9FB5C77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62" r="1166" b="7556"/>
          <a:stretch/>
        </p:blipFill>
        <p:spPr>
          <a:xfrm>
            <a:off x="716195" y="1255770"/>
            <a:ext cx="11171005" cy="5180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86F285-421D-4F86-BC38-952AEAB26DC4}"/>
              </a:ext>
            </a:extLst>
          </p:cNvPr>
          <p:cNvSpPr txBox="1"/>
          <p:nvPr/>
        </p:nvSpPr>
        <p:spPr>
          <a:xfrm>
            <a:off x="4669123" y="3846011"/>
            <a:ext cx="7094252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For example, we click on the header section. A sidebar appeared letting you edit the site menu, tagline, logo and etc.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2D56F3-30ED-4055-8420-7190D82A5E6A}"/>
              </a:ext>
            </a:extLst>
          </p:cNvPr>
          <p:cNvCxnSpPr>
            <a:cxnSpLocks/>
          </p:cNvCxnSpPr>
          <p:nvPr/>
        </p:nvCxnSpPr>
        <p:spPr>
          <a:xfrm flipH="1">
            <a:off x="3061700" y="3048000"/>
            <a:ext cx="1291225" cy="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13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891EBA-D3AC-43FF-8EF4-C8B3838F7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34" t="20578" r="3167" b="8444"/>
          <a:stretch/>
        </p:blipFill>
        <p:spPr>
          <a:xfrm>
            <a:off x="3128517" y="1333500"/>
            <a:ext cx="9063483" cy="5524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85725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(Realigning the Sections)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065B32-52AB-4474-B0A6-253401D2C6C7}"/>
              </a:ext>
            </a:extLst>
          </p:cNvPr>
          <p:cNvCxnSpPr>
            <a:cxnSpLocks/>
          </p:cNvCxnSpPr>
          <p:nvPr/>
        </p:nvCxnSpPr>
        <p:spPr>
          <a:xfrm flipV="1">
            <a:off x="9689391" y="2448715"/>
            <a:ext cx="1206140" cy="37068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D92EB6D-D38F-4786-B7E6-4AE83CD4A8F2}"/>
              </a:ext>
            </a:extLst>
          </p:cNvPr>
          <p:cNvSpPr/>
          <p:nvPr/>
        </p:nvSpPr>
        <p:spPr>
          <a:xfrm>
            <a:off x="10944225" y="2057400"/>
            <a:ext cx="1181100" cy="7620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9F376-26F9-4C31-8126-EDA127A00A8F}"/>
              </a:ext>
            </a:extLst>
          </p:cNvPr>
          <p:cNvSpPr txBox="1"/>
          <p:nvPr/>
        </p:nvSpPr>
        <p:spPr>
          <a:xfrm>
            <a:off x="792448" y="2934452"/>
            <a:ext cx="3042595" cy="31085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The Wix ADI editor lets you drag and drop individual elements around the page and also change the order of the sections.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A32DA-172C-4C8F-8696-297F5292AFC4}"/>
              </a:ext>
            </a:extLst>
          </p:cNvPr>
          <p:cNvSpPr txBox="1"/>
          <p:nvPr/>
        </p:nvSpPr>
        <p:spPr>
          <a:xfrm>
            <a:off x="6337652" y="2448714"/>
            <a:ext cx="3351739" cy="45243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dirty="0"/>
              <a:t>If you look at any of the sections, you’ll see two arrow icons in the top right corner of the section.</a:t>
            </a:r>
          </a:p>
          <a:p>
            <a:endParaRPr lang="en-US" dirty="0"/>
          </a:p>
          <a:p>
            <a:r>
              <a:rPr lang="en-US" dirty="0"/>
              <a:t>These arrows let you move a given section up and down. Just click on them, and you’ll see your section shifting places in a matter of seconds.</a:t>
            </a:r>
          </a:p>
        </p:txBody>
      </p:sp>
    </p:spTree>
    <p:extLst>
      <p:ext uri="{BB962C8B-B14F-4D97-AF65-F5344CB8AC3E}">
        <p14:creationId xmlns:p14="http://schemas.microsoft.com/office/powerpoint/2010/main" val="225321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(Switching the Design Styles of the Sections)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96B4F-13E8-469D-99BB-9547F123F7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23" r="2167" b="6815"/>
          <a:stretch/>
        </p:blipFill>
        <p:spPr>
          <a:xfrm>
            <a:off x="592370" y="1411288"/>
            <a:ext cx="11599630" cy="535096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3AA290-443B-4BC1-8E3E-7C4BAF08BF26}"/>
              </a:ext>
            </a:extLst>
          </p:cNvPr>
          <p:cNvCxnSpPr>
            <a:cxnSpLocks/>
          </p:cNvCxnSpPr>
          <p:nvPr/>
        </p:nvCxnSpPr>
        <p:spPr>
          <a:xfrm flipH="1" flipV="1">
            <a:off x="5457825" y="3019425"/>
            <a:ext cx="638175" cy="976584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E34839-EDB3-4F79-B880-4B24DEFF23A0}"/>
              </a:ext>
            </a:extLst>
          </p:cNvPr>
          <p:cNvCxnSpPr>
            <a:cxnSpLocks/>
          </p:cNvCxnSpPr>
          <p:nvPr/>
        </p:nvCxnSpPr>
        <p:spPr>
          <a:xfrm flipH="1" flipV="1">
            <a:off x="3194407" y="3619503"/>
            <a:ext cx="701318" cy="704847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81189C9-AE7F-4039-B6A8-773959958971}"/>
              </a:ext>
            </a:extLst>
          </p:cNvPr>
          <p:cNvSpPr txBox="1"/>
          <p:nvPr/>
        </p:nvSpPr>
        <p:spPr>
          <a:xfrm>
            <a:off x="4749151" y="4224967"/>
            <a:ext cx="7094252" cy="23083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Apart from editing what’s inside your content sections, you can also change the overall designs of the sections themselves.</a:t>
            </a:r>
          </a:p>
          <a:p>
            <a:endParaRPr lang="en-US" sz="2400" dirty="0"/>
          </a:p>
          <a:p>
            <a:r>
              <a:rPr lang="en-US" sz="2400" dirty="0"/>
              <a:t>Just pick the one you like best, and, with one click, it’s going to be put in place of the old one.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49656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(Adding New Sections)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AB711-C4A7-4F0A-9578-F3E8AD9A6F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" t="11111" r="1094" b="12639"/>
          <a:stretch/>
        </p:blipFill>
        <p:spPr>
          <a:xfrm>
            <a:off x="0" y="1535142"/>
            <a:ext cx="12192000" cy="5320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4B42EC-A0D0-40B7-AA65-4C2869350EEB}"/>
              </a:ext>
            </a:extLst>
          </p:cNvPr>
          <p:cNvSpPr txBox="1"/>
          <p:nvPr/>
        </p:nvSpPr>
        <p:spPr>
          <a:xfrm>
            <a:off x="5097748" y="1255211"/>
            <a:ext cx="7094252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Customizing the sections that are already on the page is one thing, but you can also add new ones. </a:t>
            </a:r>
          </a:p>
          <a:p>
            <a:endParaRPr lang="en-US" sz="2400" dirty="0"/>
          </a:p>
          <a:p>
            <a:r>
              <a:rPr lang="en-US" sz="2400" dirty="0"/>
              <a:t>To do so, click on the </a:t>
            </a:r>
            <a:r>
              <a:rPr lang="en-US" sz="2400" b="1" dirty="0"/>
              <a:t>Add</a:t>
            </a:r>
            <a:r>
              <a:rPr lang="en-US" sz="2400" dirty="0"/>
              <a:t> button that’s in the top menu, and then click on </a:t>
            </a:r>
            <a:r>
              <a:rPr lang="en-US" sz="2400" b="1" dirty="0"/>
              <a:t>“Section to Page.”</a:t>
            </a:r>
            <a:endParaRPr lang="en-SG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4826B3-E1F3-4486-A328-FF08ADC3E4D2}"/>
              </a:ext>
            </a:extLst>
          </p:cNvPr>
          <p:cNvSpPr/>
          <p:nvPr/>
        </p:nvSpPr>
        <p:spPr>
          <a:xfrm>
            <a:off x="1038225" y="1462706"/>
            <a:ext cx="1685925" cy="173149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E53CB6-9D3D-4A44-8BD3-9B0F73EEF263}"/>
              </a:ext>
            </a:extLst>
          </p:cNvPr>
          <p:cNvCxnSpPr>
            <a:cxnSpLocks/>
          </p:cNvCxnSpPr>
          <p:nvPr/>
        </p:nvCxnSpPr>
        <p:spPr>
          <a:xfrm flipV="1">
            <a:off x="592370" y="1800225"/>
            <a:ext cx="941155" cy="2857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19FCFC-FA47-4865-9B1E-E521B9830D6C}"/>
              </a:ext>
            </a:extLst>
          </p:cNvPr>
          <p:cNvCxnSpPr>
            <a:cxnSpLocks/>
          </p:cNvCxnSpPr>
          <p:nvPr/>
        </p:nvCxnSpPr>
        <p:spPr>
          <a:xfrm flipV="1">
            <a:off x="344720" y="2324690"/>
            <a:ext cx="941155" cy="2857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979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(Adding New Sections)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6BEA2-96C5-410A-BECA-7C3EAA8F14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9" t="10556" r="12891" b="6944"/>
          <a:stretch/>
        </p:blipFill>
        <p:spPr>
          <a:xfrm>
            <a:off x="714375" y="1304532"/>
            <a:ext cx="10515600" cy="5502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54CC66-4C0E-4409-8854-9BB3CED03F04}"/>
              </a:ext>
            </a:extLst>
          </p:cNvPr>
          <p:cNvSpPr txBox="1"/>
          <p:nvPr/>
        </p:nvSpPr>
        <p:spPr>
          <a:xfrm>
            <a:off x="4107148" y="1895475"/>
            <a:ext cx="7094252" cy="2677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You’ll see that there’s really a lot of different content sections to pick from. Luckily, to make this easier, sections come pre-categorized.</a:t>
            </a:r>
          </a:p>
          <a:p>
            <a:endParaRPr lang="en-US" sz="2800" dirty="0"/>
          </a:p>
          <a:p>
            <a:r>
              <a:rPr lang="en-US" sz="2800" dirty="0"/>
              <a:t>You can grab any section from the sidebar and drag-and-drop it onto the canvas to the right.</a:t>
            </a:r>
            <a:endParaRPr lang="en-SG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A97433-A93E-4515-B068-A32F7A7956C6}"/>
              </a:ext>
            </a:extLst>
          </p:cNvPr>
          <p:cNvSpPr/>
          <p:nvPr/>
        </p:nvSpPr>
        <p:spPr>
          <a:xfrm>
            <a:off x="714375" y="1783043"/>
            <a:ext cx="1704975" cy="507495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981327-CD04-4315-9879-28158398DC31}"/>
              </a:ext>
            </a:extLst>
          </p:cNvPr>
          <p:cNvCxnSpPr>
            <a:cxnSpLocks/>
          </p:cNvCxnSpPr>
          <p:nvPr/>
        </p:nvCxnSpPr>
        <p:spPr>
          <a:xfrm flipH="1">
            <a:off x="2095500" y="2190750"/>
            <a:ext cx="1582970" cy="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EB0E54-03AD-4100-9F27-B4F2A0185D96}"/>
              </a:ext>
            </a:extLst>
          </p:cNvPr>
          <p:cNvCxnSpPr>
            <a:cxnSpLocks/>
          </p:cNvCxnSpPr>
          <p:nvPr/>
        </p:nvCxnSpPr>
        <p:spPr>
          <a:xfrm flipH="1">
            <a:off x="2135074" y="3053754"/>
            <a:ext cx="922451" cy="58195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10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(Adding New Sections)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591CA-FBFD-4377-A97E-4FF555D577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00" t="32127" r="2917" b="9926"/>
          <a:stretch/>
        </p:blipFill>
        <p:spPr>
          <a:xfrm>
            <a:off x="1231350" y="1409700"/>
            <a:ext cx="10575290" cy="52963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7E09E8-2CA0-4F46-8FF0-87FE4A0294F8}"/>
              </a:ext>
            </a:extLst>
          </p:cNvPr>
          <p:cNvSpPr txBox="1"/>
          <p:nvPr/>
        </p:nvSpPr>
        <p:spPr>
          <a:xfrm>
            <a:off x="5097748" y="1261072"/>
            <a:ext cx="7094252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here’s what a </a:t>
            </a:r>
            <a:r>
              <a:rPr lang="en-US" sz="2400" i="1" dirty="0"/>
              <a:t>testimonial</a:t>
            </a:r>
            <a:r>
              <a:rPr lang="en-US" sz="2400" dirty="0"/>
              <a:t> section looks like when added to the page.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B99DF0-BF63-4D69-AC1C-672020EC7D64}"/>
              </a:ext>
            </a:extLst>
          </p:cNvPr>
          <p:cNvSpPr txBox="1"/>
          <p:nvPr/>
        </p:nvSpPr>
        <p:spPr>
          <a:xfrm>
            <a:off x="592370" y="5875029"/>
            <a:ext cx="7094252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As you would expect, you can fine-tune any little detail about that testimonial section and the texts inside of it.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269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600" dirty="0">
                <a:solidFill>
                  <a:schemeClr val="accent5">
                    <a:lumMod val="75000"/>
                  </a:schemeClr>
                </a:solidFill>
              </a:rPr>
              <a:t>(Setting Fonts and Colours)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5E3C5-71C7-45BD-BC88-E4751AA1D2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3" t="10695" r="11406" b="15972"/>
          <a:stretch/>
        </p:blipFill>
        <p:spPr>
          <a:xfrm>
            <a:off x="762000" y="1327747"/>
            <a:ext cx="10991850" cy="54338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6B1474-A276-41D4-9D79-8E9AF12E9041}"/>
              </a:ext>
            </a:extLst>
          </p:cNvPr>
          <p:cNvSpPr/>
          <p:nvPr/>
        </p:nvSpPr>
        <p:spPr>
          <a:xfrm>
            <a:off x="2390775" y="1327747"/>
            <a:ext cx="1724025" cy="27013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47416F-8175-47D5-AB98-A66EF35C3593}"/>
              </a:ext>
            </a:extLst>
          </p:cNvPr>
          <p:cNvCxnSpPr>
            <a:cxnSpLocks/>
          </p:cNvCxnSpPr>
          <p:nvPr/>
        </p:nvCxnSpPr>
        <p:spPr>
          <a:xfrm flipV="1">
            <a:off x="1992545" y="1666875"/>
            <a:ext cx="941155" cy="2857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2922F7-2609-45CF-BE41-460753FDD355}"/>
              </a:ext>
            </a:extLst>
          </p:cNvPr>
          <p:cNvCxnSpPr>
            <a:cxnSpLocks/>
          </p:cNvCxnSpPr>
          <p:nvPr/>
        </p:nvCxnSpPr>
        <p:spPr>
          <a:xfrm flipV="1">
            <a:off x="1721083" y="2992438"/>
            <a:ext cx="941155" cy="2857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E78FD1-4E02-40F9-A1EF-01F9DEB3AFA0}"/>
              </a:ext>
            </a:extLst>
          </p:cNvPr>
          <p:cNvSpPr txBox="1"/>
          <p:nvPr/>
        </p:nvSpPr>
        <p:spPr>
          <a:xfrm>
            <a:off x="4609057" y="1809750"/>
            <a:ext cx="7094252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When you get started with the Wix ADI editor, you’ll get a pre-defined color scheme and font settings right out the gate. Those are good enough in most cases, but you can change them easily to get a more fine-tuned look.</a:t>
            </a:r>
            <a:endParaRPr lang="en-US" sz="3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89E0C2-27BA-4E48-8740-0B46FB6428E6}"/>
              </a:ext>
            </a:extLst>
          </p:cNvPr>
          <p:cNvCxnSpPr>
            <a:cxnSpLocks/>
          </p:cNvCxnSpPr>
          <p:nvPr/>
        </p:nvCxnSpPr>
        <p:spPr>
          <a:xfrm flipV="1">
            <a:off x="1721082" y="2613861"/>
            <a:ext cx="941155" cy="2857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70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500" dirty="0">
                <a:solidFill>
                  <a:schemeClr val="accent5">
                    <a:lumMod val="75000"/>
                  </a:schemeClr>
                </a:solidFill>
              </a:rPr>
              <a:t>(Adding Images, Slideshows, And other Visual Features)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C312A-E558-4AC0-B16A-750E945D2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03" t="11111" r="11563" b="7916"/>
          <a:stretch/>
        </p:blipFill>
        <p:spPr>
          <a:xfrm>
            <a:off x="786722" y="1432393"/>
            <a:ext cx="10618555" cy="542560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92D127-57F7-47C2-9079-0D47BBB65AF3}"/>
              </a:ext>
            </a:extLst>
          </p:cNvPr>
          <p:cNvCxnSpPr>
            <a:cxnSpLocks/>
          </p:cNvCxnSpPr>
          <p:nvPr/>
        </p:nvCxnSpPr>
        <p:spPr>
          <a:xfrm flipH="1">
            <a:off x="7791450" y="2524125"/>
            <a:ext cx="954320" cy="147637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739ADD-3534-4F5F-A07E-D183D0D59FE9}"/>
              </a:ext>
            </a:extLst>
          </p:cNvPr>
          <p:cNvCxnSpPr>
            <a:cxnSpLocks/>
          </p:cNvCxnSpPr>
          <p:nvPr/>
        </p:nvCxnSpPr>
        <p:spPr>
          <a:xfrm flipH="1">
            <a:off x="3514725" y="5425607"/>
            <a:ext cx="3924300" cy="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B393C25-228A-43C4-A7A0-1F15A840F37B}"/>
              </a:ext>
            </a:extLst>
          </p:cNvPr>
          <p:cNvSpPr txBox="1"/>
          <p:nvPr/>
        </p:nvSpPr>
        <p:spPr>
          <a:xfrm>
            <a:off x="4013718" y="4145196"/>
            <a:ext cx="5873232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This will allow you customize the image in this section.</a:t>
            </a:r>
          </a:p>
        </p:txBody>
      </p:sp>
    </p:spTree>
    <p:extLst>
      <p:ext uri="{BB962C8B-B14F-4D97-AF65-F5344CB8AC3E}">
        <p14:creationId xmlns:p14="http://schemas.microsoft.com/office/powerpoint/2010/main" val="253790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500" dirty="0">
                <a:solidFill>
                  <a:schemeClr val="accent5">
                    <a:lumMod val="75000"/>
                  </a:schemeClr>
                </a:solidFill>
              </a:rPr>
              <a:t>(Adding Images, Slideshows, And other Visual Features)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93ED9-AD2F-4781-AD69-F1FD40CAD9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60" r="24609" b="9861"/>
          <a:stretch/>
        </p:blipFill>
        <p:spPr>
          <a:xfrm>
            <a:off x="828675" y="1327748"/>
            <a:ext cx="10129536" cy="53492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922E5D-B185-4223-82AD-A0F3B7184873}"/>
              </a:ext>
            </a:extLst>
          </p:cNvPr>
          <p:cNvSpPr/>
          <p:nvPr/>
        </p:nvSpPr>
        <p:spPr>
          <a:xfrm>
            <a:off x="819150" y="1341044"/>
            <a:ext cx="3800475" cy="551477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2F04D7-2357-4620-91E5-B498361EABA4}"/>
              </a:ext>
            </a:extLst>
          </p:cNvPr>
          <p:cNvCxnSpPr>
            <a:cxnSpLocks/>
          </p:cNvCxnSpPr>
          <p:nvPr/>
        </p:nvCxnSpPr>
        <p:spPr>
          <a:xfrm flipV="1">
            <a:off x="914400" y="4419600"/>
            <a:ext cx="742950" cy="352426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1A48EB-F81C-4739-B4F4-00E029AAA731}"/>
              </a:ext>
            </a:extLst>
          </p:cNvPr>
          <p:cNvCxnSpPr>
            <a:cxnSpLocks/>
          </p:cNvCxnSpPr>
          <p:nvPr/>
        </p:nvCxnSpPr>
        <p:spPr>
          <a:xfrm flipH="1" flipV="1">
            <a:off x="2324102" y="2809876"/>
            <a:ext cx="638173" cy="400049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EA792F8-4E3B-4CAA-ACD2-56D2F864AC10}"/>
              </a:ext>
            </a:extLst>
          </p:cNvPr>
          <p:cNvSpPr txBox="1"/>
          <p:nvPr/>
        </p:nvSpPr>
        <p:spPr>
          <a:xfrm>
            <a:off x="4910136" y="3512404"/>
            <a:ext cx="7191375" cy="2677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If you want to replace the image, simply click on the </a:t>
            </a:r>
            <a:r>
              <a:rPr lang="en-US" sz="2800" b="1" dirty="0"/>
              <a:t>Replace</a:t>
            </a:r>
            <a:r>
              <a:rPr lang="en-US" sz="2800" dirty="0"/>
              <a:t> button. You’ll see that Wix has a range of recommended images following the same theme. These are images that you can use on your site freely without having to worry about any copyright issues.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27152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500" dirty="0">
                <a:solidFill>
                  <a:schemeClr val="accent5">
                    <a:lumMod val="75000"/>
                  </a:schemeClr>
                </a:solidFill>
              </a:rPr>
              <a:t>(Adding Images, Slideshows, And other Visual Features)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563BD-49C2-4846-BAD2-899A2C5F35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17" t="13696" r="6833" b="8296"/>
          <a:stretch/>
        </p:blipFill>
        <p:spPr>
          <a:xfrm>
            <a:off x="1000125" y="1327747"/>
            <a:ext cx="10515600" cy="53497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98FEE9-C7CC-4042-85C3-47EBB933C895}"/>
              </a:ext>
            </a:extLst>
          </p:cNvPr>
          <p:cNvSpPr/>
          <p:nvPr/>
        </p:nvSpPr>
        <p:spPr>
          <a:xfrm>
            <a:off x="1152525" y="1981199"/>
            <a:ext cx="1724025" cy="52387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E4B329-7AD3-4BB3-AA3D-AD7394AD8EC3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2876553" y="2505075"/>
            <a:ext cx="1176334" cy="22860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9262C4-511D-414A-89F4-F1BFF3CE8CE8}"/>
              </a:ext>
            </a:extLst>
          </p:cNvPr>
          <p:cNvSpPr txBox="1"/>
          <p:nvPr/>
        </p:nvSpPr>
        <p:spPr>
          <a:xfrm>
            <a:off x="4052887" y="2318176"/>
            <a:ext cx="6286500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Use this button to upload your own images and/or media</a:t>
            </a:r>
          </a:p>
        </p:txBody>
      </p:sp>
    </p:spTree>
    <p:extLst>
      <p:ext uri="{BB962C8B-B14F-4D97-AF65-F5344CB8AC3E}">
        <p14:creationId xmlns:p14="http://schemas.microsoft.com/office/powerpoint/2010/main" val="613877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Customizing the site</a:t>
            </a:r>
            <a:br>
              <a:rPr lang="en-SG" dirty="0"/>
            </a:br>
            <a:r>
              <a:rPr lang="en-SG" sz="3500" dirty="0">
                <a:solidFill>
                  <a:schemeClr val="accent5">
                    <a:lumMod val="75000"/>
                  </a:schemeClr>
                </a:solidFill>
              </a:rPr>
              <a:t>(Adding Images, Slideshows, And other Visual Features)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C24B1-3E6B-4C7D-BFA3-746D2BCDE9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" t="10695" r="13985" b="11944"/>
          <a:stretch/>
        </p:blipFill>
        <p:spPr>
          <a:xfrm>
            <a:off x="819150" y="1327747"/>
            <a:ext cx="10410825" cy="53054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ADF1C8A-EA60-472B-8F5F-B5235B6CD264}"/>
              </a:ext>
            </a:extLst>
          </p:cNvPr>
          <p:cNvSpPr/>
          <p:nvPr/>
        </p:nvSpPr>
        <p:spPr>
          <a:xfrm>
            <a:off x="695325" y="4429124"/>
            <a:ext cx="1266825" cy="52387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4D5E1D-BD82-4978-8B98-CE4CE2CA4BCA}"/>
              </a:ext>
            </a:extLst>
          </p:cNvPr>
          <p:cNvCxnSpPr>
            <a:cxnSpLocks/>
          </p:cNvCxnSpPr>
          <p:nvPr/>
        </p:nvCxnSpPr>
        <p:spPr>
          <a:xfrm flipH="1">
            <a:off x="1562100" y="1685925"/>
            <a:ext cx="1009650" cy="26479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B4A17-6D36-496C-93FB-96EB5A56B9C8}"/>
              </a:ext>
            </a:extLst>
          </p:cNvPr>
          <p:cNvSpPr/>
          <p:nvPr/>
        </p:nvSpPr>
        <p:spPr>
          <a:xfrm>
            <a:off x="2695575" y="2650826"/>
            <a:ext cx="2867025" cy="398234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D9BF97-E37E-4366-8BC4-75478B4A1EA1}"/>
              </a:ext>
            </a:extLst>
          </p:cNvPr>
          <p:cNvCxnSpPr>
            <a:cxnSpLocks/>
          </p:cNvCxnSpPr>
          <p:nvPr/>
        </p:nvCxnSpPr>
        <p:spPr>
          <a:xfrm>
            <a:off x="1962150" y="4695825"/>
            <a:ext cx="733425" cy="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5CD706-1E6C-4787-941B-519F6D7BBBBB}"/>
              </a:ext>
            </a:extLst>
          </p:cNvPr>
          <p:cNvCxnSpPr>
            <a:cxnSpLocks/>
          </p:cNvCxnSpPr>
          <p:nvPr/>
        </p:nvCxnSpPr>
        <p:spPr>
          <a:xfrm>
            <a:off x="5562600" y="4143375"/>
            <a:ext cx="1933575" cy="70485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76084B2-90B4-41E8-BA7C-4D3630A1C838}"/>
              </a:ext>
            </a:extLst>
          </p:cNvPr>
          <p:cNvSpPr txBox="1"/>
          <p:nvPr/>
        </p:nvSpPr>
        <p:spPr>
          <a:xfrm>
            <a:off x="5948363" y="2470826"/>
            <a:ext cx="5929312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procedure is very similar to adding or replacing images. Just click into the block the same way, then click on </a:t>
            </a:r>
            <a:r>
              <a:rPr lang="en-US" sz="2400" b="1" dirty="0"/>
              <a:t>Edit &amp; Replace</a:t>
            </a:r>
            <a:r>
              <a:rPr lang="en-US" sz="2400" dirty="0"/>
              <a:t>, and organize your media accordingly.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0811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11.1</a:t>
            </a:r>
          </a:p>
        </p:txBody>
      </p:sp>
    </p:spTree>
    <p:extLst>
      <p:ext uri="{BB962C8B-B14F-4D97-AF65-F5344CB8AC3E}">
        <p14:creationId xmlns:p14="http://schemas.microsoft.com/office/powerpoint/2010/main" val="3099011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Tune-up site for Mobile Device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66933-0467-4DE5-B45C-480694D78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44" b="68889"/>
          <a:stretch/>
        </p:blipFill>
        <p:spPr>
          <a:xfrm>
            <a:off x="592370" y="1680306"/>
            <a:ext cx="11391900" cy="145246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5B3880-0C99-45BD-B99C-10508F16720C}"/>
              </a:ext>
            </a:extLst>
          </p:cNvPr>
          <p:cNvSpPr/>
          <p:nvPr/>
        </p:nvSpPr>
        <p:spPr>
          <a:xfrm>
            <a:off x="6505576" y="1868379"/>
            <a:ext cx="1200150" cy="126344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09CAD7-46CC-4285-8091-042A37E85E96}"/>
              </a:ext>
            </a:extLst>
          </p:cNvPr>
          <p:cNvCxnSpPr>
            <a:cxnSpLocks/>
            <a:stCxn id="11" idx="1"/>
            <a:endCxn id="15" idx="0"/>
          </p:cNvCxnSpPr>
          <p:nvPr/>
        </p:nvCxnSpPr>
        <p:spPr>
          <a:xfrm flipH="1">
            <a:off x="5022056" y="2500101"/>
            <a:ext cx="1483520" cy="151377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7C730D-4E9C-4E31-BB9F-01D3E156FC27}"/>
              </a:ext>
            </a:extLst>
          </p:cNvPr>
          <p:cNvSpPr txBox="1"/>
          <p:nvPr/>
        </p:nvSpPr>
        <p:spPr>
          <a:xfrm>
            <a:off x="2052637" y="4013876"/>
            <a:ext cx="5938837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Luckily, getting your site mobile-optimized with Wix is easy. To begin, click on the view switcher button that’s in the top bar.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1375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Tune-up site for Mobile Device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ED2E7-6EE7-4E20-BCD0-4B5E885715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53" t="10834" r="14610" b="6111"/>
          <a:stretch/>
        </p:blipFill>
        <p:spPr>
          <a:xfrm>
            <a:off x="5029199" y="1019175"/>
            <a:ext cx="5295901" cy="5695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DE92D5-428A-4BFB-A1B5-4A4A0058D5F3}"/>
              </a:ext>
            </a:extLst>
          </p:cNvPr>
          <p:cNvSpPr txBox="1"/>
          <p:nvPr/>
        </p:nvSpPr>
        <p:spPr>
          <a:xfrm>
            <a:off x="715827" y="2586933"/>
            <a:ext cx="4189916" cy="193899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Once the website is optimized for mobile this will reload the page and show you how it’s going to appear on mobile devices.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80066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11.2</a:t>
            </a:r>
          </a:p>
        </p:txBody>
      </p:sp>
    </p:spTree>
    <p:extLst>
      <p:ext uri="{BB962C8B-B14F-4D97-AF65-F5344CB8AC3E}">
        <p14:creationId xmlns:p14="http://schemas.microsoft.com/office/powerpoint/2010/main" val="3645535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08" y="0"/>
            <a:ext cx="747417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Tune-up site for Mobile Device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7D32B-23B9-4DB1-9524-002645DB0470}"/>
              </a:ext>
            </a:extLst>
          </p:cNvPr>
          <p:cNvSpPr txBox="1"/>
          <p:nvPr/>
        </p:nvSpPr>
        <p:spPr>
          <a:xfrm>
            <a:off x="711201" y="944881"/>
            <a:ext cx="9377680" cy="627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Here’s what you can do that’s generally going to make your site better on mobile: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hide images that aren’t crucial and just take up 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space on the mobile view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put your contact info higher up on the page </a:t>
            </a:r>
          </a:p>
          <a:p>
            <a:pPr marL="2286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– people want to get to that quickly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highlight only your main product or service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Wix lets you customize really a lot here regarding hiding different elements on the page, realigning entire sections, and so on. Take advantage of this and experiment.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log">
            <a:extLst>
              <a:ext uri="{FF2B5EF4-FFF2-40B4-BE49-F238E27FC236}">
                <a16:creationId xmlns:a16="http://schemas.microsoft.com/office/drawing/2014/main" id="{30B0A700-59E8-4AF4-905E-3614C3E8F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1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Create other Pages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18B3B-331B-473E-9D67-01198B4FB0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0074" r="64062" b="6945"/>
          <a:stretch/>
        </p:blipFill>
        <p:spPr>
          <a:xfrm>
            <a:off x="592370" y="1043305"/>
            <a:ext cx="4381500" cy="56908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C4EF0A-A628-496E-999F-C3C5EEF41497}"/>
              </a:ext>
            </a:extLst>
          </p:cNvPr>
          <p:cNvSpPr/>
          <p:nvPr/>
        </p:nvSpPr>
        <p:spPr>
          <a:xfrm>
            <a:off x="704851" y="1043304"/>
            <a:ext cx="1495424" cy="68072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6C24F5-4CF6-4B40-B53E-2D57624B6151}"/>
              </a:ext>
            </a:extLst>
          </p:cNvPr>
          <p:cNvSpPr txBox="1"/>
          <p:nvPr/>
        </p:nvSpPr>
        <p:spPr>
          <a:xfrm>
            <a:off x="5459277" y="1252854"/>
            <a:ext cx="6342198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To get started, click on the </a:t>
            </a:r>
            <a:r>
              <a:rPr lang="en-US" sz="2400" b="1" dirty="0"/>
              <a:t>Page: Home</a:t>
            </a:r>
            <a:r>
              <a:rPr lang="en-US" sz="2400" dirty="0"/>
              <a:t> button that’s in the top left corner. Then, click on </a:t>
            </a:r>
            <a:r>
              <a:rPr lang="en-US" sz="2400" b="1" dirty="0"/>
              <a:t>+ Add Page</a:t>
            </a:r>
            <a:r>
              <a:rPr lang="en-US" sz="2400" dirty="0"/>
              <a:t>.</a:t>
            </a:r>
            <a:endParaRPr lang="en-US" sz="6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1E1B3-8E4A-43F5-BB83-57E4AE112825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200275" y="1383665"/>
            <a:ext cx="3259002" cy="469354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41EAA74-2A73-48D7-A3BC-5D1757219830}"/>
              </a:ext>
            </a:extLst>
          </p:cNvPr>
          <p:cNvSpPr/>
          <p:nvPr/>
        </p:nvSpPr>
        <p:spPr>
          <a:xfrm>
            <a:off x="819151" y="3272515"/>
            <a:ext cx="3259002" cy="231290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1F9FA3-B4F6-49A8-ADF2-3E218471A241}"/>
              </a:ext>
            </a:extLst>
          </p:cNvPr>
          <p:cNvCxnSpPr>
            <a:cxnSpLocks/>
          </p:cNvCxnSpPr>
          <p:nvPr/>
        </p:nvCxnSpPr>
        <p:spPr>
          <a:xfrm>
            <a:off x="4078153" y="4404818"/>
            <a:ext cx="1312997" cy="405307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FBD1EED-BE8F-490C-A855-356E58946E2D}"/>
              </a:ext>
            </a:extLst>
          </p:cNvPr>
          <p:cNvSpPr txBox="1"/>
          <p:nvPr/>
        </p:nvSpPr>
        <p:spPr>
          <a:xfrm>
            <a:off x="5554527" y="4209960"/>
            <a:ext cx="6342198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Wix already suggests some popular types of pages you might be interested in creating. Not by accident, the first suggestion on the list is for the About page.</a:t>
            </a:r>
          </a:p>
        </p:txBody>
      </p:sp>
    </p:spTree>
    <p:extLst>
      <p:ext uri="{BB962C8B-B14F-4D97-AF65-F5344CB8AC3E}">
        <p14:creationId xmlns:p14="http://schemas.microsoft.com/office/powerpoint/2010/main" val="2975699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Create other Pages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573CD-112E-457B-AEC8-E202C3DC2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1" t="10370" r="55249" b="8296"/>
          <a:stretch/>
        </p:blipFill>
        <p:spPr>
          <a:xfrm>
            <a:off x="737234" y="1057275"/>
            <a:ext cx="5634991" cy="56569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5D8E377-684B-440D-B3FE-30DEED0A9B02}"/>
              </a:ext>
            </a:extLst>
          </p:cNvPr>
          <p:cNvSpPr/>
          <p:nvPr/>
        </p:nvSpPr>
        <p:spPr>
          <a:xfrm>
            <a:off x="592370" y="2728497"/>
            <a:ext cx="1007830" cy="5576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1A90C-825B-41E5-9CD1-9749FAC40684}"/>
              </a:ext>
            </a:extLst>
          </p:cNvPr>
          <p:cNvSpPr/>
          <p:nvPr/>
        </p:nvSpPr>
        <p:spPr>
          <a:xfrm>
            <a:off x="2383069" y="2213316"/>
            <a:ext cx="3417655" cy="450089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29435F-08D1-4931-9426-3654AFAA458D}"/>
              </a:ext>
            </a:extLst>
          </p:cNvPr>
          <p:cNvCxnSpPr>
            <a:cxnSpLocks/>
          </p:cNvCxnSpPr>
          <p:nvPr/>
        </p:nvCxnSpPr>
        <p:spPr>
          <a:xfrm>
            <a:off x="1600200" y="2995118"/>
            <a:ext cx="782869" cy="0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91F234-9C20-48C4-87FE-F03B6780FB42}"/>
              </a:ext>
            </a:extLst>
          </p:cNvPr>
          <p:cNvSpPr txBox="1"/>
          <p:nvPr/>
        </p:nvSpPr>
        <p:spPr>
          <a:xfrm>
            <a:off x="6677025" y="2414172"/>
            <a:ext cx="5086350" cy="35394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Wix not only suggests pages you can build but also has some pre-made designs ready for each page.</a:t>
            </a:r>
          </a:p>
          <a:p>
            <a:endParaRPr lang="en-US" sz="2800" dirty="0"/>
          </a:p>
          <a:p>
            <a:r>
              <a:rPr lang="en-US" sz="2800" dirty="0"/>
              <a:t>The Wix ADI editor will reload the interface and let you work on your new Contact page. </a:t>
            </a:r>
          </a:p>
        </p:txBody>
      </p:sp>
    </p:spTree>
    <p:extLst>
      <p:ext uri="{BB962C8B-B14F-4D97-AF65-F5344CB8AC3E}">
        <p14:creationId xmlns:p14="http://schemas.microsoft.com/office/powerpoint/2010/main" val="3589645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11.3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11.3</a:t>
            </a:r>
          </a:p>
        </p:txBody>
      </p:sp>
    </p:spTree>
    <p:extLst>
      <p:ext uri="{BB962C8B-B14F-4D97-AF65-F5344CB8AC3E}">
        <p14:creationId xmlns:p14="http://schemas.microsoft.com/office/powerpoint/2010/main" val="56464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Fine-tuning site Navigation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4B325-FAE3-482D-99FC-E35F65713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4" t="11259" r="2916" b="9333"/>
          <a:stretch/>
        </p:blipFill>
        <p:spPr>
          <a:xfrm>
            <a:off x="0" y="1179551"/>
            <a:ext cx="12167964" cy="5676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05C538-01FC-45D2-8BD9-750D0E126A96}"/>
              </a:ext>
            </a:extLst>
          </p:cNvPr>
          <p:cNvSpPr txBox="1"/>
          <p:nvPr/>
        </p:nvSpPr>
        <p:spPr>
          <a:xfrm>
            <a:off x="4192452" y="4017683"/>
            <a:ext cx="7504248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By default, each new page you create is going to be added to the main menu of your site automatically.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4539E-939C-4AC3-9BFD-69D25E0F755D}"/>
              </a:ext>
            </a:extLst>
          </p:cNvPr>
          <p:cNvSpPr/>
          <p:nvPr/>
        </p:nvSpPr>
        <p:spPr>
          <a:xfrm>
            <a:off x="87108" y="1905000"/>
            <a:ext cx="3341892" cy="48577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B8C029-6D57-4A4C-990E-791D83860D6B}"/>
              </a:ext>
            </a:extLst>
          </p:cNvPr>
          <p:cNvCxnSpPr>
            <a:cxnSpLocks/>
          </p:cNvCxnSpPr>
          <p:nvPr/>
        </p:nvCxnSpPr>
        <p:spPr>
          <a:xfrm flipV="1">
            <a:off x="3429000" y="3552825"/>
            <a:ext cx="2562225" cy="208211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D4E5D2F-91A2-4DCC-AE69-A8D7BDF09C1B}"/>
              </a:ext>
            </a:extLst>
          </p:cNvPr>
          <p:cNvSpPr/>
          <p:nvPr/>
        </p:nvSpPr>
        <p:spPr>
          <a:xfrm>
            <a:off x="5991225" y="3279760"/>
            <a:ext cx="4095750" cy="6096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0631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Fine-tuning site Navigation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5BDB4C-BEDF-46C7-A551-687CCB18F2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7" t="10962" r="2749" b="12741"/>
          <a:stretch/>
        </p:blipFill>
        <p:spPr>
          <a:xfrm>
            <a:off x="76200" y="1327747"/>
            <a:ext cx="12028692" cy="53588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0719E3-D062-4C14-B1A5-B0D5210B4022}"/>
              </a:ext>
            </a:extLst>
          </p:cNvPr>
          <p:cNvSpPr/>
          <p:nvPr/>
        </p:nvSpPr>
        <p:spPr>
          <a:xfrm>
            <a:off x="5716819" y="3429000"/>
            <a:ext cx="4313005" cy="7810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443CE8-045A-4DD4-BACD-4A3C35C39071}"/>
              </a:ext>
            </a:extLst>
          </p:cNvPr>
          <p:cNvSpPr/>
          <p:nvPr/>
        </p:nvSpPr>
        <p:spPr>
          <a:xfrm>
            <a:off x="87108" y="4543424"/>
            <a:ext cx="3341892" cy="49530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3F6E9B-AD12-4CBB-9EC4-CADBA655581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429000" y="3712121"/>
            <a:ext cx="2287820" cy="1078954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71BB6C-0239-44F8-9EC3-8B6929D9B36E}"/>
              </a:ext>
            </a:extLst>
          </p:cNvPr>
          <p:cNvSpPr txBox="1"/>
          <p:nvPr/>
        </p:nvSpPr>
        <p:spPr>
          <a:xfrm>
            <a:off x="4121198" y="4791074"/>
            <a:ext cx="7504248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you want to change the order in which the pages appear in the menu, click on your site’s header, and then on the </a:t>
            </a:r>
            <a:r>
              <a:rPr lang="en-US" sz="2400" b="1" dirty="0"/>
              <a:t>Edit</a:t>
            </a:r>
            <a:r>
              <a:rPr lang="en-US" sz="2400" dirty="0"/>
              <a:t> button next to </a:t>
            </a:r>
            <a:r>
              <a:rPr lang="en-US" sz="2400" i="1" dirty="0"/>
              <a:t>MENU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2473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Fine-tuning site Navigation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75669-B660-4D5C-8301-55DCD8F7F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60" r="67500" b="4889"/>
          <a:stretch/>
        </p:blipFill>
        <p:spPr>
          <a:xfrm>
            <a:off x="885825" y="1127722"/>
            <a:ext cx="4400550" cy="57694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A7DF97-7334-4A9A-906F-01B5B4CAD225}"/>
              </a:ext>
            </a:extLst>
          </p:cNvPr>
          <p:cNvSpPr/>
          <p:nvPr/>
        </p:nvSpPr>
        <p:spPr>
          <a:xfrm>
            <a:off x="801919" y="1127722"/>
            <a:ext cx="3712931" cy="46025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493668-B029-44C4-859D-5AE5D2D039E7}"/>
              </a:ext>
            </a:extLst>
          </p:cNvPr>
          <p:cNvCxnSpPr>
            <a:cxnSpLocks/>
          </p:cNvCxnSpPr>
          <p:nvPr/>
        </p:nvCxnSpPr>
        <p:spPr>
          <a:xfrm flipV="1">
            <a:off x="4514850" y="2790825"/>
            <a:ext cx="1978257" cy="780009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73DE8E-030B-42C0-83B6-68B77D20988C}"/>
              </a:ext>
            </a:extLst>
          </p:cNvPr>
          <p:cNvSpPr txBox="1"/>
          <p:nvPr/>
        </p:nvSpPr>
        <p:spPr>
          <a:xfrm>
            <a:off x="6493107" y="2274072"/>
            <a:ext cx="5286376" cy="8309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You’ll be able to drag-and-drop pages to reorder them.</a:t>
            </a:r>
            <a:endParaRPr lang="en-US" sz="3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706C22-C056-4315-B3BF-CC88F99D6470}"/>
              </a:ext>
            </a:extLst>
          </p:cNvPr>
          <p:cNvSpPr/>
          <p:nvPr/>
        </p:nvSpPr>
        <p:spPr>
          <a:xfrm>
            <a:off x="801918" y="5991745"/>
            <a:ext cx="3712931" cy="6439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71306D-581D-41F8-90B4-4B1492BFCCCC}"/>
              </a:ext>
            </a:extLst>
          </p:cNvPr>
          <p:cNvCxnSpPr>
            <a:cxnSpLocks/>
          </p:cNvCxnSpPr>
          <p:nvPr/>
        </p:nvCxnSpPr>
        <p:spPr>
          <a:xfrm flipV="1">
            <a:off x="4514850" y="5586868"/>
            <a:ext cx="1978257" cy="780009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6CE7A6-2329-4161-A263-28EE242D1AC2}"/>
              </a:ext>
            </a:extLst>
          </p:cNvPr>
          <p:cNvSpPr txBox="1"/>
          <p:nvPr/>
        </p:nvSpPr>
        <p:spPr>
          <a:xfrm>
            <a:off x="6493107" y="4874672"/>
            <a:ext cx="5286376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You can also add menu items by hand if you want to link to places outside of your website (like your social media profiles, for instance).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78947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pick blog layout">
            <a:extLst>
              <a:ext uri="{FF2B5EF4-FFF2-40B4-BE49-F238E27FC236}">
                <a16:creationId xmlns:a16="http://schemas.microsoft.com/office/drawing/2014/main" id="{0370DC83-8525-4487-A85F-575773A72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170" y="146233"/>
            <a:ext cx="4507725" cy="656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ED09AB-1B68-4761-8626-14752CD98782}"/>
              </a:ext>
            </a:extLst>
          </p:cNvPr>
          <p:cNvSpPr txBox="1"/>
          <p:nvPr/>
        </p:nvSpPr>
        <p:spPr>
          <a:xfrm>
            <a:off x="741680" y="1471796"/>
            <a:ext cx="4714240" cy="41549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From the top menu, click on the </a:t>
            </a:r>
            <a:r>
              <a:rPr lang="en-US" sz="2400" b="1" dirty="0"/>
              <a:t>Page</a:t>
            </a:r>
            <a:r>
              <a:rPr lang="en-US" sz="2400" dirty="0"/>
              <a:t> button and then on </a:t>
            </a:r>
            <a:r>
              <a:rPr lang="en-US" sz="2400" b="1" dirty="0"/>
              <a:t>+ Add Page</a:t>
            </a:r>
            <a:r>
              <a:rPr lang="en-US" sz="2400" dirty="0"/>
              <a:t>. From the list, select </a:t>
            </a:r>
            <a:r>
              <a:rPr lang="en-US" sz="2400" b="1" dirty="0"/>
              <a:t>Blog</a:t>
            </a:r>
            <a:r>
              <a:rPr lang="en-US" sz="2400" dirty="0"/>
              <a:t> and then pick a blog layout that you like.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exact layout you choose is purely up to you. All of them will work great! The Wix editor will reload, and you’ll see your new blog page in action.</a:t>
            </a:r>
          </a:p>
        </p:txBody>
      </p:sp>
    </p:spTree>
    <p:extLst>
      <p:ext uri="{BB962C8B-B14F-4D97-AF65-F5344CB8AC3E}">
        <p14:creationId xmlns:p14="http://schemas.microsoft.com/office/powerpoint/2010/main" val="194775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325563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E7418-F7B2-4C4B-80F6-CF11951D4D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2" t="10666" b="6805"/>
          <a:stretch/>
        </p:blipFill>
        <p:spPr>
          <a:xfrm>
            <a:off x="0" y="1196061"/>
            <a:ext cx="12192000" cy="56597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20DB29-12BA-4DEC-B887-4F014D93EE99}"/>
              </a:ext>
            </a:extLst>
          </p:cNvPr>
          <p:cNvSpPr/>
          <p:nvPr/>
        </p:nvSpPr>
        <p:spPr>
          <a:xfrm>
            <a:off x="0" y="6214072"/>
            <a:ext cx="3200399" cy="6439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1AB5FD-E3CC-4E39-BDBC-F77F92F8E29F}"/>
              </a:ext>
            </a:extLst>
          </p:cNvPr>
          <p:cNvCxnSpPr>
            <a:cxnSpLocks/>
          </p:cNvCxnSpPr>
          <p:nvPr/>
        </p:nvCxnSpPr>
        <p:spPr>
          <a:xfrm flipH="1">
            <a:off x="2390776" y="4221163"/>
            <a:ext cx="2085974" cy="1990725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A10008-8FFB-450B-A864-45B97E9D4C10}"/>
              </a:ext>
            </a:extLst>
          </p:cNvPr>
          <p:cNvSpPr txBox="1"/>
          <p:nvPr/>
        </p:nvSpPr>
        <p:spPr>
          <a:xfrm>
            <a:off x="4457700" y="3577235"/>
            <a:ext cx="6734175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Add, Edit and Delete Blogs click the Manage blog button and you will be redirected to the Wix Dashboard which allows you to manage your blog posts.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1044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125537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E3FC8-F1D3-4112-877D-3CA9A5B24B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7" t="12148" r="3083" b="8889"/>
          <a:stretch/>
        </p:blipFill>
        <p:spPr>
          <a:xfrm>
            <a:off x="-1" y="1127721"/>
            <a:ext cx="12192001" cy="572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10A0CE-4A74-4A64-BD90-6FC35C02F643}"/>
              </a:ext>
            </a:extLst>
          </p:cNvPr>
          <p:cNvSpPr txBox="1"/>
          <p:nvPr/>
        </p:nvSpPr>
        <p:spPr>
          <a:xfrm>
            <a:off x="2549758" y="1314112"/>
            <a:ext cx="6051318" cy="26776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By default there are three sets of blog created in the Wix ADI and these are pre-selected together with the Wix ADI template chosen during set-up.</a:t>
            </a:r>
          </a:p>
          <a:p>
            <a:endParaRPr lang="en-US" sz="2400" dirty="0"/>
          </a:p>
          <a:p>
            <a:r>
              <a:rPr lang="en-US" sz="2400" dirty="0"/>
              <a:t>From here, you can manage existing posts as well as create new ones.</a:t>
            </a:r>
          </a:p>
        </p:txBody>
      </p:sp>
    </p:spTree>
    <p:extLst>
      <p:ext uri="{BB962C8B-B14F-4D97-AF65-F5344CB8AC3E}">
        <p14:creationId xmlns:p14="http://schemas.microsoft.com/office/powerpoint/2010/main" val="1278957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125537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41D6E-F67C-4EED-AB5F-DBE44526BC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6" t="12445" r="3751" b="4148"/>
          <a:stretch/>
        </p:blipFill>
        <p:spPr>
          <a:xfrm>
            <a:off x="698500" y="1137920"/>
            <a:ext cx="11379200" cy="5720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047946-4B66-4556-BB32-241FF133DE2D}"/>
              </a:ext>
            </a:extLst>
          </p:cNvPr>
          <p:cNvSpPr txBox="1"/>
          <p:nvPr/>
        </p:nvSpPr>
        <p:spPr>
          <a:xfrm>
            <a:off x="698500" y="5304581"/>
            <a:ext cx="595947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This is the section where you can edit the selected blog posts.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20964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125537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E49D7C-59C9-49F7-B69C-982F29051FA6}"/>
              </a:ext>
            </a:extLst>
          </p:cNvPr>
          <p:cNvGrpSpPr/>
          <p:nvPr/>
        </p:nvGrpSpPr>
        <p:grpSpPr>
          <a:xfrm>
            <a:off x="723900" y="910341"/>
            <a:ext cx="4476750" cy="5863808"/>
            <a:chOff x="933450" y="1321790"/>
            <a:chExt cx="3981450" cy="52719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B8A5A5-62D0-4935-98D0-946353B81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55" t="12639" r="64688" b="10489"/>
            <a:stretch/>
          </p:blipFill>
          <p:spPr>
            <a:xfrm>
              <a:off x="933450" y="1321790"/>
              <a:ext cx="3981450" cy="527194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C57DD8-F97F-4312-942B-7D1FF4A17FCA}"/>
                </a:ext>
              </a:extLst>
            </p:cNvPr>
            <p:cNvSpPr/>
            <p:nvPr/>
          </p:nvSpPr>
          <p:spPr>
            <a:xfrm>
              <a:off x="2152650" y="6210300"/>
              <a:ext cx="1362075" cy="200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33DA9F-61FA-45C9-8513-2CBA140D554D}"/>
              </a:ext>
            </a:extLst>
          </p:cNvPr>
          <p:cNvSpPr txBox="1"/>
          <p:nvPr/>
        </p:nvSpPr>
        <p:spPr>
          <a:xfrm>
            <a:off x="5332180" y="3571031"/>
            <a:ext cx="5959475" cy="13849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In the settings, you can change the publish date, the author, excerpt and set the post as featured post.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4756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125537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3F98D-52F3-453A-B50A-0731565B4E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9" t="13611" r="61328" b="12778"/>
          <a:stretch/>
        </p:blipFill>
        <p:spPr>
          <a:xfrm>
            <a:off x="876299" y="1333500"/>
            <a:ext cx="4581490" cy="5372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CF6CC5-3DC8-4A48-A308-17D7584E5D5F}"/>
              </a:ext>
            </a:extLst>
          </p:cNvPr>
          <p:cNvSpPr txBox="1"/>
          <p:nvPr/>
        </p:nvSpPr>
        <p:spPr>
          <a:xfrm>
            <a:off x="6247704" y="2686051"/>
            <a:ext cx="5408418" cy="31085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The SEO is a very important setting of a blog post. </a:t>
            </a:r>
          </a:p>
          <a:p>
            <a:endParaRPr lang="en-US" sz="2800" dirty="0"/>
          </a:p>
          <a:p>
            <a:r>
              <a:rPr lang="en-US" sz="2800" dirty="0"/>
              <a:t>Whatever values set on the given properties will be considered by Search Engines to improve the ranking of your website.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43186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00A8-6661-4E90-B58B-9DAA9056F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70" y="2184"/>
            <a:ext cx="10515600" cy="1125537"/>
          </a:xfrm>
        </p:spPr>
        <p:txBody>
          <a:bodyPr/>
          <a:lstStyle/>
          <a:p>
            <a:r>
              <a:rPr lang="en-SG" dirty="0"/>
              <a:t>Adding a Blog</a:t>
            </a:r>
            <a:endParaRPr lang="en-SG" sz="35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C9AEE-B045-407E-AFBD-CB9A0C4872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3" t="13778" r="67083" b="18074"/>
          <a:stretch/>
        </p:blipFill>
        <p:spPr>
          <a:xfrm>
            <a:off x="830580" y="1013421"/>
            <a:ext cx="4160520" cy="54370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4ED7B7-8C87-4F73-8B3E-0CC3D27BDE33}"/>
              </a:ext>
            </a:extLst>
          </p:cNvPr>
          <p:cNvSpPr/>
          <p:nvPr/>
        </p:nvSpPr>
        <p:spPr>
          <a:xfrm>
            <a:off x="1725843" y="3991495"/>
            <a:ext cx="2598507" cy="52335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356F13-3817-4254-91D4-9DAC8B5C026E}"/>
              </a:ext>
            </a:extLst>
          </p:cNvPr>
          <p:cNvCxnSpPr>
            <a:cxnSpLocks/>
          </p:cNvCxnSpPr>
          <p:nvPr/>
        </p:nvCxnSpPr>
        <p:spPr>
          <a:xfrm flipV="1">
            <a:off x="4324350" y="3849682"/>
            <a:ext cx="2425931" cy="457743"/>
          </a:xfrm>
          <a:prstGeom prst="straightConnector1">
            <a:avLst/>
          </a:prstGeom>
          <a:ln w="539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591965-E6D1-47F5-9075-AE4FCD5FBD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37" t="29444" r="67188" b="41798"/>
          <a:stretch/>
        </p:blipFill>
        <p:spPr>
          <a:xfrm>
            <a:off x="6675207" y="1449836"/>
            <a:ext cx="3790950" cy="28033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2EF7DD-D378-456F-B140-1B6FF3F3FBF2}"/>
              </a:ext>
            </a:extLst>
          </p:cNvPr>
          <p:cNvSpPr/>
          <p:nvPr/>
        </p:nvSpPr>
        <p:spPr>
          <a:xfrm>
            <a:off x="6750281" y="3527415"/>
            <a:ext cx="3489094" cy="64453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640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11.4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Refer to your book for Activity 11.4</a:t>
            </a:r>
          </a:p>
        </p:txBody>
      </p:sp>
    </p:spTree>
    <p:extLst>
      <p:ext uri="{BB962C8B-B14F-4D97-AF65-F5344CB8AC3E}">
        <p14:creationId xmlns:p14="http://schemas.microsoft.com/office/powerpoint/2010/main" val="624674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339F-CD4B-4FCC-AADD-4449CCA4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1" u="sng" dirty="0"/>
              <a:t>Portfolio</a:t>
            </a:r>
            <a:r>
              <a:rPr lang="en-SG" dirty="0"/>
              <a:t> – </a:t>
            </a:r>
            <a:r>
              <a:rPr lang="en-US" dirty="0"/>
              <a:t>Managing Wix Site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C2EB-69A2-43FE-875B-BD02C0C4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The contents of your portfolio for this lesson are the following:</a:t>
            </a:r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Added Testimonial Section</a:t>
            </a:r>
          </a:p>
          <a:p>
            <a:r>
              <a:rPr lang="en-SG" dirty="0"/>
              <a:t>Changed and customized the images, gallery, slideshows &amp; etc.</a:t>
            </a:r>
          </a:p>
          <a:p>
            <a:r>
              <a:rPr lang="en-SG" dirty="0"/>
              <a:t>Tuned-up the website for mobile device</a:t>
            </a:r>
          </a:p>
          <a:p>
            <a:r>
              <a:rPr lang="en-SG" dirty="0"/>
              <a:t>Added Pages (Contact, Store Policies, Forum)</a:t>
            </a:r>
          </a:p>
          <a:p>
            <a:r>
              <a:rPr lang="en-SG" dirty="0"/>
              <a:t>Customized the navigation of the Site</a:t>
            </a:r>
          </a:p>
          <a:p>
            <a:r>
              <a:rPr lang="en-SG" dirty="0"/>
              <a:t>Added two blog posts</a:t>
            </a:r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8205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1306</Words>
  <Application>Microsoft Office PowerPoint</Application>
  <PresentationFormat>Widescreen</PresentationFormat>
  <Paragraphs>112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Abadi</vt:lpstr>
      <vt:lpstr>Arial</vt:lpstr>
      <vt:lpstr>Calibri</vt:lpstr>
      <vt:lpstr>Calibri Light</vt:lpstr>
      <vt:lpstr>Office Theme</vt:lpstr>
      <vt:lpstr>Digital Business and               E-Commerce Management</vt:lpstr>
      <vt:lpstr>Setting a Wix Site Part 2</vt:lpstr>
      <vt:lpstr>Customizing the site</vt:lpstr>
      <vt:lpstr>Customizing the site</vt:lpstr>
      <vt:lpstr>Customizing the site (Realigning the Sections)</vt:lpstr>
      <vt:lpstr>Customizing the site (Switching the Design Styles of the Sections)</vt:lpstr>
      <vt:lpstr>Customizing the site (Adding New Sections)</vt:lpstr>
      <vt:lpstr>Customizing the site (Adding New Sections)</vt:lpstr>
      <vt:lpstr>Customizing the site (Adding New Sections)</vt:lpstr>
      <vt:lpstr>Customizing the site (Setting Fonts and Colours)</vt:lpstr>
      <vt:lpstr>Customizing the site (Adding Images, Slideshows, And other Visual Features)</vt:lpstr>
      <vt:lpstr>Customizing the site (Adding Images, Slideshows, And other Visual Features)</vt:lpstr>
      <vt:lpstr>Customizing the site (Adding Images, Slideshows, And other Visual Features)</vt:lpstr>
      <vt:lpstr>Customizing the site (Adding Images, Slideshows, And other Visual Features)</vt:lpstr>
      <vt:lpstr>Activity 11.1</vt:lpstr>
      <vt:lpstr>Tune-up site for Mobile Device</vt:lpstr>
      <vt:lpstr>Tune-up site for Mobile Device</vt:lpstr>
      <vt:lpstr>Activity 11.2</vt:lpstr>
      <vt:lpstr>Tune-up site for Mobile Device</vt:lpstr>
      <vt:lpstr>Create other Pages</vt:lpstr>
      <vt:lpstr>Create other Pages</vt:lpstr>
      <vt:lpstr>Activity 11.3</vt:lpstr>
      <vt:lpstr>Fine-tuning site Navigation</vt:lpstr>
      <vt:lpstr>Fine-tuning site Navigation</vt:lpstr>
      <vt:lpstr>Fine-tuning site Navigation</vt:lpstr>
      <vt:lpstr>Adding a Blog</vt:lpstr>
      <vt:lpstr>Adding a Blog</vt:lpstr>
      <vt:lpstr>Adding a Blog</vt:lpstr>
      <vt:lpstr>Adding a Blog</vt:lpstr>
      <vt:lpstr>Adding a Blog</vt:lpstr>
      <vt:lpstr>Adding a Blog</vt:lpstr>
      <vt:lpstr>Adding a Blog</vt:lpstr>
      <vt:lpstr>Activity 11.4</vt:lpstr>
      <vt:lpstr>Portfolio – Managing Wix 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Business and               E-Commerce Management</dc:title>
  <dc:creator>Marie Chris Soque</dc:creator>
  <cp:lastModifiedBy>Marie Chris Soque</cp:lastModifiedBy>
  <cp:revision>110</cp:revision>
  <dcterms:created xsi:type="dcterms:W3CDTF">2020-04-20T07:51:16Z</dcterms:created>
  <dcterms:modified xsi:type="dcterms:W3CDTF">2020-04-20T10:17:58Z</dcterms:modified>
</cp:coreProperties>
</file>