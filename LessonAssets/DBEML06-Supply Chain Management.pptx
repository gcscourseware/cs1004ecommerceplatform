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4" r:id="rId9"/>
    <p:sldId id="263" r:id="rId10"/>
    <p:sldId id="265" r:id="rId11"/>
    <p:sldId id="266" r:id="rId12"/>
    <p:sldId id="268" r:id="rId13"/>
    <p:sldId id="267" r:id="rId14"/>
    <p:sldId id="269" r:id="rId15"/>
    <p:sldId id="271" r:id="rId16"/>
    <p:sldId id="270" r:id="rId17"/>
    <p:sldId id="273" r:id="rId18"/>
    <p:sldId id="274" r:id="rId19"/>
    <p:sldId id="282" r:id="rId20"/>
    <p:sldId id="276" r:id="rId21"/>
    <p:sldId id="277" r:id="rId22"/>
    <p:sldId id="278" r:id="rId23"/>
    <p:sldId id="279" r:id="rId24"/>
    <p:sldId id="280" r:id="rId25"/>
    <p:sldId id="281" r:id="rId26"/>
    <p:sldId id="284" r:id="rId27"/>
    <p:sldId id="283" r:id="rId28"/>
    <p:sldId id="285" r:id="rId29"/>
    <p:sldId id="286" r:id="rId30"/>
    <p:sldId id="287" r:id="rId31"/>
    <p:sldId id="288" r:id="rId32"/>
    <p:sldId id="289" r:id="rId33"/>
    <p:sldId id="2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6A87BDA-9461-48F0-8EA8-B7B1A944871E}">
          <p14:sldIdLst>
            <p14:sldId id="256"/>
            <p14:sldId id="257"/>
            <p14:sldId id="258"/>
            <p14:sldId id="259"/>
            <p14:sldId id="260"/>
            <p14:sldId id="261"/>
            <p14:sldId id="262"/>
            <p14:sldId id="264"/>
            <p14:sldId id="263"/>
            <p14:sldId id="265"/>
            <p14:sldId id="266"/>
            <p14:sldId id="268"/>
            <p14:sldId id="267"/>
            <p14:sldId id="269"/>
            <p14:sldId id="271"/>
            <p14:sldId id="270"/>
            <p14:sldId id="273"/>
            <p14:sldId id="274"/>
            <p14:sldId id="282"/>
            <p14:sldId id="276"/>
            <p14:sldId id="277"/>
            <p14:sldId id="278"/>
            <p14:sldId id="279"/>
            <p14:sldId id="280"/>
            <p14:sldId id="281"/>
            <p14:sldId id="284"/>
            <p14:sldId id="283"/>
            <p14:sldId id="285"/>
            <p14:sldId id="286"/>
            <p14:sldId id="287"/>
            <p14:sldId id="288"/>
            <p14:sldId id="289"/>
            <p14:sldId id="2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42F02-3345-4BB8-8B0E-23C8E3F94CAE}" v="83" dt="2018-11-09T08:51:16.3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Toe" userId="8901cf30983edc6b" providerId="LiveId" clId="{C1442F02-3345-4BB8-8B0E-23C8E3F94CAE}"/>
    <pc:docChg chg="undo custSel mod addSld modSld modMainMaster">
      <pc:chgData name="Tony Toe" userId="8901cf30983edc6b" providerId="LiveId" clId="{C1442F02-3345-4BB8-8B0E-23C8E3F94CAE}" dt="2018-11-09T08:53:22.890" v="1735" actId="20577"/>
      <pc:docMkLst>
        <pc:docMk/>
      </pc:docMkLst>
      <pc:sldChg chg="addSp delSp modSp add mod setBg">
        <pc:chgData name="Tony Toe" userId="8901cf30983edc6b" providerId="LiveId" clId="{C1442F02-3345-4BB8-8B0E-23C8E3F94CAE}" dt="2018-11-07T03:53:50.766" v="1417" actId="14100"/>
        <pc:sldMkLst>
          <pc:docMk/>
          <pc:sldMk cId="2878228141" sldId="259"/>
        </pc:sldMkLst>
        <pc:spChg chg="mod">
          <ac:chgData name="Tony Toe" userId="8901cf30983edc6b" providerId="LiveId" clId="{C1442F02-3345-4BB8-8B0E-23C8E3F94CAE}" dt="2018-11-07T02:39:52.629" v="8" actId="20577"/>
          <ac:spMkLst>
            <pc:docMk/>
            <pc:sldMk cId="2878228141" sldId="259"/>
            <ac:spMk id="2" creationId="{3695336E-06B7-426C-8AC1-BDC6371EE292}"/>
          </ac:spMkLst>
        </pc:spChg>
        <pc:spChg chg="mod">
          <ac:chgData name="Tony Toe" userId="8901cf30983edc6b" providerId="LiveId" clId="{C1442F02-3345-4BB8-8B0E-23C8E3F94CAE}" dt="2018-11-07T03:53:50.766" v="1417" actId="14100"/>
          <ac:spMkLst>
            <pc:docMk/>
            <pc:sldMk cId="2878228141" sldId="259"/>
            <ac:spMk id="3" creationId="{0493722E-AC09-4849-9057-7BBCE811B926}"/>
          </ac:spMkLst>
        </pc:spChg>
        <pc:spChg chg="add del">
          <ac:chgData name="Tony Toe" userId="8901cf30983edc6b" providerId="LiveId" clId="{C1442F02-3345-4BB8-8B0E-23C8E3F94CAE}" dt="2018-11-07T02:38:35.854" v="2" actId="478"/>
          <ac:spMkLst>
            <pc:docMk/>
            <pc:sldMk cId="2878228141" sldId="259"/>
            <ac:spMk id="4" creationId="{816C93EB-31D2-4026-9714-1D432D7FCA03}"/>
          </ac:spMkLst>
        </pc:spChg>
        <pc:picChg chg="add del mod">
          <ac:chgData name="Tony Toe" userId="8901cf30983edc6b" providerId="LiveId" clId="{C1442F02-3345-4BB8-8B0E-23C8E3F94CAE}" dt="2018-11-07T03:53:44.648" v="1415" actId="478"/>
          <ac:picMkLst>
            <pc:docMk/>
            <pc:sldMk cId="2878228141" sldId="259"/>
            <ac:picMk id="1028" creationId="{1CAD0328-5E1A-49B6-8DBA-C3EC54AFDBF5}"/>
          </ac:picMkLst>
        </pc:picChg>
      </pc:sldChg>
      <pc:sldChg chg="modSp add">
        <pc:chgData name="Tony Toe" userId="8901cf30983edc6b" providerId="LiveId" clId="{C1442F02-3345-4BB8-8B0E-23C8E3F94CAE}" dt="2018-11-07T02:47:13.229" v="65" actId="20577"/>
        <pc:sldMkLst>
          <pc:docMk/>
          <pc:sldMk cId="1900627532" sldId="260"/>
        </pc:sldMkLst>
        <pc:spChg chg="mod">
          <ac:chgData name="Tony Toe" userId="8901cf30983edc6b" providerId="LiveId" clId="{C1442F02-3345-4BB8-8B0E-23C8E3F94CAE}" dt="2018-11-07T02:40:56.142" v="33" actId="20577"/>
          <ac:spMkLst>
            <pc:docMk/>
            <pc:sldMk cId="1900627532" sldId="260"/>
            <ac:spMk id="2" creationId="{45F803A7-FACA-4F16-B76C-A9AB4CDF6334}"/>
          </ac:spMkLst>
        </pc:spChg>
        <pc:spChg chg="mod">
          <ac:chgData name="Tony Toe" userId="8901cf30983edc6b" providerId="LiveId" clId="{C1442F02-3345-4BB8-8B0E-23C8E3F94CAE}" dt="2018-11-07T02:47:13.229" v="65" actId="20577"/>
          <ac:spMkLst>
            <pc:docMk/>
            <pc:sldMk cId="1900627532" sldId="260"/>
            <ac:spMk id="3" creationId="{A3A52AE1-D289-4E7A-88F2-F05F7F4EDB0D}"/>
          </ac:spMkLst>
        </pc:spChg>
      </pc:sldChg>
      <pc:sldChg chg="addSp delSp modSp add mod setBg">
        <pc:chgData name="Tony Toe" userId="8901cf30983edc6b" providerId="LiveId" clId="{C1442F02-3345-4BB8-8B0E-23C8E3F94CAE}" dt="2018-11-07T02:48:15.523" v="134" actId="26606"/>
        <pc:sldMkLst>
          <pc:docMk/>
          <pc:sldMk cId="113529752" sldId="261"/>
        </pc:sldMkLst>
        <pc:spChg chg="mod">
          <ac:chgData name="Tony Toe" userId="8901cf30983edc6b" providerId="LiveId" clId="{C1442F02-3345-4BB8-8B0E-23C8E3F94CAE}" dt="2018-11-07T02:48:15.523" v="134" actId="26606"/>
          <ac:spMkLst>
            <pc:docMk/>
            <pc:sldMk cId="113529752" sldId="261"/>
            <ac:spMk id="2" creationId="{EEB12D6D-EBBC-42A7-A5F6-857F56F83A98}"/>
          </ac:spMkLst>
        </pc:spChg>
        <pc:spChg chg="del">
          <ac:chgData name="Tony Toe" userId="8901cf30983edc6b" providerId="LiveId" clId="{C1442F02-3345-4BB8-8B0E-23C8E3F94CAE}" dt="2018-11-07T02:47:48.649" v="131" actId="26606"/>
          <ac:spMkLst>
            <pc:docMk/>
            <pc:sldMk cId="113529752" sldId="261"/>
            <ac:spMk id="3" creationId="{509542F9-F69C-4EB1-8492-84FD69DF1DCA}"/>
          </ac:spMkLst>
        </pc:spChg>
        <pc:graphicFrameChg chg="add mod modGraphic">
          <ac:chgData name="Tony Toe" userId="8901cf30983edc6b" providerId="LiveId" clId="{C1442F02-3345-4BB8-8B0E-23C8E3F94CAE}" dt="2018-11-07T02:48:15.523" v="134" actId="26606"/>
          <ac:graphicFrameMkLst>
            <pc:docMk/>
            <pc:sldMk cId="113529752" sldId="261"/>
            <ac:graphicFrameMk id="4" creationId="{1C9A4696-1632-48E4-8722-567C739AB91B}"/>
          </ac:graphicFrameMkLst>
        </pc:graphicFrameChg>
      </pc:sldChg>
      <pc:sldChg chg="addSp modSp add">
        <pc:chgData name="Tony Toe" userId="8901cf30983edc6b" providerId="LiveId" clId="{C1442F02-3345-4BB8-8B0E-23C8E3F94CAE}" dt="2018-11-07T02:51:21.716" v="234" actId="20577"/>
        <pc:sldMkLst>
          <pc:docMk/>
          <pc:sldMk cId="3969558563" sldId="262"/>
        </pc:sldMkLst>
        <pc:spChg chg="mod">
          <ac:chgData name="Tony Toe" userId="8901cf30983edc6b" providerId="LiveId" clId="{C1442F02-3345-4BB8-8B0E-23C8E3F94CAE}" dt="2018-11-07T02:48:27.173" v="154" actId="20577"/>
          <ac:spMkLst>
            <pc:docMk/>
            <pc:sldMk cId="3969558563" sldId="262"/>
            <ac:spMk id="2" creationId="{5F131AFE-C8A2-4D1F-BD60-9842204D5183}"/>
          </ac:spMkLst>
        </pc:spChg>
        <pc:spChg chg="mod">
          <ac:chgData name="Tony Toe" userId="8901cf30983edc6b" providerId="LiveId" clId="{C1442F02-3345-4BB8-8B0E-23C8E3F94CAE}" dt="2018-11-07T02:49:18.077" v="205" actId="20577"/>
          <ac:spMkLst>
            <pc:docMk/>
            <pc:sldMk cId="3969558563" sldId="262"/>
            <ac:spMk id="3" creationId="{A7D5A1EC-D487-4379-B861-BFD03ABBEDF2}"/>
          </ac:spMkLst>
        </pc:spChg>
        <pc:spChg chg="add mod">
          <ac:chgData name="Tony Toe" userId="8901cf30983edc6b" providerId="LiveId" clId="{C1442F02-3345-4BB8-8B0E-23C8E3F94CAE}" dt="2018-11-07T02:49:43.518" v="213" actId="1076"/>
          <ac:spMkLst>
            <pc:docMk/>
            <pc:sldMk cId="3969558563" sldId="262"/>
            <ac:spMk id="4" creationId="{65F0777D-C1B3-4AC9-8236-74EAE95320B6}"/>
          </ac:spMkLst>
        </pc:spChg>
        <pc:spChg chg="add mod">
          <ac:chgData name="Tony Toe" userId="8901cf30983edc6b" providerId="LiveId" clId="{C1442F02-3345-4BB8-8B0E-23C8E3F94CAE}" dt="2018-11-07T02:50:50.878" v="219" actId="1076"/>
          <ac:spMkLst>
            <pc:docMk/>
            <pc:sldMk cId="3969558563" sldId="262"/>
            <ac:spMk id="5" creationId="{4D661E92-FEE9-4003-A583-1C73125C079E}"/>
          </ac:spMkLst>
        </pc:spChg>
        <pc:spChg chg="add mod">
          <ac:chgData name="Tony Toe" userId="8901cf30983edc6b" providerId="LiveId" clId="{C1442F02-3345-4BB8-8B0E-23C8E3F94CAE}" dt="2018-11-07T02:51:21.716" v="234" actId="20577"/>
          <ac:spMkLst>
            <pc:docMk/>
            <pc:sldMk cId="3969558563" sldId="262"/>
            <ac:spMk id="6" creationId="{935E57C7-408F-45E9-A6DD-6FD9D2A09C31}"/>
          </ac:spMkLst>
        </pc:spChg>
      </pc:sldChg>
      <pc:sldChg chg="modSp add">
        <pc:chgData name="Tony Toe" userId="8901cf30983edc6b" providerId="LiveId" clId="{C1442F02-3345-4BB8-8B0E-23C8E3F94CAE}" dt="2018-11-07T02:52:17.709" v="290" actId="20577"/>
        <pc:sldMkLst>
          <pc:docMk/>
          <pc:sldMk cId="559869889" sldId="263"/>
        </pc:sldMkLst>
        <pc:spChg chg="mod">
          <ac:chgData name="Tony Toe" userId="8901cf30983edc6b" providerId="LiveId" clId="{C1442F02-3345-4BB8-8B0E-23C8E3F94CAE}" dt="2018-11-07T02:52:03.525" v="247" actId="20577"/>
          <ac:spMkLst>
            <pc:docMk/>
            <pc:sldMk cId="559869889" sldId="263"/>
            <ac:spMk id="2" creationId="{381301AC-9853-4354-A499-D62DDE9405F5}"/>
          </ac:spMkLst>
        </pc:spChg>
        <pc:spChg chg="mod">
          <ac:chgData name="Tony Toe" userId="8901cf30983edc6b" providerId="LiveId" clId="{C1442F02-3345-4BB8-8B0E-23C8E3F94CAE}" dt="2018-11-07T02:52:17.709" v="290" actId="20577"/>
          <ac:spMkLst>
            <pc:docMk/>
            <pc:sldMk cId="559869889" sldId="263"/>
            <ac:spMk id="3" creationId="{A848DCD5-3BE6-4EC6-A161-81F30994B542}"/>
          </ac:spMkLst>
        </pc:spChg>
      </pc:sldChg>
      <pc:sldChg chg="modSp add">
        <pc:chgData name="Tony Toe" userId="8901cf30983edc6b" providerId="LiveId" clId="{C1442F02-3345-4BB8-8B0E-23C8E3F94CAE}" dt="2018-11-07T02:53:39.390" v="311" actId="20577"/>
        <pc:sldMkLst>
          <pc:docMk/>
          <pc:sldMk cId="2663059022" sldId="264"/>
        </pc:sldMkLst>
        <pc:spChg chg="mod">
          <ac:chgData name="Tony Toe" userId="8901cf30983edc6b" providerId="LiveId" clId="{C1442F02-3345-4BB8-8B0E-23C8E3F94CAE}" dt="2018-11-07T02:53:02.812" v="304" actId="20577"/>
          <ac:spMkLst>
            <pc:docMk/>
            <pc:sldMk cId="2663059022" sldId="264"/>
            <ac:spMk id="2" creationId="{56C38C1D-E5D3-491E-AB5C-FD264E405F84}"/>
          </ac:spMkLst>
        </pc:spChg>
        <pc:spChg chg="mod">
          <ac:chgData name="Tony Toe" userId="8901cf30983edc6b" providerId="LiveId" clId="{C1442F02-3345-4BB8-8B0E-23C8E3F94CAE}" dt="2018-11-07T02:53:39.390" v="311" actId="20577"/>
          <ac:spMkLst>
            <pc:docMk/>
            <pc:sldMk cId="2663059022" sldId="264"/>
            <ac:spMk id="3" creationId="{D170DBF4-03B0-46C7-8921-AC850D27F341}"/>
          </ac:spMkLst>
        </pc:spChg>
      </pc:sldChg>
      <pc:sldChg chg="modSp add">
        <pc:chgData name="Tony Toe" userId="8901cf30983edc6b" providerId="LiveId" clId="{C1442F02-3345-4BB8-8B0E-23C8E3F94CAE}" dt="2018-11-07T02:54:18.012" v="332" actId="20577"/>
        <pc:sldMkLst>
          <pc:docMk/>
          <pc:sldMk cId="767239538" sldId="265"/>
        </pc:sldMkLst>
        <pc:spChg chg="mod">
          <ac:chgData name="Tony Toe" userId="8901cf30983edc6b" providerId="LiveId" clId="{C1442F02-3345-4BB8-8B0E-23C8E3F94CAE}" dt="2018-11-07T02:54:02.781" v="326" actId="20577"/>
          <ac:spMkLst>
            <pc:docMk/>
            <pc:sldMk cId="767239538" sldId="265"/>
            <ac:spMk id="2" creationId="{D5DA16FE-8B01-4D89-9A03-706D9BB3FA13}"/>
          </ac:spMkLst>
        </pc:spChg>
        <pc:spChg chg="mod">
          <ac:chgData name="Tony Toe" userId="8901cf30983edc6b" providerId="LiveId" clId="{C1442F02-3345-4BB8-8B0E-23C8E3F94CAE}" dt="2018-11-07T02:54:18.012" v="332" actId="20577"/>
          <ac:spMkLst>
            <pc:docMk/>
            <pc:sldMk cId="767239538" sldId="265"/>
            <ac:spMk id="3" creationId="{AD2B53B1-8061-44BD-95CC-40420DB8CBE5}"/>
          </ac:spMkLst>
        </pc:spChg>
      </pc:sldChg>
      <pc:sldChg chg="addSp modSp add">
        <pc:chgData name="Tony Toe" userId="8901cf30983edc6b" providerId="LiveId" clId="{C1442F02-3345-4BB8-8B0E-23C8E3F94CAE}" dt="2018-11-07T02:56:07.607" v="468" actId="1076"/>
        <pc:sldMkLst>
          <pc:docMk/>
          <pc:sldMk cId="2036393543" sldId="266"/>
        </pc:sldMkLst>
        <pc:spChg chg="mod">
          <ac:chgData name="Tony Toe" userId="8901cf30983edc6b" providerId="LiveId" clId="{C1442F02-3345-4BB8-8B0E-23C8E3F94CAE}" dt="2018-11-07T02:55:19.723" v="413" actId="20577"/>
          <ac:spMkLst>
            <pc:docMk/>
            <pc:sldMk cId="2036393543" sldId="266"/>
            <ac:spMk id="2" creationId="{CAAE499C-48D2-4FF9-9C18-FE32A3DA42D3}"/>
          </ac:spMkLst>
        </pc:spChg>
        <pc:spChg chg="mod">
          <ac:chgData name="Tony Toe" userId="8901cf30983edc6b" providerId="LiveId" clId="{C1442F02-3345-4BB8-8B0E-23C8E3F94CAE}" dt="2018-11-07T02:55:43.388" v="460" actId="20577"/>
          <ac:spMkLst>
            <pc:docMk/>
            <pc:sldMk cId="2036393543" sldId="266"/>
            <ac:spMk id="3" creationId="{5A577533-217A-4D1C-8533-D565EC3A1507}"/>
          </ac:spMkLst>
        </pc:spChg>
        <pc:spChg chg="add mod">
          <ac:chgData name="Tony Toe" userId="8901cf30983edc6b" providerId="LiveId" clId="{C1442F02-3345-4BB8-8B0E-23C8E3F94CAE}" dt="2018-11-07T02:56:07.607" v="468" actId="1076"/>
          <ac:spMkLst>
            <pc:docMk/>
            <pc:sldMk cId="2036393543" sldId="266"/>
            <ac:spMk id="4" creationId="{3B37C893-FE76-45E0-9010-2C273797A4CD}"/>
          </ac:spMkLst>
        </pc:spChg>
      </pc:sldChg>
      <pc:sldChg chg="addSp modSp add">
        <pc:chgData name="Tony Toe" userId="8901cf30983edc6b" providerId="LiveId" clId="{C1442F02-3345-4BB8-8B0E-23C8E3F94CAE}" dt="2018-11-07T03:02:05.063" v="475" actId="1076"/>
        <pc:sldMkLst>
          <pc:docMk/>
          <pc:sldMk cId="2616453588" sldId="267"/>
        </pc:sldMkLst>
        <pc:spChg chg="add mod">
          <ac:chgData name="Tony Toe" userId="8901cf30983edc6b" providerId="LiveId" clId="{C1442F02-3345-4BB8-8B0E-23C8E3F94CAE}" dt="2018-11-07T03:02:05.063" v="475" actId="1076"/>
          <ac:spMkLst>
            <pc:docMk/>
            <pc:sldMk cId="2616453588" sldId="267"/>
            <ac:spMk id="4" creationId="{972503FA-87D8-4690-9B27-39B72E6FEEF2}"/>
          </ac:spMkLst>
        </pc:spChg>
      </pc:sldChg>
      <pc:sldChg chg="addSp modSp add">
        <pc:chgData name="Tony Toe" userId="8901cf30983edc6b" providerId="LiveId" clId="{C1442F02-3345-4BB8-8B0E-23C8E3F94CAE}" dt="2018-11-07T03:23:44.043" v="697" actId="13926"/>
        <pc:sldMkLst>
          <pc:docMk/>
          <pc:sldMk cId="1867288806" sldId="268"/>
        </pc:sldMkLst>
        <pc:spChg chg="mod">
          <ac:chgData name="Tony Toe" userId="8901cf30983edc6b" providerId="LiveId" clId="{C1442F02-3345-4BB8-8B0E-23C8E3F94CAE}" dt="2018-11-07T03:21:49.203" v="560" actId="20577"/>
          <ac:spMkLst>
            <pc:docMk/>
            <pc:sldMk cId="1867288806" sldId="268"/>
            <ac:spMk id="2" creationId="{FFB80AD2-0F53-4F63-9C39-445785BC8CC8}"/>
          </ac:spMkLst>
        </pc:spChg>
        <pc:spChg chg="mod">
          <ac:chgData name="Tony Toe" userId="8901cf30983edc6b" providerId="LiveId" clId="{C1442F02-3345-4BB8-8B0E-23C8E3F94CAE}" dt="2018-11-07T03:23:44.043" v="697" actId="13926"/>
          <ac:spMkLst>
            <pc:docMk/>
            <pc:sldMk cId="1867288806" sldId="268"/>
            <ac:spMk id="3" creationId="{EDAEE099-9176-44BC-908E-F9E0EB7AC08A}"/>
          </ac:spMkLst>
        </pc:spChg>
        <pc:spChg chg="add mod">
          <ac:chgData name="Tony Toe" userId="8901cf30983edc6b" providerId="LiveId" clId="{C1442F02-3345-4BB8-8B0E-23C8E3F94CAE}" dt="2018-11-07T03:13:17.815" v="485" actId="1076"/>
          <ac:spMkLst>
            <pc:docMk/>
            <pc:sldMk cId="1867288806" sldId="268"/>
            <ac:spMk id="4" creationId="{61BFF04E-3C15-46A9-BD09-A562632B2385}"/>
          </ac:spMkLst>
        </pc:spChg>
      </pc:sldChg>
      <pc:sldChg chg="modSp add">
        <pc:chgData name="Tony Toe" userId="8901cf30983edc6b" providerId="LiveId" clId="{C1442F02-3345-4BB8-8B0E-23C8E3F94CAE}" dt="2018-11-07T03:24:16.345" v="747" actId="20577"/>
        <pc:sldMkLst>
          <pc:docMk/>
          <pc:sldMk cId="1395854422" sldId="269"/>
        </pc:sldMkLst>
        <pc:spChg chg="mod">
          <ac:chgData name="Tony Toe" userId="8901cf30983edc6b" providerId="LiveId" clId="{C1442F02-3345-4BB8-8B0E-23C8E3F94CAE}" dt="2018-11-07T03:24:06.186" v="712" actId="20577"/>
          <ac:spMkLst>
            <pc:docMk/>
            <pc:sldMk cId="1395854422" sldId="269"/>
            <ac:spMk id="2" creationId="{307E50DE-A596-4547-AC5F-B36ADA737D9C}"/>
          </ac:spMkLst>
        </pc:spChg>
        <pc:spChg chg="mod">
          <ac:chgData name="Tony Toe" userId="8901cf30983edc6b" providerId="LiveId" clId="{C1442F02-3345-4BB8-8B0E-23C8E3F94CAE}" dt="2018-11-07T03:24:16.345" v="747" actId="20577"/>
          <ac:spMkLst>
            <pc:docMk/>
            <pc:sldMk cId="1395854422" sldId="269"/>
            <ac:spMk id="3" creationId="{4CCFF443-4F39-41CB-9279-D4203F0AA836}"/>
          </ac:spMkLst>
        </pc:spChg>
      </pc:sldChg>
      <pc:sldChg chg="addSp modSp add">
        <pc:chgData name="Tony Toe" userId="8901cf30983edc6b" providerId="LiveId" clId="{C1442F02-3345-4BB8-8B0E-23C8E3F94CAE}" dt="2018-11-07T03:25:47.010" v="804" actId="1076"/>
        <pc:sldMkLst>
          <pc:docMk/>
          <pc:sldMk cId="3231123048" sldId="270"/>
        </pc:sldMkLst>
        <pc:spChg chg="mod">
          <ac:chgData name="Tony Toe" userId="8901cf30983edc6b" providerId="LiveId" clId="{C1442F02-3345-4BB8-8B0E-23C8E3F94CAE}" dt="2018-11-07T03:25:10.275" v="782" actId="20577"/>
          <ac:spMkLst>
            <pc:docMk/>
            <pc:sldMk cId="3231123048" sldId="270"/>
            <ac:spMk id="2" creationId="{17D525A4-FA0D-4B6A-89EB-086373F965A4}"/>
          </ac:spMkLst>
        </pc:spChg>
        <pc:spChg chg="mod">
          <ac:chgData name="Tony Toe" userId="8901cf30983edc6b" providerId="LiveId" clId="{C1442F02-3345-4BB8-8B0E-23C8E3F94CAE}" dt="2018-11-07T03:25:17.129" v="802" actId="20577"/>
          <ac:spMkLst>
            <pc:docMk/>
            <pc:sldMk cId="3231123048" sldId="270"/>
            <ac:spMk id="3" creationId="{855CD4D5-F530-40B6-B0E4-2C0F3E49ADA0}"/>
          </ac:spMkLst>
        </pc:spChg>
        <pc:spChg chg="add mod">
          <ac:chgData name="Tony Toe" userId="8901cf30983edc6b" providerId="LiveId" clId="{C1442F02-3345-4BB8-8B0E-23C8E3F94CAE}" dt="2018-11-07T03:25:47.010" v="804" actId="1076"/>
          <ac:spMkLst>
            <pc:docMk/>
            <pc:sldMk cId="3231123048" sldId="270"/>
            <ac:spMk id="4" creationId="{B2929AF2-E606-4604-B7BE-09C0B9FC731D}"/>
          </ac:spMkLst>
        </pc:spChg>
      </pc:sldChg>
      <pc:sldChg chg="addSp modSp add">
        <pc:chgData name="Tony Toe" userId="8901cf30983edc6b" providerId="LiveId" clId="{C1442F02-3345-4BB8-8B0E-23C8E3F94CAE}" dt="2018-11-07T03:27:28.563" v="842" actId="313"/>
        <pc:sldMkLst>
          <pc:docMk/>
          <pc:sldMk cId="2226938883" sldId="271"/>
        </pc:sldMkLst>
        <pc:spChg chg="mod">
          <ac:chgData name="Tony Toe" userId="8901cf30983edc6b" providerId="LiveId" clId="{C1442F02-3345-4BB8-8B0E-23C8E3F94CAE}" dt="2018-11-07T03:27:28.563" v="842" actId="313"/>
          <ac:spMkLst>
            <pc:docMk/>
            <pc:sldMk cId="2226938883" sldId="271"/>
            <ac:spMk id="2" creationId="{A33D42EA-4F61-4A75-8A34-428F5477EE5B}"/>
          </ac:spMkLst>
        </pc:spChg>
        <pc:spChg chg="mod">
          <ac:chgData name="Tony Toe" userId="8901cf30983edc6b" providerId="LiveId" clId="{C1442F02-3345-4BB8-8B0E-23C8E3F94CAE}" dt="2018-11-07T03:26:56.939" v="833" actId="313"/>
          <ac:spMkLst>
            <pc:docMk/>
            <pc:sldMk cId="2226938883" sldId="271"/>
            <ac:spMk id="3" creationId="{D2898233-4A8B-4FC8-9357-7D461A4B2BA7}"/>
          </ac:spMkLst>
        </pc:spChg>
        <pc:spChg chg="add mod">
          <ac:chgData name="Tony Toe" userId="8901cf30983edc6b" providerId="LiveId" clId="{C1442F02-3345-4BB8-8B0E-23C8E3F94CAE}" dt="2018-11-07T03:27:26.223" v="841" actId="13926"/>
          <ac:spMkLst>
            <pc:docMk/>
            <pc:sldMk cId="2226938883" sldId="271"/>
            <ac:spMk id="4" creationId="{CB4F1EEB-0FB4-472A-9480-C01B4FDBD131}"/>
          </ac:spMkLst>
        </pc:spChg>
      </pc:sldChg>
      <pc:sldChg chg="modSp add">
        <pc:chgData name="Tony Toe" userId="8901cf30983edc6b" providerId="LiveId" clId="{C1442F02-3345-4BB8-8B0E-23C8E3F94CAE}" dt="2018-11-07T03:27:52.250" v="892" actId="20577"/>
        <pc:sldMkLst>
          <pc:docMk/>
          <pc:sldMk cId="1347873503" sldId="272"/>
        </pc:sldMkLst>
        <pc:spChg chg="mod">
          <ac:chgData name="Tony Toe" userId="8901cf30983edc6b" providerId="LiveId" clId="{C1442F02-3345-4BB8-8B0E-23C8E3F94CAE}" dt="2018-11-07T03:27:41.722" v="855" actId="20577"/>
          <ac:spMkLst>
            <pc:docMk/>
            <pc:sldMk cId="1347873503" sldId="272"/>
            <ac:spMk id="2" creationId="{BC1E6C45-5A91-4137-800A-D9BB4E569DD3}"/>
          </ac:spMkLst>
        </pc:spChg>
        <pc:spChg chg="mod">
          <ac:chgData name="Tony Toe" userId="8901cf30983edc6b" providerId="LiveId" clId="{C1442F02-3345-4BB8-8B0E-23C8E3F94CAE}" dt="2018-11-07T03:27:52.250" v="892" actId="20577"/>
          <ac:spMkLst>
            <pc:docMk/>
            <pc:sldMk cId="1347873503" sldId="272"/>
            <ac:spMk id="3" creationId="{63F16016-25AA-440C-9266-145D9817099E}"/>
          </ac:spMkLst>
        </pc:spChg>
      </pc:sldChg>
      <pc:sldChg chg="addSp modSp add">
        <pc:chgData name="Tony Toe" userId="8901cf30983edc6b" providerId="LiveId" clId="{C1442F02-3345-4BB8-8B0E-23C8E3F94CAE}" dt="2018-11-07T03:29:41.595" v="898" actId="1076"/>
        <pc:sldMkLst>
          <pc:docMk/>
          <pc:sldMk cId="3830724426" sldId="273"/>
        </pc:sldMkLst>
        <pc:spChg chg="mod">
          <ac:chgData name="Tony Toe" userId="8901cf30983edc6b" providerId="LiveId" clId="{C1442F02-3345-4BB8-8B0E-23C8E3F94CAE}" dt="2018-11-07T03:29:08.148" v="895" actId="20577"/>
          <ac:spMkLst>
            <pc:docMk/>
            <pc:sldMk cId="3830724426" sldId="273"/>
            <ac:spMk id="2" creationId="{0E765B06-95B3-4634-B01B-77D8EF067F87}"/>
          </ac:spMkLst>
        </pc:spChg>
        <pc:spChg chg="mod">
          <ac:chgData name="Tony Toe" userId="8901cf30983edc6b" providerId="LiveId" clId="{C1442F02-3345-4BB8-8B0E-23C8E3F94CAE}" dt="2018-11-07T03:29:25.043" v="896" actId="1076"/>
          <ac:spMkLst>
            <pc:docMk/>
            <pc:sldMk cId="3830724426" sldId="273"/>
            <ac:spMk id="3" creationId="{AD0BE510-A2FB-462A-A645-CD725DC831F5}"/>
          </ac:spMkLst>
        </pc:spChg>
        <pc:spChg chg="add mod">
          <ac:chgData name="Tony Toe" userId="8901cf30983edc6b" providerId="LiveId" clId="{C1442F02-3345-4BB8-8B0E-23C8E3F94CAE}" dt="2018-11-07T03:29:41.595" v="898" actId="1076"/>
          <ac:spMkLst>
            <pc:docMk/>
            <pc:sldMk cId="3830724426" sldId="273"/>
            <ac:spMk id="4" creationId="{ABF220DE-02F4-4CEE-BD55-E3AD5B70CBFA}"/>
          </ac:spMkLst>
        </pc:spChg>
      </pc:sldChg>
      <pc:sldChg chg="addSp delSp modSp add">
        <pc:chgData name="Tony Toe" userId="8901cf30983edc6b" providerId="LiveId" clId="{C1442F02-3345-4BB8-8B0E-23C8E3F94CAE}" dt="2018-11-07T03:30:14.895" v="926" actId="1076"/>
        <pc:sldMkLst>
          <pc:docMk/>
          <pc:sldMk cId="1251736921" sldId="274"/>
        </pc:sldMkLst>
        <pc:spChg chg="mod">
          <ac:chgData name="Tony Toe" userId="8901cf30983edc6b" providerId="LiveId" clId="{C1442F02-3345-4BB8-8B0E-23C8E3F94CAE}" dt="2018-11-07T03:29:59.266" v="922" actId="20577"/>
          <ac:spMkLst>
            <pc:docMk/>
            <pc:sldMk cId="1251736921" sldId="274"/>
            <ac:spMk id="2" creationId="{1C511B08-FC97-4809-BDBE-64B0651BFE8D}"/>
          </ac:spMkLst>
        </pc:spChg>
        <pc:spChg chg="del">
          <ac:chgData name="Tony Toe" userId="8901cf30983edc6b" providerId="LiveId" clId="{C1442F02-3345-4BB8-8B0E-23C8E3F94CAE}" dt="2018-11-07T03:30:11.345" v="925" actId="478"/>
          <ac:spMkLst>
            <pc:docMk/>
            <pc:sldMk cId="1251736921" sldId="274"/>
            <ac:spMk id="3" creationId="{5AB02C63-1A5A-4096-B978-1708337BA9AB}"/>
          </ac:spMkLst>
        </pc:spChg>
        <pc:spChg chg="add mod">
          <ac:chgData name="Tony Toe" userId="8901cf30983edc6b" providerId="LiveId" clId="{C1442F02-3345-4BB8-8B0E-23C8E3F94CAE}" dt="2018-11-07T03:30:14.895" v="926" actId="1076"/>
          <ac:spMkLst>
            <pc:docMk/>
            <pc:sldMk cId="1251736921" sldId="274"/>
            <ac:spMk id="4" creationId="{9D120C2A-7C72-47C6-85AD-36B172660C4A}"/>
          </ac:spMkLst>
        </pc:spChg>
      </pc:sldChg>
      <pc:sldChg chg="modSp add">
        <pc:chgData name="Tony Toe" userId="8901cf30983edc6b" providerId="LiveId" clId="{C1442F02-3345-4BB8-8B0E-23C8E3F94CAE}" dt="2018-11-07T03:30:50.653" v="954" actId="20577"/>
        <pc:sldMkLst>
          <pc:docMk/>
          <pc:sldMk cId="3084603823" sldId="275"/>
        </pc:sldMkLst>
        <pc:spChg chg="mod">
          <ac:chgData name="Tony Toe" userId="8901cf30983edc6b" providerId="LiveId" clId="{C1442F02-3345-4BB8-8B0E-23C8E3F94CAE}" dt="2018-11-07T03:30:35.721" v="951" actId="20577"/>
          <ac:spMkLst>
            <pc:docMk/>
            <pc:sldMk cId="3084603823" sldId="275"/>
            <ac:spMk id="2" creationId="{831DEFDB-D9B9-44D9-B481-729A02A77A05}"/>
          </ac:spMkLst>
        </pc:spChg>
        <pc:spChg chg="mod">
          <ac:chgData name="Tony Toe" userId="8901cf30983edc6b" providerId="LiveId" clId="{C1442F02-3345-4BB8-8B0E-23C8E3F94CAE}" dt="2018-11-07T03:30:50.653" v="954" actId="20577"/>
          <ac:spMkLst>
            <pc:docMk/>
            <pc:sldMk cId="3084603823" sldId="275"/>
            <ac:spMk id="3" creationId="{38805D42-842E-480E-BAB0-725A05CFE8E1}"/>
          </ac:spMkLst>
        </pc:spChg>
      </pc:sldChg>
      <pc:sldChg chg="addSp modSp add">
        <pc:chgData name="Tony Toe" userId="8901cf30983edc6b" providerId="LiveId" clId="{C1442F02-3345-4BB8-8B0E-23C8E3F94CAE}" dt="2018-11-07T03:31:40.113" v="978" actId="13926"/>
        <pc:sldMkLst>
          <pc:docMk/>
          <pc:sldMk cId="1438324259" sldId="276"/>
        </pc:sldMkLst>
        <pc:spChg chg="mod">
          <ac:chgData name="Tony Toe" userId="8901cf30983edc6b" providerId="LiveId" clId="{C1442F02-3345-4BB8-8B0E-23C8E3F94CAE}" dt="2018-11-07T03:31:12.585" v="971" actId="20577"/>
          <ac:spMkLst>
            <pc:docMk/>
            <pc:sldMk cId="1438324259" sldId="276"/>
            <ac:spMk id="2" creationId="{01A772CF-92EF-464C-85AE-5D6816092E33}"/>
          </ac:spMkLst>
        </pc:spChg>
        <pc:spChg chg="mod">
          <ac:chgData name="Tony Toe" userId="8901cf30983edc6b" providerId="LiveId" clId="{C1442F02-3345-4BB8-8B0E-23C8E3F94CAE}" dt="2018-11-07T03:31:21.164" v="972" actId="13926"/>
          <ac:spMkLst>
            <pc:docMk/>
            <pc:sldMk cId="1438324259" sldId="276"/>
            <ac:spMk id="3" creationId="{1080FF5B-12C0-4E71-A4AB-44C2777599A9}"/>
          </ac:spMkLst>
        </pc:spChg>
        <pc:spChg chg="add mod">
          <ac:chgData name="Tony Toe" userId="8901cf30983edc6b" providerId="LiveId" clId="{C1442F02-3345-4BB8-8B0E-23C8E3F94CAE}" dt="2018-11-07T03:31:40.113" v="978" actId="13926"/>
          <ac:spMkLst>
            <pc:docMk/>
            <pc:sldMk cId="1438324259" sldId="276"/>
            <ac:spMk id="4" creationId="{F65E28A2-8C94-4B19-B7B1-E84A7FA22D03}"/>
          </ac:spMkLst>
        </pc:spChg>
      </pc:sldChg>
      <pc:sldChg chg="addSp modSp add">
        <pc:chgData name="Tony Toe" userId="8901cf30983edc6b" providerId="LiveId" clId="{C1442F02-3345-4BB8-8B0E-23C8E3F94CAE}" dt="2018-11-07T03:39:27.803" v="1124" actId="1076"/>
        <pc:sldMkLst>
          <pc:docMk/>
          <pc:sldMk cId="3797467521" sldId="277"/>
        </pc:sldMkLst>
        <pc:spChg chg="mod">
          <ac:chgData name="Tony Toe" userId="8901cf30983edc6b" providerId="LiveId" clId="{C1442F02-3345-4BB8-8B0E-23C8E3F94CAE}" dt="2018-11-07T03:33:36.785" v="1035" actId="20577"/>
          <ac:spMkLst>
            <pc:docMk/>
            <pc:sldMk cId="3797467521" sldId="277"/>
            <ac:spMk id="2" creationId="{43D3CC60-1B8D-4160-B2C4-16837B745B18}"/>
          </ac:spMkLst>
        </pc:spChg>
        <pc:spChg chg="mod">
          <ac:chgData name="Tony Toe" userId="8901cf30983edc6b" providerId="LiveId" clId="{C1442F02-3345-4BB8-8B0E-23C8E3F94CAE}" dt="2018-11-07T03:39:13.191" v="1122" actId="20577"/>
          <ac:spMkLst>
            <pc:docMk/>
            <pc:sldMk cId="3797467521" sldId="277"/>
            <ac:spMk id="3" creationId="{D4BA7592-B468-4766-8160-AD8DF5A25C0D}"/>
          </ac:spMkLst>
        </pc:spChg>
        <pc:spChg chg="add mod">
          <ac:chgData name="Tony Toe" userId="8901cf30983edc6b" providerId="LiveId" clId="{C1442F02-3345-4BB8-8B0E-23C8E3F94CAE}" dt="2018-11-07T03:39:27.803" v="1124" actId="1076"/>
          <ac:spMkLst>
            <pc:docMk/>
            <pc:sldMk cId="3797467521" sldId="277"/>
            <ac:spMk id="4" creationId="{98AEF56F-4B54-491B-A4B7-14DCE9048D7B}"/>
          </ac:spMkLst>
        </pc:spChg>
      </pc:sldChg>
      <pc:sldChg chg="modSp add">
        <pc:chgData name="Tony Toe" userId="8901cf30983edc6b" providerId="LiveId" clId="{C1442F02-3345-4BB8-8B0E-23C8E3F94CAE}" dt="2018-11-07T03:39:58.521" v="1197" actId="20577"/>
        <pc:sldMkLst>
          <pc:docMk/>
          <pc:sldMk cId="870818330" sldId="278"/>
        </pc:sldMkLst>
        <pc:spChg chg="mod">
          <ac:chgData name="Tony Toe" userId="8901cf30983edc6b" providerId="LiveId" clId="{C1442F02-3345-4BB8-8B0E-23C8E3F94CAE}" dt="2018-11-07T03:39:41.025" v="1139" actId="20577"/>
          <ac:spMkLst>
            <pc:docMk/>
            <pc:sldMk cId="870818330" sldId="278"/>
            <ac:spMk id="2" creationId="{788B429D-28D7-429B-A1BA-00B451086C32}"/>
          </ac:spMkLst>
        </pc:spChg>
        <pc:spChg chg="mod">
          <ac:chgData name="Tony Toe" userId="8901cf30983edc6b" providerId="LiveId" clId="{C1442F02-3345-4BB8-8B0E-23C8E3F94CAE}" dt="2018-11-07T03:39:58.521" v="1197" actId="20577"/>
          <ac:spMkLst>
            <pc:docMk/>
            <pc:sldMk cId="870818330" sldId="278"/>
            <ac:spMk id="3" creationId="{1F301E4E-04E6-41DB-98AB-ABE1BD812B06}"/>
          </ac:spMkLst>
        </pc:spChg>
      </pc:sldChg>
      <pc:sldChg chg="addSp delSp modSp add">
        <pc:chgData name="Tony Toe" userId="8901cf30983edc6b" providerId="LiveId" clId="{C1442F02-3345-4BB8-8B0E-23C8E3F94CAE}" dt="2018-11-07T03:40:39.511" v="1216" actId="1076"/>
        <pc:sldMkLst>
          <pc:docMk/>
          <pc:sldMk cId="1756175335" sldId="279"/>
        </pc:sldMkLst>
        <pc:spChg chg="mod">
          <ac:chgData name="Tony Toe" userId="8901cf30983edc6b" providerId="LiveId" clId="{C1442F02-3345-4BB8-8B0E-23C8E3F94CAE}" dt="2018-11-07T03:40:30.265" v="1213" actId="20577"/>
          <ac:spMkLst>
            <pc:docMk/>
            <pc:sldMk cId="1756175335" sldId="279"/>
            <ac:spMk id="2" creationId="{F4726761-D2AC-4EE2-B8F8-CDA23138D106}"/>
          </ac:spMkLst>
        </pc:spChg>
        <pc:spChg chg="del">
          <ac:chgData name="Tony Toe" userId="8901cf30983edc6b" providerId="LiveId" clId="{C1442F02-3345-4BB8-8B0E-23C8E3F94CAE}" dt="2018-11-07T03:40:33.521" v="1214" actId="478"/>
          <ac:spMkLst>
            <pc:docMk/>
            <pc:sldMk cId="1756175335" sldId="279"/>
            <ac:spMk id="3" creationId="{3D4A8FE1-6858-4AF5-A3DC-EEDEA06D87B3}"/>
          </ac:spMkLst>
        </pc:spChg>
        <pc:spChg chg="add mod">
          <ac:chgData name="Tony Toe" userId="8901cf30983edc6b" providerId="LiveId" clId="{C1442F02-3345-4BB8-8B0E-23C8E3F94CAE}" dt="2018-11-07T03:40:39.511" v="1216" actId="1076"/>
          <ac:spMkLst>
            <pc:docMk/>
            <pc:sldMk cId="1756175335" sldId="279"/>
            <ac:spMk id="4" creationId="{0EA7A70B-D9C3-4E32-B520-4DF8FE4015B5}"/>
          </ac:spMkLst>
        </pc:spChg>
      </pc:sldChg>
      <pc:sldChg chg="addSp delSp modSp add">
        <pc:chgData name="Tony Toe" userId="8901cf30983edc6b" providerId="LiveId" clId="{C1442F02-3345-4BB8-8B0E-23C8E3F94CAE}" dt="2018-11-07T03:40:57.817" v="1238" actId="1076"/>
        <pc:sldMkLst>
          <pc:docMk/>
          <pc:sldMk cId="1845229966" sldId="280"/>
        </pc:sldMkLst>
        <pc:spChg chg="mod">
          <ac:chgData name="Tony Toe" userId="8901cf30983edc6b" providerId="LiveId" clId="{C1442F02-3345-4BB8-8B0E-23C8E3F94CAE}" dt="2018-11-07T03:40:46.561" v="1235" actId="20577"/>
          <ac:spMkLst>
            <pc:docMk/>
            <pc:sldMk cId="1845229966" sldId="280"/>
            <ac:spMk id="2" creationId="{57480F1F-F645-4AFD-98AD-1F1D58C1E7BD}"/>
          </ac:spMkLst>
        </pc:spChg>
        <pc:spChg chg="del">
          <ac:chgData name="Tony Toe" userId="8901cf30983edc6b" providerId="LiveId" clId="{C1442F02-3345-4BB8-8B0E-23C8E3F94CAE}" dt="2018-11-07T03:40:54.393" v="1237" actId="478"/>
          <ac:spMkLst>
            <pc:docMk/>
            <pc:sldMk cId="1845229966" sldId="280"/>
            <ac:spMk id="3" creationId="{3FE6BD24-8395-4D1B-9FBC-16B3640B1948}"/>
          </ac:spMkLst>
        </pc:spChg>
        <pc:spChg chg="add mod">
          <ac:chgData name="Tony Toe" userId="8901cf30983edc6b" providerId="LiveId" clId="{C1442F02-3345-4BB8-8B0E-23C8E3F94CAE}" dt="2018-11-07T03:40:57.817" v="1238" actId="1076"/>
          <ac:spMkLst>
            <pc:docMk/>
            <pc:sldMk cId="1845229966" sldId="280"/>
            <ac:spMk id="4" creationId="{C2884227-5DE1-4705-9E64-143E38DFD107}"/>
          </ac:spMkLst>
        </pc:spChg>
      </pc:sldChg>
      <pc:sldChg chg="addSp delSp modSp add mod setBg">
        <pc:chgData name="Tony Toe" userId="8901cf30983edc6b" providerId="LiveId" clId="{C1442F02-3345-4BB8-8B0E-23C8E3F94CAE}" dt="2018-11-07T03:43:49.182" v="1292" actId="13926"/>
        <pc:sldMkLst>
          <pc:docMk/>
          <pc:sldMk cId="2012060342" sldId="281"/>
        </pc:sldMkLst>
        <pc:spChg chg="mod">
          <ac:chgData name="Tony Toe" userId="8901cf30983edc6b" providerId="LiveId" clId="{C1442F02-3345-4BB8-8B0E-23C8E3F94CAE}" dt="2018-11-07T03:41:37.430" v="1281" actId="26606"/>
          <ac:spMkLst>
            <pc:docMk/>
            <pc:sldMk cId="2012060342" sldId="281"/>
            <ac:spMk id="2" creationId="{66A0CB76-ACF6-417C-8714-F84BE47CAF67}"/>
          </ac:spMkLst>
        </pc:spChg>
        <pc:spChg chg="add del">
          <ac:chgData name="Tony Toe" userId="8901cf30983edc6b" providerId="LiveId" clId="{C1442F02-3345-4BB8-8B0E-23C8E3F94CAE}" dt="2018-11-07T03:41:32.103" v="1279" actId="13926"/>
          <ac:spMkLst>
            <pc:docMk/>
            <pc:sldMk cId="2012060342" sldId="281"/>
            <ac:spMk id="3" creationId="{CA104CC2-8AD4-40BB-AD29-A01981FF1F31}"/>
          </ac:spMkLst>
        </pc:spChg>
        <pc:spChg chg="add del">
          <ac:chgData name="Tony Toe" userId="8901cf30983edc6b" providerId="LiveId" clId="{C1442F02-3345-4BB8-8B0E-23C8E3F94CAE}" dt="2018-11-07T03:41:14.793" v="1241" actId="13926"/>
          <ac:spMkLst>
            <pc:docMk/>
            <pc:sldMk cId="2012060342" sldId="281"/>
            <ac:spMk id="5" creationId="{5F1C5B7B-EE78-423E-8F19-7E8A66F339C1}"/>
          </ac:spMkLst>
        </pc:spChg>
        <pc:spChg chg="add mod">
          <ac:chgData name="Tony Toe" userId="8901cf30983edc6b" providerId="LiveId" clId="{C1442F02-3345-4BB8-8B0E-23C8E3F94CAE}" dt="2018-11-07T03:43:49.182" v="1292" actId="13926"/>
          <ac:spMkLst>
            <pc:docMk/>
            <pc:sldMk cId="2012060342" sldId="281"/>
            <ac:spMk id="7" creationId="{5500E125-A739-445A-A976-BF0C3E1B2C8A}"/>
          </ac:spMkLst>
        </pc:spChg>
        <pc:spChg chg="add mod">
          <ac:chgData name="Tony Toe" userId="8901cf30983edc6b" providerId="LiveId" clId="{C1442F02-3345-4BB8-8B0E-23C8E3F94CAE}" dt="2018-11-07T03:42:42.598" v="1290" actId="11529"/>
          <ac:spMkLst>
            <pc:docMk/>
            <pc:sldMk cId="2012060342" sldId="281"/>
            <ac:spMk id="8" creationId="{1C434B31-0DF0-450D-BB3D-A815E87F3BE5}"/>
          </ac:spMkLst>
        </pc:spChg>
        <pc:graphicFrameChg chg="add del mod">
          <ac:chgData name="Tony Toe" userId="8901cf30983edc6b" providerId="LiveId" clId="{C1442F02-3345-4BB8-8B0E-23C8E3F94CAE}" dt="2018-11-07T03:41:14.793" v="1241" actId="13926"/>
          <ac:graphicFrameMkLst>
            <pc:docMk/>
            <pc:sldMk cId="2012060342" sldId="281"/>
            <ac:graphicFrameMk id="4" creationId="{80857680-7C3B-42E6-ABAC-C090F0FA6C72}"/>
          </ac:graphicFrameMkLst>
        </pc:graphicFrameChg>
        <pc:graphicFrameChg chg="add mod modGraphic">
          <ac:chgData name="Tony Toe" userId="8901cf30983edc6b" providerId="LiveId" clId="{C1442F02-3345-4BB8-8B0E-23C8E3F94CAE}" dt="2018-11-07T03:43:43.368" v="1291" actId="13926"/>
          <ac:graphicFrameMkLst>
            <pc:docMk/>
            <pc:sldMk cId="2012060342" sldId="281"/>
            <ac:graphicFrameMk id="6" creationId="{EA7F043D-9C5E-4AB9-990E-B6787FFAB1F6}"/>
          </ac:graphicFrameMkLst>
        </pc:graphicFrameChg>
      </pc:sldChg>
      <pc:sldChg chg="addSp delSp modSp add">
        <pc:chgData name="Tony Toe" userId="8901cf30983edc6b" providerId="LiveId" clId="{C1442F02-3345-4BB8-8B0E-23C8E3F94CAE}" dt="2018-11-07T03:46:21.533" v="1312" actId="1076"/>
        <pc:sldMkLst>
          <pc:docMk/>
          <pc:sldMk cId="2731599334" sldId="282"/>
        </pc:sldMkLst>
        <pc:spChg chg="mod">
          <ac:chgData name="Tony Toe" userId="8901cf30983edc6b" providerId="LiveId" clId="{C1442F02-3345-4BB8-8B0E-23C8E3F94CAE}" dt="2018-11-07T03:44:01.900" v="1294" actId="1076"/>
          <ac:spMkLst>
            <pc:docMk/>
            <pc:sldMk cId="2731599334" sldId="282"/>
            <ac:spMk id="2" creationId="{82E46549-2BF2-49DC-94E1-AB1C80B67F5B}"/>
          </ac:spMkLst>
        </pc:spChg>
        <pc:spChg chg="del">
          <ac:chgData name="Tony Toe" userId="8901cf30983edc6b" providerId="LiveId" clId="{C1442F02-3345-4BB8-8B0E-23C8E3F94CAE}" dt="2018-11-07T03:44:10.784" v="1295" actId="478"/>
          <ac:spMkLst>
            <pc:docMk/>
            <pc:sldMk cId="2731599334" sldId="282"/>
            <ac:spMk id="3" creationId="{E80BD6E0-4760-46E4-A115-836CD89F0C03}"/>
          </ac:spMkLst>
        </pc:spChg>
        <pc:spChg chg="add mod">
          <ac:chgData name="Tony Toe" userId="8901cf30983edc6b" providerId="LiveId" clId="{C1442F02-3345-4BB8-8B0E-23C8E3F94CAE}" dt="2018-11-07T03:45:39.098" v="1308" actId="13926"/>
          <ac:spMkLst>
            <pc:docMk/>
            <pc:sldMk cId="2731599334" sldId="282"/>
            <ac:spMk id="5" creationId="{C7A88ABA-E7FF-48FA-90FA-236DFE77513F}"/>
          </ac:spMkLst>
        </pc:spChg>
        <pc:spChg chg="add mod">
          <ac:chgData name="Tony Toe" userId="8901cf30983edc6b" providerId="LiveId" clId="{C1442F02-3345-4BB8-8B0E-23C8E3F94CAE}" dt="2018-11-07T03:45:18.955" v="1306" actId="11529"/>
          <ac:spMkLst>
            <pc:docMk/>
            <pc:sldMk cId="2731599334" sldId="282"/>
            <ac:spMk id="6" creationId="{80CC9286-5D88-4997-B5DE-EC62946F42BA}"/>
          </ac:spMkLst>
        </pc:spChg>
        <pc:spChg chg="add mod">
          <ac:chgData name="Tony Toe" userId="8901cf30983edc6b" providerId="LiveId" clId="{C1442F02-3345-4BB8-8B0E-23C8E3F94CAE}" dt="2018-11-07T03:46:21.533" v="1312" actId="1076"/>
          <ac:spMkLst>
            <pc:docMk/>
            <pc:sldMk cId="2731599334" sldId="282"/>
            <ac:spMk id="7" creationId="{48C477FB-E3CD-484A-A319-69D7A1BCC76C}"/>
          </ac:spMkLst>
        </pc:spChg>
        <pc:graphicFrameChg chg="add mod modGraphic">
          <ac:chgData name="Tony Toe" userId="8901cf30983edc6b" providerId="LiveId" clId="{C1442F02-3345-4BB8-8B0E-23C8E3F94CAE}" dt="2018-11-07T03:44:42.164" v="1300" actId="13926"/>
          <ac:graphicFrameMkLst>
            <pc:docMk/>
            <pc:sldMk cId="2731599334" sldId="282"/>
            <ac:graphicFrameMk id="4" creationId="{C8705313-9BAF-46D7-BDD3-BF42C029BF80}"/>
          </ac:graphicFrameMkLst>
        </pc:graphicFrameChg>
      </pc:sldChg>
      <pc:sldChg chg="addSp delSp modSp add">
        <pc:chgData name="Tony Toe" userId="8901cf30983edc6b" providerId="LiveId" clId="{C1442F02-3345-4BB8-8B0E-23C8E3F94CAE}" dt="2018-11-07T03:47:43.289" v="1336" actId="11529"/>
        <pc:sldMkLst>
          <pc:docMk/>
          <pc:sldMk cId="224454288" sldId="283"/>
        </pc:sldMkLst>
        <pc:spChg chg="mod">
          <ac:chgData name="Tony Toe" userId="8901cf30983edc6b" providerId="LiveId" clId="{C1442F02-3345-4BB8-8B0E-23C8E3F94CAE}" dt="2018-11-07T03:46:36.728" v="1328" actId="20577"/>
          <ac:spMkLst>
            <pc:docMk/>
            <pc:sldMk cId="224454288" sldId="283"/>
            <ac:spMk id="2" creationId="{8C6843A6-A07F-4D10-A33D-9F9125BB865E}"/>
          </ac:spMkLst>
        </pc:spChg>
        <pc:spChg chg="del">
          <ac:chgData name="Tony Toe" userId="8901cf30983edc6b" providerId="LiveId" clId="{C1442F02-3345-4BB8-8B0E-23C8E3F94CAE}" dt="2018-11-07T03:46:43.888" v="1329" actId="478"/>
          <ac:spMkLst>
            <pc:docMk/>
            <pc:sldMk cId="224454288" sldId="283"/>
            <ac:spMk id="3" creationId="{38B80C75-8FB6-45DE-A341-B20E0A3EE076}"/>
          </ac:spMkLst>
        </pc:spChg>
        <pc:graphicFrameChg chg="add mod modGraphic">
          <ac:chgData name="Tony Toe" userId="8901cf30983edc6b" providerId="LiveId" clId="{C1442F02-3345-4BB8-8B0E-23C8E3F94CAE}" dt="2018-11-07T03:47:31.465" v="1335" actId="1076"/>
          <ac:graphicFrameMkLst>
            <pc:docMk/>
            <pc:sldMk cId="224454288" sldId="283"/>
            <ac:graphicFrameMk id="4" creationId="{195B6503-894C-4CD4-A82B-AC29E1B75DD7}"/>
          </ac:graphicFrameMkLst>
        </pc:graphicFrameChg>
        <pc:cxnChg chg="add mod">
          <ac:chgData name="Tony Toe" userId="8901cf30983edc6b" providerId="LiveId" clId="{C1442F02-3345-4BB8-8B0E-23C8E3F94CAE}" dt="2018-11-07T03:47:43.289" v="1336" actId="11529"/>
          <ac:cxnSpMkLst>
            <pc:docMk/>
            <pc:sldMk cId="224454288" sldId="283"/>
            <ac:cxnSpMk id="6" creationId="{C8ABCF21-64EE-448A-B4E5-CB7B047819F1}"/>
          </ac:cxnSpMkLst>
        </pc:cxnChg>
      </pc:sldChg>
      <pc:sldChg chg="addSp delSp modSp add">
        <pc:chgData name="Tony Toe" userId="8901cf30983edc6b" providerId="LiveId" clId="{C1442F02-3345-4BB8-8B0E-23C8E3F94CAE}" dt="2018-11-07T03:48:44.486" v="1366" actId="11529"/>
        <pc:sldMkLst>
          <pc:docMk/>
          <pc:sldMk cId="1353420490" sldId="284"/>
        </pc:sldMkLst>
        <pc:spChg chg="mod">
          <ac:chgData name="Tony Toe" userId="8901cf30983edc6b" providerId="LiveId" clId="{C1442F02-3345-4BB8-8B0E-23C8E3F94CAE}" dt="2018-11-07T03:48:07.102" v="1359" actId="313"/>
          <ac:spMkLst>
            <pc:docMk/>
            <pc:sldMk cId="1353420490" sldId="284"/>
            <ac:spMk id="2" creationId="{59CC1552-B16F-43C9-96C2-1F34D60FB217}"/>
          </ac:spMkLst>
        </pc:spChg>
        <pc:spChg chg="del">
          <ac:chgData name="Tony Toe" userId="8901cf30983edc6b" providerId="LiveId" clId="{C1442F02-3345-4BB8-8B0E-23C8E3F94CAE}" dt="2018-11-07T03:47:58.512" v="1357" actId="478"/>
          <ac:spMkLst>
            <pc:docMk/>
            <pc:sldMk cId="1353420490" sldId="284"/>
            <ac:spMk id="3" creationId="{FEBD7888-0B1E-4F9A-8969-CCA2CD033303}"/>
          </ac:spMkLst>
        </pc:spChg>
        <pc:graphicFrameChg chg="add mod modGraphic">
          <ac:chgData name="Tony Toe" userId="8901cf30983edc6b" providerId="LiveId" clId="{C1442F02-3345-4BB8-8B0E-23C8E3F94CAE}" dt="2018-11-07T03:48:36.819" v="1365" actId="1076"/>
          <ac:graphicFrameMkLst>
            <pc:docMk/>
            <pc:sldMk cId="1353420490" sldId="284"/>
            <ac:graphicFrameMk id="4" creationId="{2AACF460-ECA9-4BC9-881A-AA8A6D676B32}"/>
          </ac:graphicFrameMkLst>
        </pc:graphicFrameChg>
        <pc:cxnChg chg="add mod">
          <ac:chgData name="Tony Toe" userId="8901cf30983edc6b" providerId="LiveId" clId="{C1442F02-3345-4BB8-8B0E-23C8E3F94CAE}" dt="2018-11-07T03:48:44.486" v="1366" actId="11529"/>
          <ac:cxnSpMkLst>
            <pc:docMk/>
            <pc:sldMk cId="1353420490" sldId="284"/>
            <ac:cxnSpMk id="6" creationId="{5D2B5455-F3D5-4063-8979-A2D587E37E58}"/>
          </ac:cxnSpMkLst>
        </pc:cxnChg>
      </pc:sldChg>
      <pc:sldChg chg="modSp add">
        <pc:chgData name="Tony Toe" userId="8901cf30983edc6b" providerId="LiveId" clId="{C1442F02-3345-4BB8-8B0E-23C8E3F94CAE}" dt="2018-11-07T03:49:15.072" v="1414" actId="20577"/>
        <pc:sldMkLst>
          <pc:docMk/>
          <pc:sldMk cId="842387938" sldId="285"/>
        </pc:sldMkLst>
        <pc:spChg chg="mod">
          <ac:chgData name="Tony Toe" userId="8901cf30983edc6b" providerId="LiveId" clId="{C1442F02-3345-4BB8-8B0E-23C8E3F94CAE}" dt="2018-11-07T03:49:05.617" v="1379" actId="20577"/>
          <ac:spMkLst>
            <pc:docMk/>
            <pc:sldMk cId="842387938" sldId="285"/>
            <ac:spMk id="2" creationId="{87CC4303-961B-4F9E-8A46-0F809C33ED94}"/>
          </ac:spMkLst>
        </pc:spChg>
        <pc:spChg chg="mod">
          <ac:chgData name="Tony Toe" userId="8901cf30983edc6b" providerId="LiveId" clId="{C1442F02-3345-4BB8-8B0E-23C8E3F94CAE}" dt="2018-11-07T03:49:15.072" v="1414" actId="20577"/>
          <ac:spMkLst>
            <pc:docMk/>
            <pc:sldMk cId="842387938" sldId="285"/>
            <ac:spMk id="3" creationId="{D3635190-C5CA-45F1-B3DE-3ED97404023E}"/>
          </ac:spMkLst>
        </pc:spChg>
      </pc:sldChg>
      <pc:sldChg chg="modSp add">
        <pc:chgData name="Tony Toe" userId="8901cf30983edc6b" providerId="LiveId" clId="{C1442F02-3345-4BB8-8B0E-23C8E3F94CAE}" dt="2018-11-09T08:53:22.890" v="1735" actId="20577"/>
        <pc:sldMkLst>
          <pc:docMk/>
          <pc:sldMk cId="1800740791" sldId="286"/>
        </pc:sldMkLst>
        <pc:spChg chg="mod">
          <ac:chgData name="Tony Toe" userId="8901cf30983edc6b" providerId="LiveId" clId="{C1442F02-3345-4BB8-8B0E-23C8E3F94CAE}" dt="2018-11-09T08:51:20.450" v="1552" actId="20577"/>
          <ac:spMkLst>
            <pc:docMk/>
            <pc:sldMk cId="1800740791" sldId="286"/>
            <ac:spMk id="2" creationId="{B5015436-C8EC-4095-8DF1-C55DFC3843E5}"/>
          </ac:spMkLst>
        </pc:spChg>
        <pc:spChg chg="mod">
          <ac:chgData name="Tony Toe" userId="8901cf30983edc6b" providerId="LiveId" clId="{C1442F02-3345-4BB8-8B0E-23C8E3F94CAE}" dt="2018-11-09T08:53:22.890" v="1735" actId="20577"/>
          <ac:spMkLst>
            <pc:docMk/>
            <pc:sldMk cId="1800740791" sldId="286"/>
            <ac:spMk id="3" creationId="{63C27EF6-3248-4E49-A5C5-7826FDFEAB5D}"/>
          </ac:spMkLst>
        </pc:spChg>
      </pc:sldChg>
      <pc:sldMasterChg chg="modSldLayout">
        <pc:chgData name="Tony Toe" userId="8901cf30983edc6b" providerId="LiveId" clId="{C1442F02-3345-4BB8-8B0E-23C8E3F94CAE}" dt="2018-11-07T03:59:46.980" v="1540" actId="20577"/>
        <pc:sldMasterMkLst>
          <pc:docMk/>
          <pc:sldMasterMk cId="236828940" sldId="2147483648"/>
        </pc:sldMasterMkLst>
        <pc:sldLayoutChg chg="addSp">
          <pc:chgData name="Tony Toe" userId="8901cf30983edc6b" providerId="LiveId" clId="{C1442F02-3345-4BB8-8B0E-23C8E3F94CAE}" dt="2018-11-07T03:59:46.980" v="1540" actId="20577"/>
          <pc:sldLayoutMkLst>
            <pc:docMk/>
            <pc:sldMasterMk cId="236828940" sldId="2147483648"/>
            <pc:sldLayoutMk cId="4054162043" sldId="2147483649"/>
          </pc:sldLayoutMkLst>
          <pc:spChg chg="add">
            <ac:chgData name="Tony Toe" userId="8901cf30983edc6b" providerId="LiveId" clId="{C1442F02-3345-4BB8-8B0E-23C8E3F94CAE}" dt="2018-11-07T03:59:46.980" v="1540" actId="20577"/>
            <ac:spMkLst>
              <pc:docMk/>
              <pc:sldMasterMk cId="236828940" sldId="2147483648"/>
              <pc:sldLayoutMk cId="4054162043" sldId="2147483649"/>
              <ac:spMk id="8" creationId="{B9059644-BD68-48DA-B90B-E97D932F04F4}"/>
            </ac:spMkLst>
          </pc:spChg>
          <pc:spChg chg="add">
            <ac:chgData name="Tony Toe" userId="8901cf30983edc6b" providerId="LiveId" clId="{C1442F02-3345-4BB8-8B0E-23C8E3F94CAE}" dt="2018-11-07T03:59:46.980" v="1540" actId="20577"/>
            <ac:spMkLst>
              <pc:docMk/>
              <pc:sldMasterMk cId="236828940" sldId="2147483648"/>
              <pc:sldLayoutMk cId="4054162043" sldId="2147483649"/>
              <ac:spMk id="9" creationId="{3AEF5720-1197-40C8-BFBA-5BF0AC560111}"/>
            </ac:spMkLst>
          </pc:spChg>
          <pc:picChg chg="add">
            <ac:chgData name="Tony Toe" userId="8901cf30983edc6b" providerId="LiveId" clId="{C1442F02-3345-4BB8-8B0E-23C8E3F94CAE}" dt="2018-11-07T03:59:46.980" v="1540" actId="20577"/>
            <ac:picMkLst>
              <pc:docMk/>
              <pc:sldMasterMk cId="236828940" sldId="2147483648"/>
              <pc:sldLayoutMk cId="4054162043" sldId="2147483649"/>
              <ac:picMk id="10" creationId="{81CE94B4-04F5-4161-95DF-2EB53BA97E45}"/>
            </ac:picMkLst>
          </pc:picChg>
          <pc:cxnChg chg="add">
            <ac:chgData name="Tony Toe" userId="8901cf30983edc6b" providerId="LiveId" clId="{C1442F02-3345-4BB8-8B0E-23C8E3F94CAE}" dt="2018-11-07T03:59:46.980" v="1540" actId="20577"/>
            <ac:cxnSpMkLst>
              <pc:docMk/>
              <pc:sldMasterMk cId="236828940" sldId="2147483648"/>
              <pc:sldLayoutMk cId="4054162043" sldId="2147483649"/>
              <ac:cxnSpMk id="7" creationId="{35D354F6-1E43-4FE2-9416-04E184CE86D7}"/>
            </ac:cxnSpMkLst>
          </pc:cxnChg>
        </pc:sldLayoutChg>
        <pc:sldLayoutChg chg="addSp delSp modSp">
          <pc:chgData name="Tony Toe" userId="8901cf30983edc6b" providerId="LiveId" clId="{C1442F02-3345-4BB8-8B0E-23C8E3F94CAE}" dt="2018-11-07T03:59:12.708" v="1539" actId="167"/>
          <pc:sldLayoutMkLst>
            <pc:docMk/>
            <pc:sldMasterMk cId="236828940" sldId="2147483648"/>
            <pc:sldLayoutMk cId="1864361372" sldId="2147483650"/>
          </pc:sldLayoutMkLst>
          <pc:spChg chg="add mod">
            <ac:chgData name="Tony Toe" userId="8901cf30983edc6b" providerId="LiveId" clId="{C1442F02-3345-4BB8-8B0E-23C8E3F94CAE}" dt="2018-11-07T03:56:20.415" v="1462" actId="14100"/>
            <ac:spMkLst>
              <pc:docMk/>
              <pc:sldMasterMk cId="236828940" sldId="2147483648"/>
              <pc:sldLayoutMk cId="1864361372" sldId="2147483650"/>
              <ac:spMk id="9" creationId="{7F2E3DB5-B764-4A40-95A7-3FCFC0735F10}"/>
            </ac:spMkLst>
          </pc:spChg>
          <pc:spChg chg="add mod">
            <ac:chgData name="Tony Toe" userId="8901cf30983edc6b" providerId="LiveId" clId="{C1442F02-3345-4BB8-8B0E-23C8E3F94CAE}" dt="2018-11-07T03:57:48.350" v="1474" actId="14100"/>
            <ac:spMkLst>
              <pc:docMk/>
              <pc:sldMasterMk cId="236828940" sldId="2147483648"/>
              <pc:sldLayoutMk cId="1864361372" sldId="2147483650"/>
              <ac:spMk id="12" creationId="{8DDA959D-3244-40DF-8C39-48899F94628E}"/>
            </ac:spMkLst>
          </pc:spChg>
          <pc:picChg chg="add mod ord">
            <ac:chgData name="Tony Toe" userId="8901cf30983edc6b" providerId="LiveId" clId="{C1442F02-3345-4BB8-8B0E-23C8E3F94CAE}" dt="2018-11-07T03:57:53.712" v="1479" actId="1038"/>
            <ac:picMkLst>
              <pc:docMk/>
              <pc:sldMasterMk cId="236828940" sldId="2147483648"/>
              <pc:sldLayoutMk cId="1864361372" sldId="2147483650"/>
              <ac:picMk id="11" creationId="{0E49D956-4E7D-4FF0-9764-CA5EA52DF041}"/>
            </ac:picMkLst>
          </pc:picChg>
          <pc:cxnChg chg="add del mod">
            <ac:chgData name="Tony Toe" userId="8901cf30983edc6b" providerId="LiveId" clId="{C1442F02-3345-4BB8-8B0E-23C8E3F94CAE}" dt="2018-11-07T03:58:16.759" v="1526" actId="478"/>
            <ac:cxnSpMkLst>
              <pc:docMk/>
              <pc:sldMasterMk cId="236828940" sldId="2147483648"/>
              <pc:sldLayoutMk cId="1864361372" sldId="2147483650"/>
              <ac:cxnSpMk id="14" creationId="{5E4C11DD-567C-46CF-8316-3D294DCDDC45}"/>
            </ac:cxnSpMkLst>
          </pc:cxnChg>
          <pc:cxnChg chg="add mod ord">
            <ac:chgData name="Tony Toe" userId="8901cf30983edc6b" providerId="LiveId" clId="{C1442F02-3345-4BB8-8B0E-23C8E3F94CAE}" dt="2018-11-07T03:59:12.708" v="1539" actId="167"/>
            <ac:cxnSpMkLst>
              <pc:docMk/>
              <pc:sldMasterMk cId="236828940" sldId="2147483648"/>
              <pc:sldLayoutMk cId="1864361372" sldId="2147483650"/>
              <ac:cxnSpMk id="16" creationId="{3572CAD7-C006-4353-A7EB-D4461834FFBC}"/>
            </ac:cxnSpMkLst>
          </pc:cxnChg>
        </pc:sldLayoutChg>
      </pc:sldMaster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ata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28.png"/><Relationship Id="rId7"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37.svg"/><Relationship Id="rId4" Type="http://schemas.openxmlformats.org/officeDocument/2006/relationships/image" Target="../media/image29.svg"/><Relationship Id="rId9" Type="http://schemas.openxmlformats.org/officeDocument/2006/relationships/image" Target="../media/image3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28.png"/><Relationship Id="rId7"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37.svg"/><Relationship Id="rId4" Type="http://schemas.openxmlformats.org/officeDocument/2006/relationships/image" Target="../media/image29.svg"/><Relationship Id="rId9" Type="http://schemas.openxmlformats.org/officeDocument/2006/relationships/image" Target="../media/image36.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6F2D54-D69A-45BC-A542-7E9C6AC70125}"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9D48138D-E887-4966-856A-043B50F2800F}">
      <dgm:prSet custT="1"/>
      <dgm:spPr/>
      <dgm:t>
        <a:bodyPr/>
        <a:lstStyle/>
        <a:p>
          <a:r>
            <a:rPr lang="en-SG" sz="3200" dirty="0"/>
            <a:t>Identify the main elements of supply chain management</a:t>
          </a:r>
          <a:endParaRPr lang="en-US" sz="3200" dirty="0"/>
        </a:p>
      </dgm:t>
    </dgm:pt>
    <dgm:pt modelId="{22D86B52-7401-4EFF-8AAC-371DBC2CC911}" type="parTrans" cxnId="{82B94475-5775-446F-9127-9530ED7073CD}">
      <dgm:prSet/>
      <dgm:spPr/>
      <dgm:t>
        <a:bodyPr/>
        <a:lstStyle/>
        <a:p>
          <a:endParaRPr lang="en-US"/>
        </a:p>
      </dgm:t>
    </dgm:pt>
    <dgm:pt modelId="{43A3E27D-1EE0-44C6-AD95-179F9F13E499}" type="sibTrans" cxnId="{82B94475-5775-446F-9127-9530ED7073CD}">
      <dgm:prSet phldrT="1" phldr="0"/>
      <dgm:spPr/>
      <dgm:t>
        <a:bodyPr/>
        <a:lstStyle/>
        <a:p>
          <a:r>
            <a:rPr lang="en-US"/>
            <a:t>1</a:t>
          </a:r>
        </a:p>
      </dgm:t>
    </dgm:pt>
    <dgm:pt modelId="{730F2CC0-0B85-44F2-A545-08DEE1845CA7}">
      <dgm:prSet custT="1"/>
      <dgm:spPr/>
      <dgm:t>
        <a:bodyPr/>
        <a:lstStyle/>
        <a:p>
          <a:r>
            <a:rPr lang="en-SG" sz="3200" dirty="0"/>
            <a:t>Assess the potential of information system in support of supply chain management </a:t>
          </a:r>
          <a:endParaRPr lang="en-US" sz="3200" dirty="0"/>
        </a:p>
      </dgm:t>
    </dgm:pt>
    <dgm:pt modelId="{7023BE48-5C83-4F79-8165-66AEE7FFF373}" type="parTrans" cxnId="{BC6A7F36-93EC-4F5A-A959-52EE8BDDBF17}">
      <dgm:prSet/>
      <dgm:spPr/>
      <dgm:t>
        <a:bodyPr/>
        <a:lstStyle/>
        <a:p>
          <a:endParaRPr lang="en-US"/>
        </a:p>
      </dgm:t>
    </dgm:pt>
    <dgm:pt modelId="{ED736C55-AF87-4638-8C82-A39B2EAEF997}" type="sibTrans" cxnId="{BC6A7F36-93EC-4F5A-A959-52EE8BDDBF17}">
      <dgm:prSet phldrT="2" phldr="0"/>
      <dgm:spPr/>
      <dgm:t>
        <a:bodyPr/>
        <a:lstStyle/>
        <a:p>
          <a:r>
            <a:rPr lang="en-US"/>
            <a:t>2</a:t>
          </a:r>
        </a:p>
      </dgm:t>
    </dgm:pt>
    <dgm:pt modelId="{082FF59F-4433-4167-9FEC-F2FA79DDA2D0}" type="pres">
      <dgm:prSet presAssocID="{3B6F2D54-D69A-45BC-A542-7E9C6AC70125}" presName="Name0" presStyleCnt="0">
        <dgm:presLayoutVars>
          <dgm:animLvl val="lvl"/>
          <dgm:resizeHandles val="exact"/>
        </dgm:presLayoutVars>
      </dgm:prSet>
      <dgm:spPr/>
    </dgm:pt>
    <dgm:pt modelId="{DC1B0A8B-33E0-42BA-A186-DA8659D33197}" type="pres">
      <dgm:prSet presAssocID="{9D48138D-E887-4966-856A-043B50F2800F}" presName="compositeNode" presStyleCnt="0">
        <dgm:presLayoutVars>
          <dgm:bulletEnabled val="1"/>
        </dgm:presLayoutVars>
      </dgm:prSet>
      <dgm:spPr/>
    </dgm:pt>
    <dgm:pt modelId="{8C4B1F33-41D4-4354-9801-6C373038FC2F}" type="pres">
      <dgm:prSet presAssocID="{9D48138D-E887-4966-856A-043B50F2800F}" presName="bgRect" presStyleLbl="bgAccFollowNode1" presStyleIdx="0" presStyleCnt="2"/>
      <dgm:spPr/>
    </dgm:pt>
    <dgm:pt modelId="{8287B461-CF8A-4DEE-B9A2-7D163201D871}" type="pres">
      <dgm:prSet presAssocID="{43A3E27D-1EE0-44C6-AD95-179F9F13E499}" presName="sibTransNodeCircle" presStyleLbl="alignNode1" presStyleIdx="0" presStyleCnt="4">
        <dgm:presLayoutVars>
          <dgm:chMax val="0"/>
          <dgm:bulletEnabled/>
        </dgm:presLayoutVars>
      </dgm:prSet>
      <dgm:spPr/>
    </dgm:pt>
    <dgm:pt modelId="{28A445B6-F30C-43C7-A5D2-3E187B7C2ADF}" type="pres">
      <dgm:prSet presAssocID="{9D48138D-E887-4966-856A-043B50F2800F}" presName="bottomLine" presStyleLbl="alignNode1" presStyleIdx="1" presStyleCnt="4">
        <dgm:presLayoutVars/>
      </dgm:prSet>
      <dgm:spPr/>
    </dgm:pt>
    <dgm:pt modelId="{ECA3558C-8CE8-4848-811F-760457241F88}" type="pres">
      <dgm:prSet presAssocID="{9D48138D-E887-4966-856A-043B50F2800F}" presName="nodeText" presStyleLbl="bgAccFollowNode1" presStyleIdx="0" presStyleCnt="2">
        <dgm:presLayoutVars>
          <dgm:bulletEnabled val="1"/>
        </dgm:presLayoutVars>
      </dgm:prSet>
      <dgm:spPr/>
    </dgm:pt>
    <dgm:pt modelId="{8B64C0A7-0EDF-4A40-995A-6BF1A6BDEBAB}" type="pres">
      <dgm:prSet presAssocID="{43A3E27D-1EE0-44C6-AD95-179F9F13E499}" presName="sibTrans" presStyleCnt="0"/>
      <dgm:spPr/>
    </dgm:pt>
    <dgm:pt modelId="{AE957BD6-7147-43A6-AB33-F3BCAD6D4E07}" type="pres">
      <dgm:prSet presAssocID="{730F2CC0-0B85-44F2-A545-08DEE1845CA7}" presName="compositeNode" presStyleCnt="0">
        <dgm:presLayoutVars>
          <dgm:bulletEnabled val="1"/>
        </dgm:presLayoutVars>
      </dgm:prSet>
      <dgm:spPr/>
    </dgm:pt>
    <dgm:pt modelId="{3ECD4E2D-252A-4528-B909-D8FB0075490F}" type="pres">
      <dgm:prSet presAssocID="{730F2CC0-0B85-44F2-A545-08DEE1845CA7}" presName="bgRect" presStyleLbl="bgAccFollowNode1" presStyleIdx="1" presStyleCnt="2"/>
      <dgm:spPr/>
    </dgm:pt>
    <dgm:pt modelId="{3970A9FE-9346-4EA8-94BD-42FBD7FE5BCA}" type="pres">
      <dgm:prSet presAssocID="{ED736C55-AF87-4638-8C82-A39B2EAEF997}" presName="sibTransNodeCircle" presStyleLbl="alignNode1" presStyleIdx="2" presStyleCnt="4">
        <dgm:presLayoutVars>
          <dgm:chMax val="0"/>
          <dgm:bulletEnabled/>
        </dgm:presLayoutVars>
      </dgm:prSet>
      <dgm:spPr/>
    </dgm:pt>
    <dgm:pt modelId="{12AFC13E-662A-4494-9B32-F088A9A432B4}" type="pres">
      <dgm:prSet presAssocID="{730F2CC0-0B85-44F2-A545-08DEE1845CA7}" presName="bottomLine" presStyleLbl="alignNode1" presStyleIdx="3" presStyleCnt="4">
        <dgm:presLayoutVars/>
      </dgm:prSet>
      <dgm:spPr/>
    </dgm:pt>
    <dgm:pt modelId="{7C171B35-5361-40E3-B17D-EA97464E8D52}" type="pres">
      <dgm:prSet presAssocID="{730F2CC0-0B85-44F2-A545-08DEE1845CA7}" presName="nodeText" presStyleLbl="bgAccFollowNode1" presStyleIdx="1" presStyleCnt="2">
        <dgm:presLayoutVars>
          <dgm:bulletEnabled val="1"/>
        </dgm:presLayoutVars>
      </dgm:prSet>
      <dgm:spPr/>
    </dgm:pt>
  </dgm:ptLst>
  <dgm:cxnLst>
    <dgm:cxn modelId="{F05D6013-C978-4C4B-8714-AC87A6C66970}" type="presOf" srcId="{730F2CC0-0B85-44F2-A545-08DEE1845CA7}" destId="{3ECD4E2D-252A-4528-B909-D8FB0075490F}" srcOrd="0" destOrd="0" presId="urn:microsoft.com/office/officeart/2016/7/layout/BasicLinearProcessNumbered"/>
    <dgm:cxn modelId="{BC6A7F36-93EC-4F5A-A959-52EE8BDDBF17}" srcId="{3B6F2D54-D69A-45BC-A542-7E9C6AC70125}" destId="{730F2CC0-0B85-44F2-A545-08DEE1845CA7}" srcOrd="1" destOrd="0" parTransId="{7023BE48-5C83-4F79-8165-66AEE7FFF373}" sibTransId="{ED736C55-AF87-4638-8C82-A39B2EAEF997}"/>
    <dgm:cxn modelId="{6486EC46-E77F-4C40-8504-8789FE75BD33}" type="presOf" srcId="{ED736C55-AF87-4638-8C82-A39B2EAEF997}" destId="{3970A9FE-9346-4EA8-94BD-42FBD7FE5BCA}" srcOrd="0" destOrd="0" presId="urn:microsoft.com/office/officeart/2016/7/layout/BasicLinearProcessNumbered"/>
    <dgm:cxn modelId="{50F74551-1931-4F7D-810D-C69F115F7C41}" type="presOf" srcId="{9D48138D-E887-4966-856A-043B50F2800F}" destId="{8C4B1F33-41D4-4354-9801-6C373038FC2F}" srcOrd="0" destOrd="0" presId="urn:microsoft.com/office/officeart/2016/7/layout/BasicLinearProcessNumbered"/>
    <dgm:cxn modelId="{82B94475-5775-446F-9127-9530ED7073CD}" srcId="{3B6F2D54-D69A-45BC-A542-7E9C6AC70125}" destId="{9D48138D-E887-4966-856A-043B50F2800F}" srcOrd="0" destOrd="0" parTransId="{22D86B52-7401-4EFF-8AAC-371DBC2CC911}" sibTransId="{43A3E27D-1EE0-44C6-AD95-179F9F13E499}"/>
    <dgm:cxn modelId="{5970CB7A-9A96-416D-86BF-7E0C1A5E9B50}" type="presOf" srcId="{9D48138D-E887-4966-856A-043B50F2800F}" destId="{ECA3558C-8CE8-4848-811F-760457241F88}" srcOrd="1" destOrd="0" presId="urn:microsoft.com/office/officeart/2016/7/layout/BasicLinearProcessNumbered"/>
    <dgm:cxn modelId="{0A444186-0EBE-4568-8DD2-2B19E21D9459}" type="presOf" srcId="{3B6F2D54-D69A-45BC-A542-7E9C6AC70125}" destId="{082FF59F-4433-4167-9FEC-F2FA79DDA2D0}" srcOrd="0" destOrd="0" presId="urn:microsoft.com/office/officeart/2016/7/layout/BasicLinearProcessNumbered"/>
    <dgm:cxn modelId="{86F711CC-7FA5-4F67-B7AD-46953876FD3E}" type="presOf" srcId="{43A3E27D-1EE0-44C6-AD95-179F9F13E499}" destId="{8287B461-CF8A-4DEE-B9A2-7D163201D871}" srcOrd="0" destOrd="0" presId="urn:microsoft.com/office/officeart/2016/7/layout/BasicLinearProcessNumbered"/>
    <dgm:cxn modelId="{6BA1AAF7-2867-4F8B-BEF6-662AC9B2394A}" type="presOf" srcId="{730F2CC0-0B85-44F2-A545-08DEE1845CA7}" destId="{7C171B35-5361-40E3-B17D-EA97464E8D52}" srcOrd="1" destOrd="0" presId="urn:microsoft.com/office/officeart/2016/7/layout/BasicLinearProcessNumbered"/>
    <dgm:cxn modelId="{E6EFEC01-D9AB-4EB1-830F-83D136A83487}" type="presParOf" srcId="{082FF59F-4433-4167-9FEC-F2FA79DDA2D0}" destId="{DC1B0A8B-33E0-42BA-A186-DA8659D33197}" srcOrd="0" destOrd="0" presId="urn:microsoft.com/office/officeart/2016/7/layout/BasicLinearProcessNumbered"/>
    <dgm:cxn modelId="{2943F64E-5962-42F6-87E5-96595294EAF7}" type="presParOf" srcId="{DC1B0A8B-33E0-42BA-A186-DA8659D33197}" destId="{8C4B1F33-41D4-4354-9801-6C373038FC2F}" srcOrd="0" destOrd="0" presId="urn:microsoft.com/office/officeart/2016/7/layout/BasicLinearProcessNumbered"/>
    <dgm:cxn modelId="{D1311CB7-2A3B-4A70-A4A9-0F3D09F9832C}" type="presParOf" srcId="{DC1B0A8B-33E0-42BA-A186-DA8659D33197}" destId="{8287B461-CF8A-4DEE-B9A2-7D163201D871}" srcOrd="1" destOrd="0" presId="urn:microsoft.com/office/officeart/2016/7/layout/BasicLinearProcessNumbered"/>
    <dgm:cxn modelId="{7AD7BB18-31F2-405F-8770-F4FEBD3B9A84}" type="presParOf" srcId="{DC1B0A8B-33E0-42BA-A186-DA8659D33197}" destId="{28A445B6-F30C-43C7-A5D2-3E187B7C2ADF}" srcOrd="2" destOrd="0" presId="urn:microsoft.com/office/officeart/2016/7/layout/BasicLinearProcessNumbered"/>
    <dgm:cxn modelId="{044A8DFB-DDBE-47A6-8381-656E135D4F53}" type="presParOf" srcId="{DC1B0A8B-33E0-42BA-A186-DA8659D33197}" destId="{ECA3558C-8CE8-4848-811F-760457241F88}" srcOrd="3" destOrd="0" presId="urn:microsoft.com/office/officeart/2016/7/layout/BasicLinearProcessNumbered"/>
    <dgm:cxn modelId="{816B19CA-CD1C-4C07-89A8-8B1685056857}" type="presParOf" srcId="{082FF59F-4433-4167-9FEC-F2FA79DDA2D0}" destId="{8B64C0A7-0EDF-4A40-995A-6BF1A6BDEBAB}" srcOrd="1" destOrd="0" presId="urn:microsoft.com/office/officeart/2016/7/layout/BasicLinearProcessNumbered"/>
    <dgm:cxn modelId="{37CCD60B-ED21-48C5-A462-B9D6CF0F5F91}" type="presParOf" srcId="{082FF59F-4433-4167-9FEC-F2FA79DDA2D0}" destId="{AE957BD6-7147-43A6-AB33-F3BCAD6D4E07}" srcOrd="2" destOrd="0" presId="urn:microsoft.com/office/officeart/2016/7/layout/BasicLinearProcessNumbered"/>
    <dgm:cxn modelId="{10219B46-AAD0-4E04-9EA7-15440EC53F43}" type="presParOf" srcId="{AE957BD6-7147-43A6-AB33-F3BCAD6D4E07}" destId="{3ECD4E2D-252A-4528-B909-D8FB0075490F}" srcOrd="0" destOrd="0" presId="urn:microsoft.com/office/officeart/2016/7/layout/BasicLinearProcessNumbered"/>
    <dgm:cxn modelId="{DA80A9DE-5C80-4126-87A6-270413F428B8}" type="presParOf" srcId="{AE957BD6-7147-43A6-AB33-F3BCAD6D4E07}" destId="{3970A9FE-9346-4EA8-94BD-42FBD7FE5BCA}" srcOrd="1" destOrd="0" presId="urn:microsoft.com/office/officeart/2016/7/layout/BasicLinearProcessNumbered"/>
    <dgm:cxn modelId="{7BB9605A-D220-4DD2-8F8B-2035D08CC357}" type="presParOf" srcId="{AE957BD6-7147-43A6-AB33-F3BCAD6D4E07}" destId="{12AFC13E-662A-4494-9B32-F088A9A432B4}" srcOrd="2" destOrd="0" presId="urn:microsoft.com/office/officeart/2016/7/layout/BasicLinearProcessNumbered"/>
    <dgm:cxn modelId="{3A804160-756B-4381-AAE3-BF0381E577F5}" type="presParOf" srcId="{AE957BD6-7147-43A6-AB33-F3BCAD6D4E07}" destId="{7C171B35-5361-40E3-B17D-EA97464E8D52}"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6DD924-315A-4FBC-84D6-37367B10622F}" type="doc">
      <dgm:prSet loTypeId="urn:microsoft.com/office/officeart/2018/2/layout/IconCircleList" loCatId="icon" qsTypeId="urn:microsoft.com/office/officeart/2005/8/quickstyle/simple1" qsCatId="simple" csTypeId="urn:microsoft.com/office/officeart/2018/5/colors/Iconchunking_neutralicon_accent2_2" csCatId="accent2" phldr="1"/>
      <dgm:spPr/>
      <dgm:t>
        <a:bodyPr/>
        <a:lstStyle/>
        <a:p>
          <a:endParaRPr lang="en-US"/>
        </a:p>
      </dgm:t>
    </dgm:pt>
    <dgm:pt modelId="{4592802F-BD39-4933-9892-DB57A0191D6D}">
      <dgm:prSet custT="1"/>
      <dgm:spPr/>
      <dgm:t>
        <a:bodyPr/>
        <a:lstStyle/>
        <a:p>
          <a:r>
            <a:rPr lang="en-SG" sz="2000" dirty="0"/>
            <a:t>EDI – method exchanging orders, delivery notes and invoices between two organization</a:t>
          </a:r>
          <a:endParaRPr lang="en-US" sz="2000" dirty="0"/>
        </a:p>
      </dgm:t>
    </dgm:pt>
    <dgm:pt modelId="{7B8CDB49-6752-4C96-9EA5-C5A5F3350F3B}" type="parTrans" cxnId="{6F3B69FF-E762-4EA5-9A09-2B002B7E9BBC}">
      <dgm:prSet/>
      <dgm:spPr/>
      <dgm:t>
        <a:bodyPr/>
        <a:lstStyle/>
        <a:p>
          <a:endParaRPr lang="en-US"/>
        </a:p>
      </dgm:t>
    </dgm:pt>
    <dgm:pt modelId="{F7C1AA81-6CD9-426E-9143-5BBE25748279}" type="sibTrans" cxnId="{6F3B69FF-E762-4EA5-9A09-2B002B7E9BBC}">
      <dgm:prSet/>
      <dgm:spPr/>
      <dgm:t>
        <a:bodyPr/>
        <a:lstStyle/>
        <a:p>
          <a:endParaRPr lang="en-US"/>
        </a:p>
      </dgm:t>
    </dgm:pt>
    <dgm:pt modelId="{146A49C5-D40E-4304-94BC-6029DFA84D7E}">
      <dgm:prSet custT="1"/>
      <dgm:spPr/>
      <dgm:t>
        <a:bodyPr/>
        <a:lstStyle/>
        <a:p>
          <a:r>
            <a:rPr lang="en-US" sz="2000" dirty="0"/>
            <a:t>XML- or XML-EDI-based data transfer perhaps through a marketplace hub enables more sophisticated one-to-many data transfers such as a request for orders being transmitted to potential suppliers.</a:t>
          </a:r>
        </a:p>
      </dgm:t>
    </dgm:pt>
    <dgm:pt modelId="{4A39BBB7-33DE-4520-AEDC-EB6F12E90F2B}" type="parTrans" cxnId="{87900FC4-D0EF-482C-9478-A50ADB0D02CF}">
      <dgm:prSet/>
      <dgm:spPr/>
      <dgm:t>
        <a:bodyPr/>
        <a:lstStyle/>
        <a:p>
          <a:endParaRPr lang="en-US"/>
        </a:p>
      </dgm:t>
    </dgm:pt>
    <dgm:pt modelId="{6B58072A-5F4A-4328-8BBC-2E622551DB58}" type="sibTrans" cxnId="{87900FC4-D0EF-482C-9478-A50ADB0D02CF}">
      <dgm:prSet/>
      <dgm:spPr/>
      <dgm:t>
        <a:bodyPr/>
        <a:lstStyle/>
        <a:p>
          <a:endParaRPr lang="en-US"/>
        </a:p>
      </dgm:t>
    </dgm:pt>
    <dgm:pt modelId="{02363EC1-A742-4878-94E2-8ED40D0DB7AD}">
      <dgm:prSet custT="1"/>
      <dgm:spPr/>
      <dgm:t>
        <a:bodyPr/>
        <a:lstStyle/>
        <a:p>
          <a:r>
            <a:rPr lang="en-US" sz="2000" dirty="0"/>
            <a:t>Middleware or software used to integrate or translate requests from external systems </a:t>
          </a:r>
        </a:p>
      </dgm:t>
    </dgm:pt>
    <dgm:pt modelId="{3A4F4E00-0653-448D-92A2-F4C7FCD37F74}" type="parTrans" cxnId="{FE362525-B702-4FCF-BECA-14E0DCB4DBE4}">
      <dgm:prSet/>
      <dgm:spPr/>
      <dgm:t>
        <a:bodyPr/>
        <a:lstStyle/>
        <a:p>
          <a:endParaRPr lang="en-US"/>
        </a:p>
      </dgm:t>
    </dgm:pt>
    <dgm:pt modelId="{5CFE7080-22CB-49D4-A9B1-AF0749C90ED3}" type="sibTrans" cxnId="{FE362525-B702-4FCF-BECA-14E0DCB4DBE4}">
      <dgm:prSet/>
      <dgm:spPr/>
      <dgm:t>
        <a:bodyPr/>
        <a:lstStyle/>
        <a:p>
          <a:endParaRPr lang="en-US"/>
        </a:p>
      </dgm:t>
    </dgm:pt>
    <dgm:pt modelId="{A7EB692D-B877-49D8-99EB-E6BC346A983E}">
      <dgm:prSet custT="1"/>
      <dgm:spPr/>
      <dgm:t>
        <a:bodyPr/>
        <a:lstStyle/>
        <a:p>
          <a:r>
            <a:rPr lang="en-US" sz="2000" dirty="0"/>
            <a:t>Manual e-mail orders or online purchase through a traditional web-based e-commerce store for B2B </a:t>
          </a:r>
        </a:p>
      </dgm:t>
    </dgm:pt>
    <dgm:pt modelId="{AD3D478E-05AC-4983-853B-4C6D6949D1CB}" type="parTrans" cxnId="{204B3390-B9B6-449F-BA7F-B817496BF34C}">
      <dgm:prSet/>
      <dgm:spPr/>
      <dgm:t>
        <a:bodyPr/>
        <a:lstStyle/>
        <a:p>
          <a:endParaRPr lang="en-US"/>
        </a:p>
      </dgm:t>
    </dgm:pt>
    <dgm:pt modelId="{A567A299-DE26-4F87-AE21-7636C6E76AED}" type="sibTrans" cxnId="{204B3390-B9B6-449F-BA7F-B817496BF34C}">
      <dgm:prSet/>
      <dgm:spPr/>
      <dgm:t>
        <a:bodyPr/>
        <a:lstStyle/>
        <a:p>
          <a:endParaRPr lang="en-US"/>
        </a:p>
      </dgm:t>
    </dgm:pt>
    <dgm:pt modelId="{479ADB9B-0642-4951-84E5-55A525E1CCAC}" type="pres">
      <dgm:prSet presAssocID="{EA6DD924-315A-4FBC-84D6-37367B10622F}" presName="root" presStyleCnt="0">
        <dgm:presLayoutVars>
          <dgm:dir/>
          <dgm:resizeHandles val="exact"/>
        </dgm:presLayoutVars>
      </dgm:prSet>
      <dgm:spPr/>
    </dgm:pt>
    <dgm:pt modelId="{9ED28FA3-9A95-4D9B-BDD5-3E203B1EBA89}" type="pres">
      <dgm:prSet presAssocID="{EA6DD924-315A-4FBC-84D6-37367B10622F}" presName="container" presStyleCnt="0">
        <dgm:presLayoutVars>
          <dgm:dir/>
          <dgm:resizeHandles val="exact"/>
        </dgm:presLayoutVars>
      </dgm:prSet>
      <dgm:spPr/>
    </dgm:pt>
    <dgm:pt modelId="{3CB7AE51-A0C9-4008-B1E2-1F64D75854B0}" type="pres">
      <dgm:prSet presAssocID="{4592802F-BD39-4933-9892-DB57A0191D6D}" presName="compNode" presStyleCnt="0"/>
      <dgm:spPr/>
    </dgm:pt>
    <dgm:pt modelId="{F16EDC8D-9070-4A92-8BCB-F767ADED6911}" type="pres">
      <dgm:prSet presAssocID="{4592802F-BD39-4933-9892-DB57A0191D6D}" presName="iconBgRect" presStyleLbl="bgShp" presStyleIdx="0" presStyleCnt="4"/>
      <dgm:spPr/>
    </dgm:pt>
    <dgm:pt modelId="{6ED8CB34-FE57-432E-B0DD-B9B75124D7D5}" type="pres">
      <dgm:prSet presAssocID="{4592802F-BD39-4933-9892-DB57A0191D6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D6765630-0F2E-4835-8727-35F1AD3F7986}" type="pres">
      <dgm:prSet presAssocID="{4592802F-BD39-4933-9892-DB57A0191D6D}" presName="spaceRect" presStyleCnt="0"/>
      <dgm:spPr/>
    </dgm:pt>
    <dgm:pt modelId="{D9D54E13-5C8E-4E0F-BD86-6EBBFA65D33C}" type="pres">
      <dgm:prSet presAssocID="{4592802F-BD39-4933-9892-DB57A0191D6D}" presName="textRect" presStyleLbl="revTx" presStyleIdx="0" presStyleCnt="4">
        <dgm:presLayoutVars>
          <dgm:chMax val="1"/>
          <dgm:chPref val="1"/>
        </dgm:presLayoutVars>
      </dgm:prSet>
      <dgm:spPr/>
    </dgm:pt>
    <dgm:pt modelId="{0A0FE5D2-6BA0-48E2-AF35-819938FBF63B}" type="pres">
      <dgm:prSet presAssocID="{F7C1AA81-6CD9-426E-9143-5BBE25748279}" presName="sibTrans" presStyleLbl="sibTrans2D1" presStyleIdx="0" presStyleCnt="0"/>
      <dgm:spPr/>
    </dgm:pt>
    <dgm:pt modelId="{35C03C16-2916-4F8E-91F1-43C55E950644}" type="pres">
      <dgm:prSet presAssocID="{146A49C5-D40E-4304-94BC-6029DFA84D7E}" presName="compNode" presStyleCnt="0"/>
      <dgm:spPr/>
    </dgm:pt>
    <dgm:pt modelId="{FC27CDA7-D9CB-4A01-898E-39C36A0BC868}" type="pres">
      <dgm:prSet presAssocID="{146A49C5-D40E-4304-94BC-6029DFA84D7E}" presName="iconBgRect" presStyleLbl="bgShp" presStyleIdx="1" presStyleCnt="4"/>
      <dgm:spPr/>
    </dgm:pt>
    <dgm:pt modelId="{583A6A13-E8D4-4308-9B96-7B8CAFE3DFEA}" type="pres">
      <dgm:prSet presAssocID="{146A49C5-D40E-4304-94BC-6029DFA84D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244A0DF5-2466-4039-B441-A8AAA2E12628}" type="pres">
      <dgm:prSet presAssocID="{146A49C5-D40E-4304-94BC-6029DFA84D7E}" presName="spaceRect" presStyleCnt="0"/>
      <dgm:spPr/>
    </dgm:pt>
    <dgm:pt modelId="{095FBAB1-1FA7-43FC-B56E-98BFD2354D07}" type="pres">
      <dgm:prSet presAssocID="{146A49C5-D40E-4304-94BC-6029DFA84D7E}" presName="textRect" presStyleLbl="revTx" presStyleIdx="1" presStyleCnt="4">
        <dgm:presLayoutVars>
          <dgm:chMax val="1"/>
          <dgm:chPref val="1"/>
        </dgm:presLayoutVars>
      </dgm:prSet>
      <dgm:spPr/>
    </dgm:pt>
    <dgm:pt modelId="{0BF7C834-0BD6-4CA0-A86B-6CB6BB0AA15F}" type="pres">
      <dgm:prSet presAssocID="{6B58072A-5F4A-4328-8BBC-2E622551DB58}" presName="sibTrans" presStyleLbl="sibTrans2D1" presStyleIdx="0" presStyleCnt="0"/>
      <dgm:spPr/>
    </dgm:pt>
    <dgm:pt modelId="{6547FEC9-9043-4295-AFAB-2D574497BB3E}" type="pres">
      <dgm:prSet presAssocID="{02363EC1-A742-4878-94E2-8ED40D0DB7AD}" presName="compNode" presStyleCnt="0"/>
      <dgm:spPr/>
    </dgm:pt>
    <dgm:pt modelId="{164A97A5-1A0B-4A65-8866-037C808A742F}" type="pres">
      <dgm:prSet presAssocID="{02363EC1-A742-4878-94E2-8ED40D0DB7AD}" presName="iconBgRect" presStyleLbl="bgShp" presStyleIdx="2" presStyleCnt="4"/>
      <dgm:spPr/>
    </dgm:pt>
    <dgm:pt modelId="{9DB980F8-6244-4CA7-B4BA-5CA2C45CF7E0}" type="pres">
      <dgm:prSet presAssocID="{02363EC1-A742-4878-94E2-8ED40D0DB7A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Computing"/>
        </a:ext>
      </dgm:extLst>
    </dgm:pt>
    <dgm:pt modelId="{B2914D18-C4E5-4576-A2C7-EDC0A9ED7E81}" type="pres">
      <dgm:prSet presAssocID="{02363EC1-A742-4878-94E2-8ED40D0DB7AD}" presName="spaceRect" presStyleCnt="0"/>
      <dgm:spPr/>
    </dgm:pt>
    <dgm:pt modelId="{072159B2-A122-45FC-A8B1-B149ED1F1613}" type="pres">
      <dgm:prSet presAssocID="{02363EC1-A742-4878-94E2-8ED40D0DB7AD}" presName="textRect" presStyleLbl="revTx" presStyleIdx="2" presStyleCnt="4">
        <dgm:presLayoutVars>
          <dgm:chMax val="1"/>
          <dgm:chPref val="1"/>
        </dgm:presLayoutVars>
      </dgm:prSet>
      <dgm:spPr/>
    </dgm:pt>
    <dgm:pt modelId="{E3F15377-A82E-47E2-8EDC-1485EBC18659}" type="pres">
      <dgm:prSet presAssocID="{5CFE7080-22CB-49D4-A9B1-AF0749C90ED3}" presName="sibTrans" presStyleLbl="sibTrans2D1" presStyleIdx="0" presStyleCnt="0"/>
      <dgm:spPr/>
    </dgm:pt>
    <dgm:pt modelId="{4B56F109-726E-4038-B5AB-B8987812D699}" type="pres">
      <dgm:prSet presAssocID="{A7EB692D-B877-49D8-99EB-E6BC346A983E}" presName="compNode" presStyleCnt="0"/>
      <dgm:spPr/>
    </dgm:pt>
    <dgm:pt modelId="{B894D064-B5D1-4F08-9F64-D31A02C63EE9}" type="pres">
      <dgm:prSet presAssocID="{A7EB692D-B877-49D8-99EB-E6BC346A983E}" presName="iconBgRect" presStyleLbl="bgShp" presStyleIdx="3" presStyleCnt="4"/>
      <dgm:spPr/>
    </dgm:pt>
    <dgm:pt modelId="{684E49DB-1AC5-4E0B-A25A-C76111B751B6}" type="pres">
      <dgm:prSet presAssocID="{A7EB692D-B877-49D8-99EB-E6BC346A983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hopping cart"/>
        </a:ext>
      </dgm:extLst>
    </dgm:pt>
    <dgm:pt modelId="{484859F8-F94A-4967-9BF4-CC57F772A8E5}" type="pres">
      <dgm:prSet presAssocID="{A7EB692D-B877-49D8-99EB-E6BC346A983E}" presName="spaceRect" presStyleCnt="0"/>
      <dgm:spPr/>
    </dgm:pt>
    <dgm:pt modelId="{71C5B9D5-FAA4-4387-8C62-0C15959CB9F4}" type="pres">
      <dgm:prSet presAssocID="{A7EB692D-B877-49D8-99EB-E6BC346A983E}" presName="textRect" presStyleLbl="revTx" presStyleIdx="3" presStyleCnt="4">
        <dgm:presLayoutVars>
          <dgm:chMax val="1"/>
          <dgm:chPref val="1"/>
        </dgm:presLayoutVars>
      </dgm:prSet>
      <dgm:spPr/>
    </dgm:pt>
  </dgm:ptLst>
  <dgm:cxnLst>
    <dgm:cxn modelId="{097C0B07-FB7F-40E3-906B-09CF2F9186A1}" type="presOf" srcId="{146A49C5-D40E-4304-94BC-6029DFA84D7E}" destId="{095FBAB1-1FA7-43FC-B56E-98BFD2354D07}" srcOrd="0" destOrd="0" presId="urn:microsoft.com/office/officeart/2018/2/layout/IconCircleList"/>
    <dgm:cxn modelId="{04C78407-C737-4D96-98CD-D0B493FC20C9}" type="presOf" srcId="{EA6DD924-315A-4FBC-84D6-37367B10622F}" destId="{479ADB9B-0642-4951-84E5-55A525E1CCAC}" srcOrd="0" destOrd="0" presId="urn:microsoft.com/office/officeart/2018/2/layout/IconCircleList"/>
    <dgm:cxn modelId="{142CB80F-55E0-4195-B390-83D5CB72CFC2}" type="presOf" srcId="{5CFE7080-22CB-49D4-A9B1-AF0749C90ED3}" destId="{E3F15377-A82E-47E2-8EDC-1485EBC18659}" srcOrd="0" destOrd="0" presId="urn:microsoft.com/office/officeart/2018/2/layout/IconCircleList"/>
    <dgm:cxn modelId="{FE362525-B702-4FCF-BECA-14E0DCB4DBE4}" srcId="{EA6DD924-315A-4FBC-84D6-37367B10622F}" destId="{02363EC1-A742-4878-94E2-8ED40D0DB7AD}" srcOrd="2" destOrd="0" parTransId="{3A4F4E00-0653-448D-92A2-F4C7FCD37F74}" sibTransId="{5CFE7080-22CB-49D4-A9B1-AF0749C90ED3}"/>
    <dgm:cxn modelId="{D69B6A35-1368-4138-B3DC-67875C4A1171}" type="presOf" srcId="{6B58072A-5F4A-4328-8BBC-2E622551DB58}" destId="{0BF7C834-0BD6-4CA0-A86B-6CB6BB0AA15F}" srcOrd="0" destOrd="0" presId="urn:microsoft.com/office/officeart/2018/2/layout/IconCircleList"/>
    <dgm:cxn modelId="{1FC18942-53A1-49CF-B468-500631C2DA14}" type="presOf" srcId="{02363EC1-A742-4878-94E2-8ED40D0DB7AD}" destId="{072159B2-A122-45FC-A8B1-B149ED1F1613}" srcOrd="0" destOrd="0" presId="urn:microsoft.com/office/officeart/2018/2/layout/IconCircleList"/>
    <dgm:cxn modelId="{4C75F147-4EF1-43C1-B11E-39E9FBDFFD87}" type="presOf" srcId="{4592802F-BD39-4933-9892-DB57A0191D6D}" destId="{D9D54E13-5C8E-4E0F-BD86-6EBBFA65D33C}" srcOrd="0" destOrd="0" presId="urn:microsoft.com/office/officeart/2018/2/layout/IconCircleList"/>
    <dgm:cxn modelId="{9E4E2C76-03CC-476B-81DD-3AAA675D389E}" type="presOf" srcId="{F7C1AA81-6CD9-426E-9143-5BBE25748279}" destId="{0A0FE5D2-6BA0-48E2-AF35-819938FBF63B}" srcOrd="0" destOrd="0" presId="urn:microsoft.com/office/officeart/2018/2/layout/IconCircleList"/>
    <dgm:cxn modelId="{204B3390-B9B6-449F-BA7F-B817496BF34C}" srcId="{EA6DD924-315A-4FBC-84D6-37367B10622F}" destId="{A7EB692D-B877-49D8-99EB-E6BC346A983E}" srcOrd="3" destOrd="0" parTransId="{AD3D478E-05AC-4983-853B-4C6D6949D1CB}" sibTransId="{A567A299-DE26-4F87-AE21-7636C6E76AED}"/>
    <dgm:cxn modelId="{87900FC4-D0EF-482C-9478-A50ADB0D02CF}" srcId="{EA6DD924-315A-4FBC-84D6-37367B10622F}" destId="{146A49C5-D40E-4304-94BC-6029DFA84D7E}" srcOrd="1" destOrd="0" parTransId="{4A39BBB7-33DE-4520-AEDC-EB6F12E90F2B}" sibTransId="{6B58072A-5F4A-4328-8BBC-2E622551DB58}"/>
    <dgm:cxn modelId="{4EB2CCDA-AE3B-4E31-8CF9-09D571EA3FC6}" type="presOf" srcId="{A7EB692D-B877-49D8-99EB-E6BC346A983E}" destId="{71C5B9D5-FAA4-4387-8C62-0C15959CB9F4}" srcOrd="0" destOrd="0" presId="urn:microsoft.com/office/officeart/2018/2/layout/IconCircleList"/>
    <dgm:cxn modelId="{6F3B69FF-E762-4EA5-9A09-2B002B7E9BBC}" srcId="{EA6DD924-315A-4FBC-84D6-37367B10622F}" destId="{4592802F-BD39-4933-9892-DB57A0191D6D}" srcOrd="0" destOrd="0" parTransId="{7B8CDB49-6752-4C96-9EA5-C5A5F3350F3B}" sibTransId="{F7C1AA81-6CD9-426E-9143-5BBE25748279}"/>
    <dgm:cxn modelId="{4D5A89FD-F57B-47C7-B0E7-732BCBB2BE73}" type="presParOf" srcId="{479ADB9B-0642-4951-84E5-55A525E1CCAC}" destId="{9ED28FA3-9A95-4D9B-BDD5-3E203B1EBA89}" srcOrd="0" destOrd="0" presId="urn:microsoft.com/office/officeart/2018/2/layout/IconCircleList"/>
    <dgm:cxn modelId="{A7B2837C-6EC5-4F84-9EE6-FED9E6F50C59}" type="presParOf" srcId="{9ED28FA3-9A95-4D9B-BDD5-3E203B1EBA89}" destId="{3CB7AE51-A0C9-4008-B1E2-1F64D75854B0}" srcOrd="0" destOrd="0" presId="urn:microsoft.com/office/officeart/2018/2/layout/IconCircleList"/>
    <dgm:cxn modelId="{1FC0C615-B1EC-4BC7-851D-FF425AEDFD0E}" type="presParOf" srcId="{3CB7AE51-A0C9-4008-B1E2-1F64D75854B0}" destId="{F16EDC8D-9070-4A92-8BCB-F767ADED6911}" srcOrd="0" destOrd="0" presId="urn:microsoft.com/office/officeart/2018/2/layout/IconCircleList"/>
    <dgm:cxn modelId="{534B70F6-946A-42C1-B737-0CF47D7340FB}" type="presParOf" srcId="{3CB7AE51-A0C9-4008-B1E2-1F64D75854B0}" destId="{6ED8CB34-FE57-432E-B0DD-B9B75124D7D5}" srcOrd="1" destOrd="0" presId="urn:microsoft.com/office/officeart/2018/2/layout/IconCircleList"/>
    <dgm:cxn modelId="{E1C26296-37D1-4186-A402-DCC68A38EC28}" type="presParOf" srcId="{3CB7AE51-A0C9-4008-B1E2-1F64D75854B0}" destId="{D6765630-0F2E-4835-8727-35F1AD3F7986}" srcOrd="2" destOrd="0" presId="urn:microsoft.com/office/officeart/2018/2/layout/IconCircleList"/>
    <dgm:cxn modelId="{AB644BEA-658D-4328-995E-43BA5972DB51}" type="presParOf" srcId="{3CB7AE51-A0C9-4008-B1E2-1F64D75854B0}" destId="{D9D54E13-5C8E-4E0F-BD86-6EBBFA65D33C}" srcOrd="3" destOrd="0" presId="urn:microsoft.com/office/officeart/2018/2/layout/IconCircleList"/>
    <dgm:cxn modelId="{986C6669-B8CE-45A3-A933-2F84CB6FD38E}" type="presParOf" srcId="{9ED28FA3-9A95-4D9B-BDD5-3E203B1EBA89}" destId="{0A0FE5D2-6BA0-48E2-AF35-819938FBF63B}" srcOrd="1" destOrd="0" presId="urn:microsoft.com/office/officeart/2018/2/layout/IconCircleList"/>
    <dgm:cxn modelId="{B5EE2DD9-21E7-407C-8E3A-639B4A530AEC}" type="presParOf" srcId="{9ED28FA3-9A95-4D9B-BDD5-3E203B1EBA89}" destId="{35C03C16-2916-4F8E-91F1-43C55E950644}" srcOrd="2" destOrd="0" presId="urn:microsoft.com/office/officeart/2018/2/layout/IconCircleList"/>
    <dgm:cxn modelId="{48424698-9659-45CA-9D63-5E58FAFDA2E5}" type="presParOf" srcId="{35C03C16-2916-4F8E-91F1-43C55E950644}" destId="{FC27CDA7-D9CB-4A01-898E-39C36A0BC868}" srcOrd="0" destOrd="0" presId="urn:microsoft.com/office/officeart/2018/2/layout/IconCircleList"/>
    <dgm:cxn modelId="{660637D0-F240-44ED-BAF6-FBC51CF0D1EC}" type="presParOf" srcId="{35C03C16-2916-4F8E-91F1-43C55E950644}" destId="{583A6A13-E8D4-4308-9B96-7B8CAFE3DFEA}" srcOrd="1" destOrd="0" presId="urn:microsoft.com/office/officeart/2018/2/layout/IconCircleList"/>
    <dgm:cxn modelId="{3D28F6F4-62E8-41B6-8AD4-76AD6C3B049E}" type="presParOf" srcId="{35C03C16-2916-4F8E-91F1-43C55E950644}" destId="{244A0DF5-2466-4039-B441-A8AAA2E12628}" srcOrd="2" destOrd="0" presId="urn:microsoft.com/office/officeart/2018/2/layout/IconCircleList"/>
    <dgm:cxn modelId="{08AE42E9-6411-4C6C-9D47-DBFEDB139A4D}" type="presParOf" srcId="{35C03C16-2916-4F8E-91F1-43C55E950644}" destId="{095FBAB1-1FA7-43FC-B56E-98BFD2354D07}" srcOrd="3" destOrd="0" presId="urn:microsoft.com/office/officeart/2018/2/layout/IconCircleList"/>
    <dgm:cxn modelId="{85555E85-562E-49A7-BD46-12284A9E671C}" type="presParOf" srcId="{9ED28FA3-9A95-4D9B-BDD5-3E203B1EBA89}" destId="{0BF7C834-0BD6-4CA0-A86B-6CB6BB0AA15F}" srcOrd="3" destOrd="0" presId="urn:microsoft.com/office/officeart/2018/2/layout/IconCircleList"/>
    <dgm:cxn modelId="{2E4F114E-C48F-42C4-A2F1-A67A42E3DB46}" type="presParOf" srcId="{9ED28FA3-9A95-4D9B-BDD5-3E203B1EBA89}" destId="{6547FEC9-9043-4295-AFAB-2D574497BB3E}" srcOrd="4" destOrd="0" presId="urn:microsoft.com/office/officeart/2018/2/layout/IconCircleList"/>
    <dgm:cxn modelId="{5AC9D0D6-5DCC-46B2-B1F3-D6D8FB539227}" type="presParOf" srcId="{6547FEC9-9043-4295-AFAB-2D574497BB3E}" destId="{164A97A5-1A0B-4A65-8866-037C808A742F}" srcOrd="0" destOrd="0" presId="urn:microsoft.com/office/officeart/2018/2/layout/IconCircleList"/>
    <dgm:cxn modelId="{8F74A26A-503A-484E-A599-2E6572CF6F3E}" type="presParOf" srcId="{6547FEC9-9043-4295-AFAB-2D574497BB3E}" destId="{9DB980F8-6244-4CA7-B4BA-5CA2C45CF7E0}" srcOrd="1" destOrd="0" presId="urn:microsoft.com/office/officeart/2018/2/layout/IconCircleList"/>
    <dgm:cxn modelId="{98AB4233-483E-4E5B-A3F9-E952A6AD527F}" type="presParOf" srcId="{6547FEC9-9043-4295-AFAB-2D574497BB3E}" destId="{B2914D18-C4E5-4576-A2C7-EDC0A9ED7E81}" srcOrd="2" destOrd="0" presId="urn:microsoft.com/office/officeart/2018/2/layout/IconCircleList"/>
    <dgm:cxn modelId="{E6872F56-F829-4ECB-951C-853B47229DFB}" type="presParOf" srcId="{6547FEC9-9043-4295-AFAB-2D574497BB3E}" destId="{072159B2-A122-45FC-A8B1-B149ED1F1613}" srcOrd="3" destOrd="0" presId="urn:microsoft.com/office/officeart/2018/2/layout/IconCircleList"/>
    <dgm:cxn modelId="{67817C54-B287-4BEE-81EF-D6560842B5C0}" type="presParOf" srcId="{9ED28FA3-9A95-4D9B-BDD5-3E203B1EBA89}" destId="{E3F15377-A82E-47E2-8EDC-1485EBC18659}" srcOrd="5" destOrd="0" presId="urn:microsoft.com/office/officeart/2018/2/layout/IconCircleList"/>
    <dgm:cxn modelId="{02A967B7-7B25-47E5-B726-7FF4F3865268}" type="presParOf" srcId="{9ED28FA3-9A95-4D9B-BDD5-3E203B1EBA89}" destId="{4B56F109-726E-4038-B5AB-B8987812D699}" srcOrd="6" destOrd="0" presId="urn:microsoft.com/office/officeart/2018/2/layout/IconCircleList"/>
    <dgm:cxn modelId="{FAC08A0C-F2CA-4F88-9510-7D1ABC4859CA}" type="presParOf" srcId="{4B56F109-726E-4038-B5AB-B8987812D699}" destId="{B894D064-B5D1-4F08-9F64-D31A02C63EE9}" srcOrd="0" destOrd="0" presId="urn:microsoft.com/office/officeart/2018/2/layout/IconCircleList"/>
    <dgm:cxn modelId="{16D45584-0204-43F8-BE13-181514AA4A52}" type="presParOf" srcId="{4B56F109-726E-4038-B5AB-B8987812D699}" destId="{684E49DB-1AC5-4E0B-A25A-C76111B751B6}" srcOrd="1" destOrd="0" presId="urn:microsoft.com/office/officeart/2018/2/layout/IconCircleList"/>
    <dgm:cxn modelId="{DCDADA6A-104B-46EF-A9BE-8A1A42A67DF1}" type="presParOf" srcId="{4B56F109-726E-4038-B5AB-B8987812D699}" destId="{484859F8-F94A-4967-9BF4-CC57F772A8E5}" srcOrd="2" destOrd="0" presId="urn:microsoft.com/office/officeart/2018/2/layout/IconCircleList"/>
    <dgm:cxn modelId="{A064DA1C-4CB0-4F9A-9D0A-EE6B5CC1B883}" type="presParOf" srcId="{4B56F109-726E-4038-B5AB-B8987812D699}" destId="{71C5B9D5-FAA4-4387-8C62-0C15959CB9F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DCB4D9-67E1-475B-BBE0-30DD20B63661}"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4A65534-96AC-4101-8DA2-D4CF5C733B61}">
      <dgm:prSet custT="1"/>
      <dgm:spPr/>
      <dgm:t>
        <a:bodyPr/>
        <a:lstStyle/>
        <a:p>
          <a:pPr>
            <a:defRPr cap="all"/>
          </a:pPr>
          <a:r>
            <a:rPr lang="en-US" sz="1600" dirty="0"/>
            <a:t>Increased efficiency of individual processes</a:t>
          </a:r>
        </a:p>
      </dgm:t>
    </dgm:pt>
    <dgm:pt modelId="{F115777E-06FF-458D-BF1D-BDFAA55F8276}" type="parTrans" cxnId="{8011BA92-E7E4-4608-A6C8-F2AFEE1C7674}">
      <dgm:prSet/>
      <dgm:spPr/>
      <dgm:t>
        <a:bodyPr/>
        <a:lstStyle/>
        <a:p>
          <a:endParaRPr lang="en-US"/>
        </a:p>
      </dgm:t>
    </dgm:pt>
    <dgm:pt modelId="{A7CD40BF-52B3-4E01-86EB-A1C868E02870}" type="sibTrans" cxnId="{8011BA92-E7E4-4608-A6C8-F2AFEE1C7674}">
      <dgm:prSet/>
      <dgm:spPr/>
      <dgm:t>
        <a:bodyPr/>
        <a:lstStyle/>
        <a:p>
          <a:endParaRPr lang="en-US"/>
        </a:p>
      </dgm:t>
    </dgm:pt>
    <dgm:pt modelId="{7B254BCE-82C9-4090-9366-816ABC9F4AF9}">
      <dgm:prSet/>
      <dgm:spPr/>
      <dgm:t>
        <a:bodyPr/>
        <a:lstStyle/>
        <a:p>
          <a:pPr>
            <a:defRPr cap="all"/>
          </a:pPr>
          <a:r>
            <a:rPr lang="en-US"/>
            <a:t>Reduced complexity of the supply chain</a:t>
          </a:r>
        </a:p>
      </dgm:t>
    </dgm:pt>
    <dgm:pt modelId="{8D5529B0-ABB0-413B-AFD6-1A002E9C1AD1}" type="parTrans" cxnId="{5ADEB8A0-5543-49C3-A039-BDF65A6B4A1D}">
      <dgm:prSet/>
      <dgm:spPr/>
      <dgm:t>
        <a:bodyPr/>
        <a:lstStyle/>
        <a:p>
          <a:endParaRPr lang="en-US"/>
        </a:p>
      </dgm:t>
    </dgm:pt>
    <dgm:pt modelId="{DA95E982-FFCB-4742-8B42-58F7F6FCA204}" type="sibTrans" cxnId="{5ADEB8A0-5543-49C3-A039-BDF65A6B4A1D}">
      <dgm:prSet/>
      <dgm:spPr/>
      <dgm:t>
        <a:bodyPr/>
        <a:lstStyle/>
        <a:p>
          <a:endParaRPr lang="en-US"/>
        </a:p>
      </dgm:t>
    </dgm:pt>
    <dgm:pt modelId="{0FFCEAA8-B291-46C8-BDE4-64F76277245C}">
      <dgm:prSet/>
      <dgm:spPr/>
      <dgm:t>
        <a:bodyPr/>
        <a:lstStyle/>
        <a:p>
          <a:pPr>
            <a:defRPr cap="all"/>
          </a:pPr>
          <a:r>
            <a:rPr lang="en-US"/>
            <a:t>Improved data integration between elements of the supply chain</a:t>
          </a:r>
        </a:p>
      </dgm:t>
    </dgm:pt>
    <dgm:pt modelId="{A312C3FE-DB33-4A7D-A34F-D757083EA6B3}" type="parTrans" cxnId="{FB093C45-0D30-42A3-A9B9-D0364A4D71C8}">
      <dgm:prSet/>
      <dgm:spPr/>
      <dgm:t>
        <a:bodyPr/>
        <a:lstStyle/>
        <a:p>
          <a:endParaRPr lang="en-US"/>
        </a:p>
      </dgm:t>
    </dgm:pt>
    <dgm:pt modelId="{4028DE44-07ED-4F10-AF76-57E9421B3DB4}" type="sibTrans" cxnId="{FB093C45-0D30-42A3-A9B9-D0364A4D71C8}">
      <dgm:prSet/>
      <dgm:spPr/>
      <dgm:t>
        <a:bodyPr/>
        <a:lstStyle/>
        <a:p>
          <a:endParaRPr lang="en-US"/>
        </a:p>
      </dgm:t>
    </dgm:pt>
    <dgm:pt modelId="{D5AB24F9-151D-4A0D-82DC-107218DA2843}">
      <dgm:prSet/>
      <dgm:spPr/>
      <dgm:t>
        <a:bodyPr/>
        <a:lstStyle/>
        <a:p>
          <a:pPr>
            <a:defRPr cap="all"/>
          </a:pPr>
          <a:r>
            <a:rPr lang="en-US"/>
            <a:t>Reduced cost through outsourcing</a:t>
          </a:r>
        </a:p>
      </dgm:t>
    </dgm:pt>
    <dgm:pt modelId="{F66B5AF1-418C-4C99-B7DC-F5E4B60CC718}" type="parTrans" cxnId="{B99E88E6-0825-4CDF-BBD5-9F98E70763BA}">
      <dgm:prSet/>
      <dgm:spPr/>
      <dgm:t>
        <a:bodyPr/>
        <a:lstStyle/>
        <a:p>
          <a:endParaRPr lang="en-US"/>
        </a:p>
      </dgm:t>
    </dgm:pt>
    <dgm:pt modelId="{C9068C90-60A1-4CD7-A947-D83205E6EC87}" type="sibTrans" cxnId="{B99E88E6-0825-4CDF-BBD5-9F98E70763BA}">
      <dgm:prSet/>
      <dgm:spPr/>
      <dgm:t>
        <a:bodyPr/>
        <a:lstStyle/>
        <a:p>
          <a:endParaRPr lang="en-US"/>
        </a:p>
      </dgm:t>
    </dgm:pt>
    <dgm:pt modelId="{8EA2962E-AF47-48FF-A21C-5FEDC3FD36D4}">
      <dgm:prSet/>
      <dgm:spPr/>
      <dgm:t>
        <a:bodyPr/>
        <a:lstStyle/>
        <a:p>
          <a:pPr>
            <a:defRPr cap="all"/>
          </a:pPr>
          <a:r>
            <a:rPr lang="en-US"/>
            <a:t>Innovation</a:t>
          </a:r>
        </a:p>
      </dgm:t>
    </dgm:pt>
    <dgm:pt modelId="{5BBDE0DD-207F-4C69-8128-C1F9C39F2CC2}" type="parTrans" cxnId="{6ACF56C9-7D78-4CBB-82A7-F93F130467C0}">
      <dgm:prSet/>
      <dgm:spPr/>
      <dgm:t>
        <a:bodyPr/>
        <a:lstStyle/>
        <a:p>
          <a:endParaRPr lang="en-US"/>
        </a:p>
      </dgm:t>
    </dgm:pt>
    <dgm:pt modelId="{D8C8D6F1-D749-4632-A469-1948D7AF35C7}" type="sibTrans" cxnId="{6ACF56C9-7D78-4CBB-82A7-F93F130467C0}">
      <dgm:prSet/>
      <dgm:spPr/>
      <dgm:t>
        <a:bodyPr/>
        <a:lstStyle/>
        <a:p>
          <a:endParaRPr lang="en-US"/>
        </a:p>
      </dgm:t>
    </dgm:pt>
    <dgm:pt modelId="{8A20CECE-5EB0-4228-A978-BADDBA057512}" type="pres">
      <dgm:prSet presAssocID="{63DCB4D9-67E1-475B-BBE0-30DD20B63661}" presName="root" presStyleCnt="0">
        <dgm:presLayoutVars>
          <dgm:dir/>
          <dgm:resizeHandles val="exact"/>
        </dgm:presLayoutVars>
      </dgm:prSet>
      <dgm:spPr/>
    </dgm:pt>
    <dgm:pt modelId="{304BA3CA-8A03-4977-8FA5-EA66F65A5D54}" type="pres">
      <dgm:prSet presAssocID="{04A65534-96AC-4101-8DA2-D4CF5C733B61}" presName="compNode" presStyleCnt="0"/>
      <dgm:spPr/>
    </dgm:pt>
    <dgm:pt modelId="{6A169D58-176F-484C-A3A6-C05612781D5D}" type="pres">
      <dgm:prSet presAssocID="{04A65534-96AC-4101-8DA2-D4CF5C733B61}" presName="iconBgRect" presStyleLbl="bgShp" presStyleIdx="0" presStyleCnt="5"/>
      <dgm:spPr/>
    </dgm:pt>
    <dgm:pt modelId="{E863D807-5413-4B49-86E7-D8EEC7CF6436}" type="pres">
      <dgm:prSet presAssocID="{04A65534-96AC-4101-8DA2-D4CF5C733B6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CDDEDB23-2367-478F-86DB-680F583E5E22}" type="pres">
      <dgm:prSet presAssocID="{04A65534-96AC-4101-8DA2-D4CF5C733B61}" presName="spaceRect" presStyleCnt="0"/>
      <dgm:spPr/>
    </dgm:pt>
    <dgm:pt modelId="{9E7CF864-D119-4B8B-8B19-3007E8F40EC4}" type="pres">
      <dgm:prSet presAssocID="{04A65534-96AC-4101-8DA2-D4CF5C733B61}" presName="textRect" presStyleLbl="revTx" presStyleIdx="0" presStyleCnt="5">
        <dgm:presLayoutVars>
          <dgm:chMax val="1"/>
          <dgm:chPref val="1"/>
        </dgm:presLayoutVars>
      </dgm:prSet>
      <dgm:spPr/>
    </dgm:pt>
    <dgm:pt modelId="{B0363C6E-4438-42BC-A87C-BF10BEDC4406}" type="pres">
      <dgm:prSet presAssocID="{A7CD40BF-52B3-4E01-86EB-A1C868E02870}" presName="sibTrans" presStyleCnt="0"/>
      <dgm:spPr/>
    </dgm:pt>
    <dgm:pt modelId="{023994FD-AB6A-42B1-82B5-EA00EA2ABF29}" type="pres">
      <dgm:prSet presAssocID="{7B254BCE-82C9-4090-9366-816ABC9F4AF9}" presName="compNode" presStyleCnt="0"/>
      <dgm:spPr/>
    </dgm:pt>
    <dgm:pt modelId="{653DFB3D-485F-43EB-AA97-44BA32D1EF1F}" type="pres">
      <dgm:prSet presAssocID="{7B254BCE-82C9-4090-9366-816ABC9F4AF9}" presName="iconBgRect" presStyleLbl="bgShp" presStyleIdx="1" presStyleCnt="5"/>
      <dgm:spPr/>
    </dgm:pt>
    <dgm:pt modelId="{F6AA2997-A52D-40C5-BE31-4AE0737E6387}" type="pres">
      <dgm:prSet presAssocID="{7B254BCE-82C9-4090-9366-816ABC9F4AF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actory"/>
        </a:ext>
      </dgm:extLst>
    </dgm:pt>
    <dgm:pt modelId="{EE81ED4D-3900-47AE-B977-1FF84DC85143}" type="pres">
      <dgm:prSet presAssocID="{7B254BCE-82C9-4090-9366-816ABC9F4AF9}" presName="spaceRect" presStyleCnt="0"/>
      <dgm:spPr/>
    </dgm:pt>
    <dgm:pt modelId="{2D67FEE0-1E79-42DE-8B06-BC8295A4A716}" type="pres">
      <dgm:prSet presAssocID="{7B254BCE-82C9-4090-9366-816ABC9F4AF9}" presName="textRect" presStyleLbl="revTx" presStyleIdx="1" presStyleCnt="5">
        <dgm:presLayoutVars>
          <dgm:chMax val="1"/>
          <dgm:chPref val="1"/>
        </dgm:presLayoutVars>
      </dgm:prSet>
      <dgm:spPr/>
    </dgm:pt>
    <dgm:pt modelId="{FE15CADB-7972-4774-89DA-BBAF5D13F00F}" type="pres">
      <dgm:prSet presAssocID="{DA95E982-FFCB-4742-8B42-58F7F6FCA204}" presName="sibTrans" presStyleCnt="0"/>
      <dgm:spPr/>
    </dgm:pt>
    <dgm:pt modelId="{29D473A1-D521-499A-8FF2-A23A59AFC6FD}" type="pres">
      <dgm:prSet presAssocID="{0FFCEAA8-B291-46C8-BDE4-64F76277245C}" presName="compNode" presStyleCnt="0"/>
      <dgm:spPr/>
    </dgm:pt>
    <dgm:pt modelId="{AB00D19C-BE35-4CB9-A9C6-B456D6BB06FE}" type="pres">
      <dgm:prSet presAssocID="{0FFCEAA8-B291-46C8-BDE4-64F76277245C}" presName="iconBgRect" presStyleLbl="bgShp" presStyleIdx="2" presStyleCnt="5"/>
      <dgm:spPr/>
    </dgm:pt>
    <dgm:pt modelId="{CC9BDF84-F403-442F-AF2C-389E452DA868}" type="pres">
      <dgm:prSet presAssocID="{0FFCEAA8-B291-46C8-BDE4-64F76277245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nected"/>
        </a:ext>
      </dgm:extLst>
    </dgm:pt>
    <dgm:pt modelId="{FFC7F5FA-2070-4564-A89D-E80104E65CF0}" type="pres">
      <dgm:prSet presAssocID="{0FFCEAA8-B291-46C8-BDE4-64F76277245C}" presName="spaceRect" presStyleCnt="0"/>
      <dgm:spPr/>
    </dgm:pt>
    <dgm:pt modelId="{539D5BD1-6715-4023-AD12-6351685ED92A}" type="pres">
      <dgm:prSet presAssocID="{0FFCEAA8-B291-46C8-BDE4-64F76277245C}" presName="textRect" presStyleLbl="revTx" presStyleIdx="2" presStyleCnt="5">
        <dgm:presLayoutVars>
          <dgm:chMax val="1"/>
          <dgm:chPref val="1"/>
        </dgm:presLayoutVars>
      </dgm:prSet>
      <dgm:spPr/>
    </dgm:pt>
    <dgm:pt modelId="{A4E83BF1-294E-424F-9E69-6943B56773DC}" type="pres">
      <dgm:prSet presAssocID="{4028DE44-07ED-4F10-AF76-57E9421B3DB4}" presName="sibTrans" presStyleCnt="0"/>
      <dgm:spPr/>
    </dgm:pt>
    <dgm:pt modelId="{70548B8A-074F-4175-9EE4-32F1080998F8}" type="pres">
      <dgm:prSet presAssocID="{D5AB24F9-151D-4A0D-82DC-107218DA2843}" presName="compNode" presStyleCnt="0"/>
      <dgm:spPr/>
    </dgm:pt>
    <dgm:pt modelId="{C71CF7F7-231D-49F9-9026-EA73F115C40D}" type="pres">
      <dgm:prSet presAssocID="{D5AB24F9-151D-4A0D-82DC-107218DA2843}" presName="iconBgRect" presStyleLbl="bgShp" presStyleIdx="3" presStyleCnt="5"/>
      <dgm:spPr/>
    </dgm:pt>
    <dgm:pt modelId="{F4E045DC-E55D-4354-9255-FB9C45E77E2E}" type="pres">
      <dgm:prSet presAssocID="{D5AB24F9-151D-4A0D-82DC-107218DA284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wnward trend"/>
        </a:ext>
      </dgm:extLst>
    </dgm:pt>
    <dgm:pt modelId="{025DF88D-101B-4D9B-8177-F0EDC1CCCD5A}" type="pres">
      <dgm:prSet presAssocID="{D5AB24F9-151D-4A0D-82DC-107218DA2843}" presName="spaceRect" presStyleCnt="0"/>
      <dgm:spPr/>
    </dgm:pt>
    <dgm:pt modelId="{27E7CA0C-567D-46DA-9EB5-99514973C382}" type="pres">
      <dgm:prSet presAssocID="{D5AB24F9-151D-4A0D-82DC-107218DA2843}" presName="textRect" presStyleLbl="revTx" presStyleIdx="3" presStyleCnt="5">
        <dgm:presLayoutVars>
          <dgm:chMax val="1"/>
          <dgm:chPref val="1"/>
        </dgm:presLayoutVars>
      </dgm:prSet>
      <dgm:spPr/>
    </dgm:pt>
    <dgm:pt modelId="{29101D7B-8DE1-49E4-84A9-C9D163BE5411}" type="pres">
      <dgm:prSet presAssocID="{C9068C90-60A1-4CD7-A947-D83205E6EC87}" presName="sibTrans" presStyleCnt="0"/>
      <dgm:spPr/>
    </dgm:pt>
    <dgm:pt modelId="{E95842AC-74B5-4AA0-8FBB-0DFE4E496761}" type="pres">
      <dgm:prSet presAssocID="{8EA2962E-AF47-48FF-A21C-5FEDC3FD36D4}" presName="compNode" presStyleCnt="0"/>
      <dgm:spPr/>
    </dgm:pt>
    <dgm:pt modelId="{E096D412-C765-4DEF-934D-AF1B7D23D7F6}" type="pres">
      <dgm:prSet presAssocID="{8EA2962E-AF47-48FF-A21C-5FEDC3FD36D4}" presName="iconBgRect" presStyleLbl="bgShp" presStyleIdx="4" presStyleCnt="5"/>
      <dgm:spPr/>
    </dgm:pt>
    <dgm:pt modelId="{58F2029D-8562-4003-AD41-0723F507A181}" type="pres">
      <dgm:prSet presAssocID="{8EA2962E-AF47-48FF-A21C-5FEDC3FD36D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bulb"/>
        </a:ext>
      </dgm:extLst>
    </dgm:pt>
    <dgm:pt modelId="{9D61ABBC-CAB1-4166-B617-114E80D429EC}" type="pres">
      <dgm:prSet presAssocID="{8EA2962E-AF47-48FF-A21C-5FEDC3FD36D4}" presName="spaceRect" presStyleCnt="0"/>
      <dgm:spPr/>
    </dgm:pt>
    <dgm:pt modelId="{CE1722C7-B0DA-454B-969D-F95A35ACDE28}" type="pres">
      <dgm:prSet presAssocID="{8EA2962E-AF47-48FF-A21C-5FEDC3FD36D4}" presName="textRect" presStyleLbl="revTx" presStyleIdx="4" presStyleCnt="5">
        <dgm:presLayoutVars>
          <dgm:chMax val="1"/>
          <dgm:chPref val="1"/>
        </dgm:presLayoutVars>
      </dgm:prSet>
      <dgm:spPr/>
    </dgm:pt>
  </dgm:ptLst>
  <dgm:cxnLst>
    <dgm:cxn modelId="{1C6B5C04-758E-4A7F-9733-17F522E80349}" type="presOf" srcId="{04A65534-96AC-4101-8DA2-D4CF5C733B61}" destId="{9E7CF864-D119-4B8B-8B19-3007E8F40EC4}" srcOrd="0" destOrd="0" presId="urn:microsoft.com/office/officeart/2018/5/layout/IconCircleLabelList"/>
    <dgm:cxn modelId="{02EE2921-3B06-4C57-9936-DAD92DFE859A}" type="presOf" srcId="{0FFCEAA8-B291-46C8-BDE4-64F76277245C}" destId="{539D5BD1-6715-4023-AD12-6351685ED92A}" srcOrd="0" destOrd="0" presId="urn:microsoft.com/office/officeart/2018/5/layout/IconCircleLabelList"/>
    <dgm:cxn modelId="{FB093C45-0D30-42A3-A9B9-D0364A4D71C8}" srcId="{63DCB4D9-67E1-475B-BBE0-30DD20B63661}" destId="{0FFCEAA8-B291-46C8-BDE4-64F76277245C}" srcOrd="2" destOrd="0" parTransId="{A312C3FE-DB33-4A7D-A34F-D757083EA6B3}" sibTransId="{4028DE44-07ED-4F10-AF76-57E9421B3DB4}"/>
    <dgm:cxn modelId="{8011BA92-E7E4-4608-A6C8-F2AFEE1C7674}" srcId="{63DCB4D9-67E1-475B-BBE0-30DD20B63661}" destId="{04A65534-96AC-4101-8DA2-D4CF5C733B61}" srcOrd="0" destOrd="0" parTransId="{F115777E-06FF-458D-BF1D-BDFAA55F8276}" sibTransId="{A7CD40BF-52B3-4E01-86EB-A1C868E02870}"/>
    <dgm:cxn modelId="{BA431BA0-3201-467B-A72C-4C12178BD6E8}" type="presOf" srcId="{63DCB4D9-67E1-475B-BBE0-30DD20B63661}" destId="{8A20CECE-5EB0-4228-A978-BADDBA057512}" srcOrd="0" destOrd="0" presId="urn:microsoft.com/office/officeart/2018/5/layout/IconCircleLabelList"/>
    <dgm:cxn modelId="{5ADEB8A0-5543-49C3-A039-BDF65A6B4A1D}" srcId="{63DCB4D9-67E1-475B-BBE0-30DD20B63661}" destId="{7B254BCE-82C9-4090-9366-816ABC9F4AF9}" srcOrd="1" destOrd="0" parTransId="{8D5529B0-ABB0-413B-AFD6-1A002E9C1AD1}" sibTransId="{DA95E982-FFCB-4742-8B42-58F7F6FCA204}"/>
    <dgm:cxn modelId="{8BD5CFB8-991A-441A-9955-578B36C85452}" type="presOf" srcId="{8EA2962E-AF47-48FF-A21C-5FEDC3FD36D4}" destId="{CE1722C7-B0DA-454B-969D-F95A35ACDE28}" srcOrd="0" destOrd="0" presId="urn:microsoft.com/office/officeart/2018/5/layout/IconCircleLabelList"/>
    <dgm:cxn modelId="{6ACF56C9-7D78-4CBB-82A7-F93F130467C0}" srcId="{63DCB4D9-67E1-475B-BBE0-30DD20B63661}" destId="{8EA2962E-AF47-48FF-A21C-5FEDC3FD36D4}" srcOrd="4" destOrd="0" parTransId="{5BBDE0DD-207F-4C69-8128-C1F9C39F2CC2}" sibTransId="{D8C8D6F1-D749-4632-A469-1948D7AF35C7}"/>
    <dgm:cxn modelId="{ED59EECD-0AE5-4F4B-A03C-BA5C3088DFCE}" type="presOf" srcId="{7B254BCE-82C9-4090-9366-816ABC9F4AF9}" destId="{2D67FEE0-1E79-42DE-8B06-BC8295A4A716}" srcOrd="0" destOrd="0" presId="urn:microsoft.com/office/officeart/2018/5/layout/IconCircleLabelList"/>
    <dgm:cxn modelId="{B99E88E6-0825-4CDF-BBD5-9F98E70763BA}" srcId="{63DCB4D9-67E1-475B-BBE0-30DD20B63661}" destId="{D5AB24F9-151D-4A0D-82DC-107218DA2843}" srcOrd="3" destOrd="0" parTransId="{F66B5AF1-418C-4C99-B7DC-F5E4B60CC718}" sibTransId="{C9068C90-60A1-4CD7-A947-D83205E6EC87}"/>
    <dgm:cxn modelId="{DAED03FB-9D34-4AD1-A74D-BECA23023FA5}" type="presOf" srcId="{D5AB24F9-151D-4A0D-82DC-107218DA2843}" destId="{27E7CA0C-567D-46DA-9EB5-99514973C382}" srcOrd="0" destOrd="0" presId="urn:microsoft.com/office/officeart/2018/5/layout/IconCircleLabelList"/>
    <dgm:cxn modelId="{7AEE1CCF-F8FA-4251-A41B-F8E9B294EC56}" type="presParOf" srcId="{8A20CECE-5EB0-4228-A978-BADDBA057512}" destId="{304BA3CA-8A03-4977-8FA5-EA66F65A5D54}" srcOrd="0" destOrd="0" presId="urn:microsoft.com/office/officeart/2018/5/layout/IconCircleLabelList"/>
    <dgm:cxn modelId="{2DFE894F-7200-4F44-9542-AFAF6AA62417}" type="presParOf" srcId="{304BA3CA-8A03-4977-8FA5-EA66F65A5D54}" destId="{6A169D58-176F-484C-A3A6-C05612781D5D}" srcOrd="0" destOrd="0" presId="urn:microsoft.com/office/officeart/2018/5/layout/IconCircleLabelList"/>
    <dgm:cxn modelId="{32B6B7B3-6FA6-4260-BB1C-83FEC9C287EB}" type="presParOf" srcId="{304BA3CA-8A03-4977-8FA5-EA66F65A5D54}" destId="{E863D807-5413-4B49-86E7-D8EEC7CF6436}" srcOrd="1" destOrd="0" presId="urn:microsoft.com/office/officeart/2018/5/layout/IconCircleLabelList"/>
    <dgm:cxn modelId="{A6329FBA-A922-4B99-BCAB-F5903B6BA0A3}" type="presParOf" srcId="{304BA3CA-8A03-4977-8FA5-EA66F65A5D54}" destId="{CDDEDB23-2367-478F-86DB-680F583E5E22}" srcOrd="2" destOrd="0" presId="urn:microsoft.com/office/officeart/2018/5/layout/IconCircleLabelList"/>
    <dgm:cxn modelId="{BEDB69BC-6AAE-4BB2-90CE-E1291CE9B840}" type="presParOf" srcId="{304BA3CA-8A03-4977-8FA5-EA66F65A5D54}" destId="{9E7CF864-D119-4B8B-8B19-3007E8F40EC4}" srcOrd="3" destOrd="0" presId="urn:microsoft.com/office/officeart/2018/5/layout/IconCircleLabelList"/>
    <dgm:cxn modelId="{CA2A0512-9758-416A-A6F4-B47D38A1D20F}" type="presParOf" srcId="{8A20CECE-5EB0-4228-A978-BADDBA057512}" destId="{B0363C6E-4438-42BC-A87C-BF10BEDC4406}" srcOrd="1" destOrd="0" presId="urn:microsoft.com/office/officeart/2018/5/layout/IconCircleLabelList"/>
    <dgm:cxn modelId="{4D7D1D51-7C93-4A2B-8FC8-8C483A4B2286}" type="presParOf" srcId="{8A20CECE-5EB0-4228-A978-BADDBA057512}" destId="{023994FD-AB6A-42B1-82B5-EA00EA2ABF29}" srcOrd="2" destOrd="0" presId="urn:microsoft.com/office/officeart/2018/5/layout/IconCircleLabelList"/>
    <dgm:cxn modelId="{7DF538CD-E9A1-4109-B29D-2FDD1D6AC89A}" type="presParOf" srcId="{023994FD-AB6A-42B1-82B5-EA00EA2ABF29}" destId="{653DFB3D-485F-43EB-AA97-44BA32D1EF1F}" srcOrd="0" destOrd="0" presId="urn:microsoft.com/office/officeart/2018/5/layout/IconCircleLabelList"/>
    <dgm:cxn modelId="{D721D07F-C286-41BA-AE3E-75CE764D3BB5}" type="presParOf" srcId="{023994FD-AB6A-42B1-82B5-EA00EA2ABF29}" destId="{F6AA2997-A52D-40C5-BE31-4AE0737E6387}" srcOrd="1" destOrd="0" presId="urn:microsoft.com/office/officeart/2018/5/layout/IconCircleLabelList"/>
    <dgm:cxn modelId="{4FE5B087-C506-4471-8ECB-8507D1149CC7}" type="presParOf" srcId="{023994FD-AB6A-42B1-82B5-EA00EA2ABF29}" destId="{EE81ED4D-3900-47AE-B977-1FF84DC85143}" srcOrd="2" destOrd="0" presId="urn:microsoft.com/office/officeart/2018/5/layout/IconCircleLabelList"/>
    <dgm:cxn modelId="{7385C53A-99B3-48F2-A888-7A80051AE7EA}" type="presParOf" srcId="{023994FD-AB6A-42B1-82B5-EA00EA2ABF29}" destId="{2D67FEE0-1E79-42DE-8B06-BC8295A4A716}" srcOrd="3" destOrd="0" presId="urn:microsoft.com/office/officeart/2018/5/layout/IconCircleLabelList"/>
    <dgm:cxn modelId="{BD20B539-8DF1-4A93-8815-E871FBE34FCE}" type="presParOf" srcId="{8A20CECE-5EB0-4228-A978-BADDBA057512}" destId="{FE15CADB-7972-4774-89DA-BBAF5D13F00F}" srcOrd="3" destOrd="0" presId="urn:microsoft.com/office/officeart/2018/5/layout/IconCircleLabelList"/>
    <dgm:cxn modelId="{92C83C8B-AEF1-4AA5-AEEA-77F77A3EE974}" type="presParOf" srcId="{8A20CECE-5EB0-4228-A978-BADDBA057512}" destId="{29D473A1-D521-499A-8FF2-A23A59AFC6FD}" srcOrd="4" destOrd="0" presId="urn:microsoft.com/office/officeart/2018/5/layout/IconCircleLabelList"/>
    <dgm:cxn modelId="{1AB46F3F-1E39-4BCC-AE98-B93B7631B401}" type="presParOf" srcId="{29D473A1-D521-499A-8FF2-A23A59AFC6FD}" destId="{AB00D19C-BE35-4CB9-A9C6-B456D6BB06FE}" srcOrd="0" destOrd="0" presId="urn:microsoft.com/office/officeart/2018/5/layout/IconCircleLabelList"/>
    <dgm:cxn modelId="{38763A46-547B-4DDC-9FEC-C081BD7D01A0}" type="presParOf" srcId="{29D473A1-D521-499A-8FF2-A23A59AFC6FD}" destId="{CC9BDF84-F403-442F-AF2C-389E452DA868}" srcOrd="1" destOrd="0" presId="urn:microsoft.com/office/officeart/2018/5/layout/IconCircleLabelList"/>
    <dgm:cxn modelId="{1952283E-134C-4571-91C4-30CF4F342C13}" type="presParOf" srcId="{29D473A1-D521-499A-8FF2-A23A59AFC6FD}" destId="{FFC7F5FA-2070-4564-A89D-E80104E65CF0}" srcOrd="2" destOrd="0" presId="urn:microsoft.com/office/officeart/2018/5/layout/IconCircleLabelList"/>
    <dgm:cxn modelId="{699E9DE4-69D3-4405-8D5E-BCC1C147F500}" type="presParOf" srcId="{29D473A1-D521-499A-8FF2-A23A59AFC6FD}" destId="{539D5BD1-6715-4023-AD12-6351685ED92A}" srcOrd="3" destOrd="0" presId="urn:microsoft.com/office/officeart/2018/5/layout/IconCircleLabelList"/>
    <dgm:cxn modelId="{FEECDD68-66F9-4F86-94DC-7F4D34D05777}" type="presParOf" srcId="{8A20CECE-5EB0-4228-A978-BADDBA057512}" destId="{A4E83BF1-294E-424F-9E69-6943B56773DC}" srcOrd="5" destOrd="0" presId="urn:microsoft.com/office/officeart/2018/5/layout/IconCircleLabelList"/>
    <dgm:cxn modelId="{D6C175C5-9F54-4271-952A-62059A3DDB93}" type="presParOf" srcId="{8A20CECE-5EB0-4228-A978-BADDBA057512}" destId="{70548B8A-074F-4175-9EE4-32F1080998F8}" srcOrd="6" destOrd="0" presId="urn:microsoft.com/office/officeart/2018/5/layout/IconCircleLabelList"/>
    <dgm:cxn modelId="{0B1BD1DF-8163-4C99-BE42-68D492E63EE5}" type="presParOf" srcId="{70548B8A-074F-4175-9EE4-32F1080998F8}" destId="{C71CF7F7-231D-49F9-9026-EA73F115C40D}" srcOrd="0" destOrd="0" presId="urn:microsoft.com/office/officeart/2018/5/layout/IconCircleLabelList"/>
    <dgm:cxn modelId="{7711CE57-AC91-4B35-ABAC-3224D48B7F86}" type="presParOf" srcId="{70548B8A-074F-4175-9EE4-32F1080998F8}" destId="{F4E045DC-E55D-4354-9255-FB9C45E77E2E}" srcOrd="1" destOrd="0" presId="urn:microsoft.com/office/officeart/2018/5/layout/IconCircleLabelList"/>
    <dgm:cxn modelId="{01170A71-9311-4851-B9BC-C855E64731D0}" type="presParOf" srcId="{70548B8A-074F-4175-9EE4-32F1080998F8}" destId="{025DF88D-101B-4D9B-8177-F0EDC1CCCD5A}" srcOrd="2" destOrd="0" presId="urn:microsoft.com/office/officeart/2018/5/layout/IconCircleLabelList"/>
    <dgm:cxn modelId="{4E98E96D-487D-4A83-AD30-ED1AA4899FA9}" type="presParOf" srcId="{70548B8A-074F-4175-9EE4-32F1080998F8}" destId="{27E7CA0C-567D-46DA-9EB5-99514973C382}" srcOrd="3" destOrd="0" presId="urn:microsoft.com/office/officeart/2018/5/layout/IconCircleLabelList"/>
    <dgm:cxn modelId="{85025D7C-D725-4962-B9A4-A7854F6971FC}" type="presParOf" srcId="{8A20CECE-5EB0-4228-A978-BADDBA057512}" destId="{29101D7B-8DE1-49E4-84A9-C9D163BE5411}" srcOrd="7" destOrd="0" presId="urn:microsoft.com/office/officeart/2018/5/layout/IconCircleLabelList"/>
    <dgm:cxn modelId="{51990743-A137-4E5E-AE23-4AF7E70E58CE}" type="presParOf" srcId="{8A20CECE-5EB0-4228-A978-BADDBA057512}" destId="{E95842AC-74B5-4AA0-8FBB-0DFE4E496761}" srcOrd="8" destOrd="0" presId="urn:microsoft.com/office/officeart/2018/5/layout/IconCircleLabelList"/>
    <dgm:cxn modelId="{08EC607A-E81C-4A88-B926-E2831E7C66AE}" type="presParOf" srcId="{E95842AC-74B5-4AA0-8FBB-0DFE4E496761}" destId="{E096D412-C765-4DEF-934D-AF1B7D23D7F6}" srcOrd="0" destOrd="0" presId="urn:microsoft.com/office/officeart/2018/5/layout/IconCircleLabelList"/>
    <dgm:cxn modelId="{EA5DA724-1651-4114-8E46-F2DC497E33A6}" type="presParOf" srcId="{E95842AC-74B5-4AA0-8FBB-0DFE4E496761}" destId="{58F2029D-8562-4003-AD41-0723F507A181}" srcOrd="1" destOrd="0" presId="urn:microsoft.com/office/officeart/2018/5/layout/IconCircleLabelList"/>
    <dgm:cxn modelId="{F2E34B02-4BDF-469E-9ED4-CE501D14F610}" type="presParOf" srcId="{E95842AC-74B5-4AA0-8FBB-0DFE4E496761}" destId="{9D61ABBC-CAB1-4166-B617-114E80D429EC}" srcOrd="2" destOrd="0" presId="urn:microsoft.com/office/officeart/2018/5/layout/IconCircleLabelList"/>
    <dgm:cxn modelId="{44279953-2CA8-4D2D-B571-075DF0023281}" type="presParOf" srcId="{E95842AC-74B5-4AA0-8FBB-0DFE4E496761}" destId="{CE1722C7-B0DA-454B-969D-F95A35ACDE2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5FF94A6-2C45-434D-BBBD-212E55CC6CCD}"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5D9765F-A2D1-48D8-9D66-BF0B5E94E2B5}">
      <dgm:prSet custT="1"/>
      <dgm:spPr/>
      <dgm:t>
        <a:bodyPr/>
        <a:lstStyle/>
        <a:p>
          <a:r>
            <a:rPr lang="en-US" sz="1800" dirty="0"/>
            <a:t>Increased convenience through 24 hours a day, 7 days a week, 365 days a year ordering</a:t>
          </a:r>
        </a:p>
      </dgm:t>
    </dgm:pt>
    <dgm:pt modelId="{57312620-1612-43FB-B731-FF4C4E0E3127}" type="parTrans" cxnId="{361AE9A7-3B1F-4EEB-8E09-DC53F985564C}">
      <dgm:prSet/>
      <dgm:spPr/>
      <dgm:t>
        <a:bodyPr/>
        <a:lstStyle/>
        <a:p>
          <a:endParaRPr lang="en-US"/>
        </a:p>
      </dgm:t>
    </dgm:pt>
    <dgm:pt modelId="{C0B2C706-92B9-4F47-B4F7-5DDC66A1114A}" type="sibTrans" cxnId="{361AE9A7-3B1F-4EEB-8E09-DC53F985564C}">
      <dgm:prSet/>
      <dgm:spPr/>
      <dgm:t>
        <a:bodyPr/>
        <a:lstStyle/>
        <a:p>
          <a:endParaRPr lang="en-US"/>
        </a:p>
      </dgm:t>
    </dgm:pt>
    <dgm:pt modelId="{9B41B95F-1766-4D13-A95B-8A88F1E9AC8E}">
      <dgm:prSet custT="1"/>
      <dgm:spPr/>
      <dgm:t>
        <a:bodyPr/>
        <a:lstStyle/>
        <a:p>
          <a:r>
            <a:rPr lang="en-US" sz="1800" dirty="0"/>
            <a:t>Increased choice of supplier leading to lower costs</a:t>
          </a:r>
        </a:p>
      </dgm:t>
    </dgm:pt>
    <dgm:pt modelId="{CC3622EA-F23E-4CFB-9372-8EE5528DD98C}" type="parTrans" cxnId="{4E11A018-2EDD-4D5F-9B97-B29AFE97D157}">
      <dgm:prSet/>
      <dgm:spPr/>
      <dgm:t>
        <a:bodyPr/>
        <a:lstStyle/>
        <a:p>
          <a:endParaRPr lang="en-US"/>
        </a:p>
      </dgm:t>
    </dgm:pt>
    <dgm:pt modelId="{240446FF-8D88-423F-8722-A6F72EF8E52D}" type="sibTrans" cxnId="{4E11A018-2EDD-4D5F-9B97-B29AFE97D157}">
      <dgm:prSet/>
      <dgm:spPr/>
      <dgm:t>
        <a:bodyPr/>
        <a:lstStyle/>
        <a:p>
          <a:endParaRPr lang="en-US"/>
        </a:p>
      </dgm:t>
    </dgm:pt>
    <dgm:pt modelId="{E8B62D79-0C3E-4360-9B70-000C69E2B349}">
      <dgm:prSet custT="1"/>
      <dgm:spPr/>
      <dgm:t>
        <a:bodyPr/>
        <a:lstStyle/>
        <a:p>
          <a:r>
            <a:rPr lang="en-US" sz="1800" dirty="0"/>
            <a:t>Faster lead times and lower costs through reduced inventory holding</a:t>
          </a:r>
        </a:p>
      </dgm:t>
    </dgm:pt>
    <dgm:pt modelId="{9E23EEAB-D98D-45AC-8163-227B73338B84}" type="parTrans" cxnId="{001C2F17-DECA-414E-B87B-696813533427}">
      <dgm:prSet/>
      <dgm:spPr/>
      <dgm:t>
        <a:bodyPr/>
        <a:lstStyle/>
        <a:p>
          <a:endParaRPr lang="en-US"/>
        </a:p>
      </dgm:t>
    </dgm:pt>
    <dgm:pt modelId="{5B31CA85-F33E-41ED-8EE4-726CFC8D3482}" type="sibTrans" cxnId="{001C2F17-DECA-414E-B87B-696813533427}">
      <dgm:prSet/>
      <dgm:spPr/>
      <dgm:t>
        <a:bodyPr/>
        <a:lstStyle/>
        <a:p>
          <a:endParaRPr lang="en-US"/>
        </a:p>
      </dgm:t>
    </dgm:pt>
    <dgm:pt modelId="{EC024F97-128B-4F6E-A258-9388CF0BFBBC}">
      <dgm:prSet custT="1"/>
      <dgm:spPr/>
      <dgm:t>
        <a:bodyPr/>
        <a:lstStyle/>
        <a:p>
          <a:r>
            <a:rPr lang="en-US" sz="1800" dirty="0"/>
            <a:t>The facility to tailor products more readily</a:t>
          </a:r>
        </a:p>
      </dgm:t>
    </dgm:pt>
    <dgm:pt modelId="{0728D72F-F8EE-4D8F-A554-C42E821F5EB8}" type="parTrans" cxnId="{75A12A9C-92FA-4214-827E-B0A4742976E6}">
      <dgm:prSet/>
      <dgm:spPr/>
      <dgm:t>
        <a:bodyPr/>
        <a:lstStyle/>
        <a:p>
          <a:endParaRPr lang="en-US"/>
        </a:p>
      </dgm:t>
    </dgm:pt>
    <dgm:pt modelId="{95A6382D-E814-4711-A6E3-1F73787F531A}" type="sibTrans" cxnId="{75A12A9C-92FA-4214-827E-B0A4742976E6}">
      <dgm:prSet/>
      <dgm:spPr/>
      <dgm:t>
        <a:bodyPr/>
        <a:lstStyle/>
        <a:p>
          <a:endParaRPr lang="en-US"/>
        </a:p>
      </dgm:t>
    </dgm:pt>
    <dgm:pt modelId="{DCCDA470-C473-4B92-A9CA-F46AC5BA1F14}">
      <dgm:prSet custT="1"/>
      <dgm:spPr/>
      <dgm:t>
        <a:bodyPr/>
        <a:lstStyle/>
        <a:p>
          <a:r>
            <a:rPr lang="en-US" sz="1800" dirty="0"/>
            <a:t>Increased information about products and transactions such as technical data sheets and order histories</a:t>
          </a:r>
        </a:p>
      </dgm:t>
    </dgm:pt>
    <dgm:pt modelId="{C4E58B92-D621-43A9-8F35-4500D132FF6B}" type="parTrans" cxnId="{B5247F31-960A-4352-B9DA-8AC474A585F2}">
      <dgm:prSet/>
      <dgm:spPr/>
      <dgm:t>
        <a:bodyPr/>
        <a:lstStyle/>
        <a:p>
          <a:endParaRPr lang="en-US"/>
        </a:p>
      </dgm:t>
    </dgm:pt>
    <dgm:pt modelId="{4E3D80B6-CC03-4EC2-8FB8-371F381A7CC2}" type="sibTrans" cxnId="{B5247F31-960A-4352-B9DA-8AC474A585F2}">
      <dgm:prSet/>
      <dgm:spPr/>
      <dgm:t>
        <a:bodyPr/>
        <a:lstStyle/>
        <a:p>
          <a:endParaRPr lang="en-US"/>
        </a:p>
      </dgm:t>
    </dgm:pt>
    <dgm:pt modelId="{D224C823-5614-4B9D-8FAE-BD90765F06CE}" type="pres">
      <dgm:prSet presAssocID="{C5FF94A6-2C45-434D-BBBD-212E55CC6CCD}" presName="root" presStyleCnt="0">
        <dgm:presLayoutVars>
          <dgm:dir/>
          <dgm:resizeHandles val="exact"/>
        </dgm:presLayoutVars>
      </dgm:prSet>
      <dgm:spPr/>
    </dgm:pt>
    <dgm:pt modelId="{5CCD1D18-B3CD-4F15-8C76-70E3A23AB5DC}" type="pres">
      <dgm:prSet presAssocID="{C5FF94A6-2C45-434D-BBBD-212E55CC6CCD}" presName="container" presStyleCnt="0">
        <dgm:presLayoutVars>
          <dgm:dir/>
          <dgm:resizeHandles val="exact"/>
        </dgm:presLayoutVars>
      </dgm:prSet>
      <dgm:spPr/>
    </dgm:pt>
    <dgm:pt modelId="{163E868D-A86D-4DBC-8FA7-3C0FD19C3537}" type="pres">
      <dgm:prSet presAssocID="{95D9765F-A2D1-48D8-9D66-BF0B5E94E2B5}" presName="compNode" presStyleCnt="0"/>
      <dgm:spPr/>
    </dgm:pt>
    <dgm:pt modelId="{C5DF1361-DFA6-4BFC-9C3B-38CA250D3701}" type="pres">
      <dgm:prSet presAssocID="{95D9765F-A2D1-48D8-9D66-BF0B5E94E2B5}" presName="iconBgRect" presStyleLbl="bgShp" presStyleIdx="0" presStyleCnt="5"/>
      <dgm:spPr/>
    </dgm:pt>
    <dgm:pt modelId="{C01E4A40-93BC-43CF-A072-FED4E56E8C58}" type="pres">
      <dgm:prSet presAssocID="{95D9765F-A2D1-48D8-9D66-BF0B5E94E2B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thly calendar"/>
        </a:ext>
      </dgm:extLst>
    </dgm:pt>
    <dgm:pt modelId="{2C13F626-A01D-474D-8D6B-F0D64709854C}" type="pres">
      <dgm:prSet presAssocID="{95D9765F-A2D1-48D8-9D66-BF0B5E94E2B5}" presName="spaceRect" presStyleCnt="0"/>
      <dgm:spPr/>
    </dgm:pt>
    <dgm:pt modelId="{70A8B9E3-9C99-479E-ADD4-22E4A9ED8586}" type="pres">
      <dgm:prSet presAssocID="{95D9765F-A2D1-48D8-9D66-BF0B5E94E2B5}" presName="textRect" presStyleLbl="revTx" presStyleIdx="0" presStyleCnt="5">
        <dgm:presLayoutVars>
          <dgm:chMax val="1"/>
          <dgm:chPref val="1"/>
        </dgm:presLayoutVars>
      </dgm:prSet>
      <dgm:spPr/>
    </dgm:pt>
    <dgm:pt modelId="{14E87019-0F49-4E27-99C5-D19DFEF6D3B5}" type="pres">
      <dgm:prSet presAssocID="{C0B2C706-92B9-4F47-B4F7-5DDC66A1114A}" presName="sibTrans" presStyleLbl="sibTrans2D1" presStyleIdx="0" presStyleCnt="0"/>
      <dgm:spPr/>
    </dgm:pt>
    <dgm:pt modelId="{1DE319F6-9576-4788-914F-381C73855112}" type="pres">
      <dgm:prSet presAssocID="{9B41B95F-1766-4D13-A95B-8A88F1E9AC8E}" presName="compNode" presStyleCnt="0"/>
      <dgm:spPr/>
    </dgm:pt>
    <dgm:pt modelId="{ABC4C794-675B-420B-954F-77966E1D8C05}" type="pres">
      <dgm:prSet presAssocID="{9B41B95F-1766-4D13-A95B-8A88F1E9AC8E}" presName="iconBgRect" presStyleLbl="bgShp" presStyleIdx="1" presStyleCnt="5"/>
      <dgm:spPr/>
    </dgm:pt>
    <dgm:pt modelId="{9D1849C7-82BB-418E-8289-8F8BFDBB0CAE}" type="pres">
      <dgm:prSet presAssocID="{9B41B95F-1766-4D13-A95B-8A88F1E9AC8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wnward trend"/>
        </a:ext>
      </dgm:extLst>
    </dgm:pt>
    <dgm:pt modelId="{EC6717CD-BBF0-42D1-87E1-5FF124B87490}" type="pres">
      <dgm:prSet presAssocID="{9B41B95F-1766-4D13-A95B-8A88F1E9AC8E}" presName="spaceRect" presStyleCnt="0"/>
      <dgm:spPr/>
    </dgm:pt>
    <dgm:pt modelId="{9EF2DB19-EB2B-47E6-8E79-776988D0D939}" type="pres">
      <dgm:prSet presAssocID="{9B41B95F-1766-4D13-A95B-8A88F1E9AC8E}" presName="textRect" presStyleLbl="revTx" presStyleIdx="1" presStyleCnt="5">
        <dgm:presLayoutVars>
          <dgm:chMax val="1"/>
          <dgm:chPref val="1"/>
        </dgm:presLayoutVars>
      </dgm:prSet>
      <dgm:spPr/>
    </dgm:pt>
    <dgm:pt modelId="{604B9B6B-23B3-4F4B-935D-90F6E97ADD67}" type="pres">
      <dgm:prSet presAssocID="{240446FF-8D88-423F-8722-A6F72EF8E52D}" presName="sibTrans" presStyleLbl="sibTrans2D1" presStyleIdx="0" presStyleCnt="0"/>
      <dgm:spPr/>
    </dgm:pt>
    <dgm:pt modelId="{94B2CF71-7BD7-4D68-AF47-7284383723E1}" type="pres">
      <dgm:prSet presAssocID="{E8B62D79-0C3E-4360-9B70-000C69E2B349}" presName="compNode" presStyleCnt="0"/>
      <dgm:spPr/>
    </dgm:pt>
    <dgm:pt modelId="{7210F19C-509A-47F8-94B5-D4F8D43D6223}" type="pres">
      <dgm:prSet presAssocID="{E8B62D79-0C3E-4360-9B70-000C69E2B349}" presName="iconBgRect" presStyleLbl="bgShp" presStyleIdx="2" presStyleCnt="5"/>
      <dgm:spPr/>
    </dgm:pt>
    <dgm:pt modelId="{5C4B488C-A127-4F4E-9EBD-BB790CD6BC97}" type="pres">
      <dgm:prSet presAssocID="{E8B62D79-0C3E-4360-9B70-000C69E2B34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D2FFD6A9-D2B0-47F5-AE17-8C36384CE09D}" type="pres">
      <dgm:prSet presAssocID="{E8B62D79-0C3E-4360-9B70-000C69E2B349}" presName="spaceRect" presStyleCnt="0"/>
      <dgm:spPr/>
    </dgm:pt>
    <dgm:pt modelId="{8BE8B5D2-2D25-44C7-A80E-E36EEBF46AD9}" type="pres">
      <dgm:prSet presAssocID="{E8B62D79-0C3E-4360-9B70-000C69E2B349}" presName="textRect" presStyleLbl="revTx" presStyleIdx="2" presStyleCnt="5">
        <dgm:presLayoutVars>
          <dgm:chMax val="1"/>
          <dgm:chPref val="1"/>
        </dgm:presLayoutVars>
      </dgm:prSet>
      <dgm:spPr/>
    </dgm:pt>
    <dgm:pt modelId="{035DF821-B372-4BA1-B46F-42627973594D}" type="pres">
      <dgm:prSet presAssocID="{5B31CA85-F33E-41ED-8EE4-726CFC8D3482}" presName="sibTrans" presStyleLbl="sibTrans2D1" presStyleIdx="0" presStyleCnt="0"/>
      <dgm:spPr/>
    </dgm:pt>
    <dgm:pt modelId="{246BD1AB-6572-4141-B0D5-5E1EE39D206A}" type="pres">
      <dgm:prSet presAssocID="{EC024F97-128B-4F6E-A258-9388CF0BFBBC}" presName="compNode" presStyleCnt="0"/>
      <dgm:spPr/>
    </dgm:pt>
    <dgm:pt modelId="{3B6EBBDF-A34B-4587-9A3F-FADD0CB48ACB}" type="pres">
      <dgm:prSet presAssocID="{EC024F97-128B-4F6E-A258-9388CF0BFBBC}" presName="iconBgRect" presStyleLbl="bgShp" presStyleIdx="3" presStyleCnt="5"/>
      <dgm:spPr/>
    </dgm:pt>
    <dgm:pt modelId="{4728464F-6044-4C60-BE65-DABECB2965FA}" type="pres">
      <dgm:prSet presAssocID="{EC024F97-128B-4F6E-A258-9388CF0BFBB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x trolley"/>
        </a:ext>
      </dgm:extLst>
    </dgm:pt>
    <dgm:pt modelId="{FDBC0C13-0FCA-4463-A878-0D56ADA400E1}" type="pres">
      <dgm:prSet presAssocID="{EC024F97-128B-4F6E-A258-9388CF0BFBBC}" presName="spaceRect" presStyleCnt="0"/>
      <dgm:spPr/>
    </dgm:pt>
    <dgm:pt modelId="{A0E53C84-BC95-4372-9378-E0BF087A6A67}" type="pres">
      <dgm:prSet presAssocID="{EC024F97-128B-4F6E-A258-9388CF0BFBBC}" presName="textRect" presStyleLbl="revTx" presStyleIdx="3" presStyleCnt="5">
        <dgm:presLayoutVars>
          <dgm:chMax val="1"/>
          <dgm:chPref val="1"/>
        </dgm:presLayoutVars>
      </dgm:prSet>
      <dgm:spPr/>
    </dgm:pt>
    <dgm:pt modelId="{A09BFB18-A048-4720-9886-6EDCC33A967C}" type="pres">
      <dgm:prSet presAssocID="{95A6382D-E814-4711-A6E3-1F73787F531A}" presName="sibTrans" presStyleLbl="sibTrans2D1" presStyleIdx="0" presStyleCnt="0"/>
      <dgm:spPr/>
    </dgm:pt>
    <dgm:pt modelId="{C4206F18-2DD7-4094-8AE6-A6335D638FB8}" type="pres">
      <dgm:prSet presAssocID="{DCCDA470-C473-4B92-A9CA-F46AC5BA1F14}" presName="compNode" presStyleCnt="0"/>
      <dgm:spPr/>
    </dgm:pt>
    <dgm:pt modelId="{D660860B-E21B-46B4-8AA0-19A4AAD9FF58}" type="pres">
      <dgm:prSet presAssocID="{DCCDA470-C473-4B92-A9CA-F46AC5BA1F14}" presName="iconBgRect" presStyleLbl="bgShp" presStyleIdx="4" presStyleCnt="5"/>
      <dgm:spPr/>
    </dgm:pt>
    <dgm:pt modelId="{0B8F3A4E-33ED-4912-899B-57389C5AAB87}" type="pres">
      <dgm:prSet presAssocID="{DCCDA470-C473-4B92-A9CA-F46AC5BA1F1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100D2CD9-65F4-4A23-BA4A-36B485F0D15F}" type="pres">
      <dgm:prSet presAssocID="{DCCDA470-C473-4B92-A9CA-F46AC5BA1F14}" presName="spaceRect" presStyleCnt="0"/>
      <dgm:spPr/>
    </dgm:pt>
    <dgm:pt modelId="{FD6E8248-FECF-4BA2-BADD-AD006ACA29E1}" type="pres">
      <dgm:prSet presAssocID="{DCCDA470-C473-4B92-A9CA-F46AC5BA1F14}" presName="textRect" presStyleLbl="revTx" presStyleIdx="4" presStyleCnt="5">
        <dgm:presLayoutVars>
          <dgm:chMax val="1"/>
          <dgm:chPref val="1"/>
        </dgm:presLayoutVars>
      </dgm:prSet>
      <dgm:spPr/>
    </dgm:pt>
  </dgm:ptLst>
  <dgm:cxnLst>
    <dgm:cxn modelId="{6327140C-C3C7-4085-B817-8E537FDAEC07}" type="presOf" srcId="{E8B62D79-0C3E-4360-9B70-000C69E2B349}" destId="{8BE8B5D2-2D25-44C7-A80E-E36EEBF46AD9}" srcOrd="0" destOrd="0" presId="urn:microsoft.com/office/officeart/2018/2/layout/IconCircleList"/>
    <dgm:cxn modelId="{001C2F17-DECA-414E-B87B-696813533427}" srcId="{C5FF94A6-2C45-434D-BBBD-212E55CC6CCD}" destId="{E8B62D79-0C3E-4360-9B70-000C69E2B349}" srcOrd="2" destOrd="0" parTransId="{9E23EEAB-D98D-45AC-8163-227B73338B84}" sibTransId="{5B31CA85-F33E-41ED-8EE4-726CFC8D3482}"/>
    <dgm:cxn modelId="{4E11A018-2EDD-4D5F-9B97-B29AFE97D157}" srcId="{C5FF94A6-2C45-434D-BBBD-212E55CC6CCD}" destId="{9B41B95F-1766-4D13-A95B-8A88F1E9AC8E}" srcOrd="1" destOrd="0" parTransId="{CC3622EA-F23E-4CFB-9372-8EE5528DD98C}" sibTransId="{240446FF-8D88-423F-8722-A6F72EF8E52D}"/>
    <dgm:cxn modelId="{B5247F31-960A-4352-B9DA-8AC474A585F2}" srcId="{C5FF94A6-2C45-434D-BBBD-212E55CC6CCD}" destId="{DCCDA470-C473-4B92-A9CA-F46AC5BA1F14}" srcOrd="4" destOrd="0" parTransId="{C4E58B92-D621-43A9-8F35-4500D132FF6B}" sibTransId="{4E3D80B6-CC03-4EC2-8FB8-371F381A7CC2}"/>
    <dgm:cxn modelId="{AB5B2040-73C1-419D-A19C-C6220748759F}" type="presOf" srcId="{C0B2C706-92B9-4F47-B4F7-5DDC66A1114A}" destId="{14E87019-0F49-4E27-99C5-D19DFEF6D3B5}" srcOrd="0" destOrd="0" presId="urn:microsoft.com/office/officeart/2018/2/layout/IconCircleList"/>
    <dgm:cxn modelId="{BFBC8C63-EB3D-497C-8101-4B9D9F53ED82}" type="presOf" srcId="{DCCDA470-C473-4B92-A9CA-F46AC5BA1F14}" destId="{FD6E8248-FECF-4BA2-BADD-AD006ACA29E1}" srcOrd="0" destOrd="0" presId="urn:microsoft.com/office/officeart/2018/2/layout/IconCircleList"/>
    <dgm:cxn modelId="{4A215A75-934D-4609-B2C3-8C67C8305ACD}" type="presOf" srcId="{95A6382D-E814-4711-A6E3-1F73787F531A}" destId="{A09BFB18-A048-4720-9886-6EDCC33A967C}" srcOrd="0" destOrd="0" presId="urn:microsoft.com/office/officeart/2018/2/layout/IconCircleList"/>
    <dgm:cxn modelId="{56B11057-C413-4F58-814D-D6CFD193F1F5}" type="presOf" srcId="{240446FF-8D88-423F-8722-A6F72EF8E52D}" destId="{604B9B6B-23B3-4F4B-935D-90F6E97ADD67}" srcOrd="0" destOrd="0" presId="urn:microsoft.com/office/officeart/2018/2/layout/IconCircleList"/>
    <dgm:cxn modelId="{010DFD8B-744B-4E35-8B1E-CA8F3D89C011}" type="presOf" srcId="{C5FF94A6-2C45-434D-BBBD-212E55CC6CCD}" destId="{D224C823-5614-4B9D-8FAE-BD90765F06CE}" srcOrd="0" destOrd="0" presId="urn:microsoft.com/office/officeart/2018/2/layout/IconCircleList"/>
    <dgm:cxn modelId="{75A12A9C-92FA-4214-827E-B0A4742976E6}" srcId="{C5FF94A6-2C45-434D-BBBD-212E55CC6CCD}" destId="{EC024F97-128B-4F6E-A258-9388CF0BFBBC}" srcOrd="3" destOrd="0" parTransId="{0728D72F-F8EE-4D8F-A554-C42E821F5EB8}" sibTransId="{95A6382D-E814-4711-A6E3-1F73787F531A}"/>
    <dgm:cxn modelId="{EB4EA19D-B20F-46C9-81B3-C860532A596D}" type="presOf" srcId="{95D9765F-A2D1-48D8-9D66-BF0B5E94E2B5}" destId="{70A8B9E3-9C99-479E-ADD4-22E4A9ED8586}" srcOrd="0" destOrd="0" presId="urn:microsoft.com/office/officeart/2018/2/layout/IconCircleList"/>
    <dgm:cxn modelId="{BBE383A2-F174-455E-BA5A-4BDA3A141728}" type="presOf" srcId="{9B41B95F-1766-4D13-A95B-8A88F1E9AC8E}" destId="{9EF2DB19-EB2B-47E6-8E79-776988D0D939}" srcOrd="0" destOrd="0" presId="urn:microsoft.com/office/officeart/2018/2/layout/IconCircleList"/>
    <dgm:cxn modelId="{361AE9A7-3B1F-4EEB-8E09-DC53F985564C}" srcId="{C5FF94A6-2C45-434D-BBBD-212E55CC6CCD}" destId="{95D9765F-A2D1-48D8-9D66-BF0B5E94E2B5}" srcOrd="0" destOrd="0" parTransId="{57312620-1612-43FB-B731-FF4C4E0E3127}" sibTransId="{C0B2C706-92B9-4F47-B4F7-5DDC66A1114A}"/>
    <dgm:cxn modelId="{F1E603D9-5D3B-4C0C-8F25-86D71B4D4283}" type="presOf" srcId="{EC024F97-128B-4F6E-A258-9388CF0BFBBC}" destId="{A0E53C84-BC95-4372-9378-E0BF087A6A67}" srcOrd="0" destOrd="0" presId="urn:microsoft.com/office/officeart/2018/2/layout/IconCircleList"/>
    <dgm:cxn modelId="{E04FF7F0-6A08-4E99-8660-4148499E6CC4}" type="presOf" srcId="{5B31CA85-F33E-41ED-8EE4-726CFC8D3482}" destId="{035DF821-B372-4BA1-B46F-42627973594D}" srcOrd="0" destOrd="0" presId="urn:microsoft.com/office/officeart/2018/2/layout/IconCircleList"/>
    <dgm:cxn modelId="{94A1A22E-F002-4912-A57F-1807E3B2B539}" type="presParOf" srcId="{D224C823-5614-4B9D-8FAE-BD90765F06CE}" destId="{5CCD1D18-B3CD-4F15-8C76-70E3A23AB5DC}" srcOrd="0" destOrd="0" presId="urn:microsoft.com/office/officeart/2018/2/layout/IconCircleList"/>
    <dgm:cxn modelId="{3B94B30C-BE59-449C-975E-0CA05DDF3307}" type="presParOf" srcId="{5CCD1D18-B3CD-4F15-8C76-70E3A23AB5DC}" destId="{163E868D-A86D-4DBC-8FA7-3C0FD19C3537}" srcOrd="0" destOrd="0" presId="urn:microsoft.com/office/officeart/2018/2/layout/IconCircleList"/>
    <dgm:cxn modelId="{53173251-F7D7-453C-9905-E5CFFBF14AA0}" type="presParOf" srcId="{163E868D-A86D-4DBC-8FA7-3C0FD19C3537}" destId="{C5DF1361-DFA6-4BFC-9C3B-38CA250D3701}" srcOrd="0" destOrd="0" presId="urn:microsoft.com/office/officeart/2018/2/layout/IconCircleList"/>
    <dgm:cxn modelId="{D4F4881D-160B-41BF-B4BD-A4BC969F545F}" type="presParOf" srcId="{163E868D-A86D-4DBC-8FA7-3C0FD19C3537}" destId="{C01E4A40-93BC-43CF-A072-FED4E56E8C58}" srcOrd="1" destOrd="0" presId="urn:microsoft.com/office/officeart/2018/2/layout/IconCircleList"/>
    <dgm:cxn modelId="{0649D995-49E3-4F01-8615-2E279615F297}" type="presParOf" srcId="{163E868D-A86D-4DBC-8FA7-3C0FD19C3537}" destId="{2C13F626-A01D-474D-8D6B-F0D64709854C}" srcOrd="2" destOrd="0" presId="urn:microsoft.com/office/officeart/2018/2/layout/IconCircleList"/>
    <dgm:cxn modelId="{6C3BCA0E-3CFD-4617-A845-77C4320DDDAE}" type="presParOf" srcId="{163E868D-A86D-4DBC-8FA7-3C0FD19C3537}" destId="{70A8B9E3-9C99-479E-ADD4-22E4A9ED8586}" srcOrd="3" destOrd="0" presId="urn:microsoft.com/office/officeart/2018/2/layout/IconCircleList"/>
    <dgm:cxn modelId="{E61F132B-8BC7-4540-B84E-AF6F0EB67D48}" type="presParOf" srcId="{5CCD1D18-B3CD-4F15-8C76-70E3A23AB5DC}" destId="{14E87019-0F49-4E27-99C5-D19DFEF6D3B5}" srcOrd="1" destOrd="0" presId="urn:microsoft.com/office/officeart/2018/2/layout/IconCircleList"/>
    <dgm:cxn modelId="{DA5892C3-2971-4005-A8B2-A7866D09706F}" type="presParOf" srcId="{5CCD1D18-B3CD-4F15-8C76-70E3A23AB5DC}" destId="{1DE319F6-9576-4788-914F-381C73855112}" srcOrd="2" destOrd="0" presId="urn:microsoft.com/office/officeart/2018/2/layout/IconCircleList"/>
    <dgm:cxn modelId="{280B168B-9EE9-42A0-8134-7CA9AB75A704}" type="presParOf" srcId="{1DE319F6-9576-4788-914F-381C73855112}" destId="{ABC4C794-675B-420B-954F-77966E1D8C05}" srcOrd="0" destOrd="0" presId="urn:microsoft.com/office/officeart/2018/2/layout/IconCircleList"/>
    <dgm:cxn modelId="{03853C58-E71F-443A-91AE-A77BD9C476CF}" type="presParOf" srcId="{1DE319F6-9576-4788-914F-381C73855112}" destId="{9D1849C7-82BB-418E-8289-8F8BFDBB0CAE}" srcOrd="1" destOrd="0" presId="urn:microsoft.com/office/officeart/2018/2/layout/IconCircleList"/>
    <dgm:cxn modelId="{3B4DC538-BDC5-482C-8936-A242AEB4D624}" type="presParOf" srcId="{1DE319F6-9576-4788-914F-381C73855112}" destId="{EC6717CD-BBF0-42D1-87E1-5FF124B87490}" srcOrd="2" destOrd="0" presId="urn:microsoft.com/office/officeart/2018/2/layout/IconCircleList"/>
    <dgm:cxn modelId="{CE5A5B59-2ABF-4D2A-9785-1628F9B2C75F}" type="presParOf" srcId="{1DE319F6-9576-4788-914F-381C73855112}" destId="{9EF2DB19-EB2B-47E6-8E79-776988D0D939}" srcOrd="3" destOrd="0" presId="urn:microsoft.com/office/officeart/2018/2/layout/IconCircleList"/>
    <dgm:cxn modelId="{B27F59FB-45A3-48E4-9100-839D24DB3090}" type="presParOf" srcId="{5CCD1D18-B3CD-4F15-8C76-70E3A23AB5DC}" destId="{604B9B6B-23B3-4F4B-935D-90F6E97ADD67}" srcOrd="3" destOrd="0" presId="urn:microsoft.com/office/officeart/2018/2/layout/IconCircleList"/>
    <dgm:cxn modelId="{AED80782-238E-4E26-9CE0-8A962B82CDF5}" type="presParOf" srcId="{5CCD1D18-B3CD-4F15-8C76-70E3A23AB5DC}" destId="{94B2CF71-7BD7-4D68-AF47-7284383723E1}" srcOrd="4" destOrd="0" presId="urn:microsoft.com/office/officeart/2018/2/layout/IconCircleList"/>
    <dgm:cxn modelId="{F9C19E40-C595-4112-A784-18B1C35427AD}" type="presParOf" srcId="{94B2CF71-7BD7-4D68-AF47-7284383723E1}" destId="{7210F19C-509A-47F8-94B5-D4F8D43D6223}" srcOrd="0" destOrd="0" presId="urn:microsoft.com/office/officeart/2018/2/layout/IconCircleList"/>
    <dgm:cxn modelId="{03E4E4D5-2CA2-4081-94D1-82D0A328A48B}" type="presParOf" srcId="{94B2CF71-7BD7-4D68-AF47-7284383723E1}" destId="{5C4B488C-A127-4F4E-9EBD-BB790CD6BC97}" srcOrd="1" destOrd="0" presId="urn:microsoft.com/office/officeart/2018/2/layout/IconCircleList"/>
    <dgm:cxn modelId="{0EDDD6AC-E664-45D9-ACAA-55C14F9BD7D4}" type="presParOf" srcId="{94B2CF71-7BD7-4D68-AF47-7284383723E1}" destId="{D2FFD6A9-D2B0-47F5-AE17-8C36384CE09D}" srcOrd="2" destOrd="0" presId="urn:microsoft.com/office/officeart/2018/2/layout/IconCircleList"/>
    <dgm:cxn modelId="{9D53FF93-4B22-437A-A28E-A10FFE8AFDED}" type="presParOf" srcId="{94B2CF71-7BD7-4D68-AF47-7284383723E1}" destId="{8BE8B5D2-2D25-44C7-A80E-E36EEBF46AD9}" srcOrd="3" destOrd="0" presId="urn:microsoft.com/office/officeart/2018/2/layout/IconCircleList"/>
    <dgm:cxn modelId="{49A767AA-CAD3-492D-AC13-83F719A3BB92}" type="presParOf" srcId="{5CCD1D18-B3CD-4F15-8C76-70E3A23AB5DC}" destId="{035DF821-B372-4BA1-B46F-42627973594D}" srcOrd="5" destOrd="0" presId="urn:microsoft.com/office/officeart/2018/2/layout/IconCircleList"/>
    <dgm:cxn modelId="{D26F1B91-6A05-4841-9331-8CCF98A23A01}" type="presParOf" srcId="{5CCD1D18-B3CD-4F15-8C76-70E3A23AB5DC}" destId="{246BD1AB-6572-4141-B0D5-5E1EE39D206A}" srcOrd="6" destOrd="0" presId="urn:microsoft.com/office/officeart/2018/2/layout/IconCircleList"/>
    <dgm:cxn modelId="{F190355C-BFEC-44F7-8BB8-4F9CDED36C77}" type="presParOf" srcId="{246BD1AB-6572-4141-B0D5-5E1EE39D206A}" destId="{3B6EBBDF-A34B-4587-9A3F-FADD0CB48ACB}" srcOrd="0" destOrd="0" presId="urn:microsoft.com/office/officeart/2018/2/layout/IconCircleList"/>
    <dgm:cxn modelId="{AF8AB33A-C860-44C7-AAB5-0E5165790CE2}" type="presParOf" srcId="{246BD1AB-6572-4141-B0D5-5E1EE39D206A}" destId="{4728464F-6044-4C60-BE65-DABECB2965FA}" srcOrd="1" destOrd="0" presId="urn:microsoft.com/office/officeart/2018/2/layout/IconCircleList"/>
    <dgm:cxn modelId="{DFB8F4CD-5825-4430-A84B-DA3646F24175}" type="presParOf" srcId="{246BD1AB-6572-4141-B0D5-5E1EE39D206A}" destId="{FDBC0C13-0FCA-4463-A878-0D56ADA400E1}" srcOrd="2" destOrd="0" presId="urn:microsoft.com/office/officeart/2018/2/layout/IconCircleList"/>
    <dgm:cxn modelId="{62166B20-F952-4EAC-88EE-8038ED89E434}" type="presParOf" srcId="{246BD1AB-6572-4141-B0D5-5E1EE39D206A}" destId="{A0E53C84-BC95-4372-9378-E0BF087A6A67}" srcOrd="3" destOrd="0" presId="urn:microsoft.com/office/officeart/2018/2/layout/IconCircleList"/>
    <dgm:cxn modelId="{4D8C6E7F-BB1A-451F-A596-0971F4E10FC5}" type="presParOf" srcId="{5CCD1D18-B3CD-4F15-8C76-70E3A23AB5DC}" destId="{A09BFB18-A048-4720-9886-6EDCC33A967C}" srcOrd="7" destOrd="0" presId="urn:microsoft.com/office/officeart/2018/2/layout/IconCircleList"/>
    <dgm:cxn modelId="{D7300AD4-E203-4922-A269-957D5E9C9D12}" type="presParOf" srcId="{5CCD1D18-B3CD-4F15-8C76-70E3A23AB5DC}" destId="{C4206F18-2DD7-4094-8AE6-A6335D638FB8}" srcOrd="8" destOrd="0" presId="urn:microsoft.com/office/officeart/2018/2/layout/IconCircleList"/>
    <dgm:cxn modelId="{41D258E3-EB25-49DE-8171-C108444D7628}" type="presParOf" srcId="{C4206F18-2DD7-4094-8AE6-A6335D638FB8}" destId="{D660860B-E21B-46B4-8AA0-19A4AAD9FF58}" srcOrd="0" destOrd="0" presId="urn:microsoft.com/office/officeart/2018/2/layout/IconCircleList"/>
    <dgm:cxn modelId="{0968B5F0-7AE7-48C6-A7D5-88FE39ADAF6C}" type="presParOf" srcId="{C4206F18-2DD7-4094-8AE6-A6335D638FB8}" destId="{0B8F3A4E-33ED-4912-899B-57389C5AAB87}" srcOrd="1" destOrd="0" presId="urn:microsoft.com/office/officeart/2018/2/layout/IconCircleList"/>
    <dgm:cxn modelId="{A25C0CF9-D9CC-49B1-B77B-93C323C16EE1}" type="presParOf" srcId="{C4206F18-2DD7-4094-8AE6-A6335D638FB8}" destId="{100D2CD9-65F4-4A23-BA4A-36B485F0D15F}" srcOrd="2" destOrd="0" presId="urn:microsoft.com/office/officeart/2018/2/layout/IconCircleList"/>
    <dgm:cxn modelId="{9D0C6644-D0E2-4085-AA9B-73CEDAD36FE3}" type="presParOf" srcId="{C4206F18-2DD7-4094-8AE6-A6335D638FB8}" destId="{FD6E8248-FECF-4BA2-BADD-AD006ACA29E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B1F33-41D4-4354-9801-6C373038FC2F}">
      <dsp:nvSpPr>
        <dsp:cNvPr id="0" name=""/>
        <dsp:cNvSpPr/>
      </dsp:nvSpPr>
      <dsp:spPr>
        <a:xfrm>
          <a:off x="1153" y="0"/>
          <a:ext cx="4498330" cy="390989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0707" tIns="330200" rIns="350707" bIns="330200" numCol="1" spcCol="1270" anchor="t" anchorCtr="0">
          <a:noAutofit/>
        </a:bodyPr>
        <a:lstStyle/>
        <a:p>
          <a:pPr marL="0" lvl="0" indent="0" algn="l" defTabSz="1422400">
            <a:lnSpc>
              <a:spcPct val="90000"/>
            </a:lnSpc>
            <a:spcBef>
              <a:spcPct val="0"/>
            </a:spcBef>
            <a:spcAft>
              <a:spcPct val="35000"/>
            </a:spcAft>
            <a:buNone/>
          </a:pPr>
          <a:r>
            <a:rPr lang="en-SG" sz="3200" kern="1200" dirty="0"/>
            <a:t>Identify the main elements of supply chain management</a:t>
          </a:r>
          <a:endParaRPr lang="en-US" sz="3200" kern="1200" dirty="0"/>
        </a:p>
      </dsp:txBody>
      <dsp:txXfrm>
        <a:off x="1153" y="1485761"/>
        <a:ext cx="4498330" cy="2345938"/>
      </dsp:txXfrm>
    </dsp:sp>
    <dsp:sp modelId="{8287B461-CF8A-4DEE-B9A2-7D163201D871}">
      <dsp:nvSpPr>
        <dsp:cNvPr id="0" name=""/>
        <dsp:cNvSpPr/>
      </dsp:nvSpPr>
      <dsp:spPr>
        <a:xfrm>
          <a:off x="1663833" y="390989"/>
          <a:ext cx="1172969" cy="117296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9" tIns="12700" rIns="9144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835610" y="562766"/>
        <a:ext cx="829415" cy="829415"/>
      </dsp:txXfrm>
    </dsp:sp>
    <dsp:sp modelId="{28A445B6-F30C-43C7-A5D2-3E187B7C2ADF}">
      <dsp:nvSpPr>
        <dsp:cNvPr id="0" name=""/>
        <dsp:cNvSpPr/>
      </dsp:nvSpPr>
      <dsp:spPr>
        <a:xfrm>
          <a:off x="1153" y="3909826"/>
          <a:ext cx="4498330" cy="72"/>
        </a:xfrm>
        <a:prstGeom prst="rect">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CD4E2D-252A-4528-B909-D8FB0075490F}">
      <dsp:nvSpPr>
        <dsp:cNvPr id="0" name=""/>
        <dsp:cNvSpPr/>
      </dsp:nvSpPr>
      <dsp:spPr>
        <a:xfrm>
          <a:off x="4949316" y="0"/>
          <a:ext cx="4498330" cy="3909898"/>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0707" tIns="330200" rIns="350707" bIns="330200" numCol="1" spcCol="1270" anchor="t" anchorCtr="0">
          <a:noAutofit/>
        </a:bodyPr>
        <a:lstStyle/>
        <a:p>
          <a:pPr marL="0" lvl="0" indent="0" algn="l" defTabSz="1422400">
            <a:lnSpc>
              <a:spcPct val="90000"/>
            </a:lnSpc>
            <a:spcBef>
              <a:spcPct val="0"/>
            </a:spcBef>
            <a:spcAft>
              <a:spcPct val="35000"/>
            </a:spcAft>
            <a:buNone/>
          </a:pPr>
          <a:r>
            <a:rPr lang="en-SG" sz="3200" kern="1200" dirty="0"/>
            <a:t>Assess the potential of information system in support of supply chain management </a:t>
          </a:r>
          <a:endParaRPr lang="en-US" sz="3200" kern="1200" dirty="0"/>
        </a:p>
      </dsp:txBody>
      <dsp:txXfrm>
        <a:off x="4949316" y="1485761"/>
        <a:ext cx="4498330" cy="2345938"/>
      </dsp:txXfrm>
    </dsp:sp>
    <dsp:sp modelId="{3970A9FE-9346-4EA8-94BD-42FBD7FE5BCA}">
      <dsp:nvSpPr>
        <dsp:cNvPr id="0" name=""/>
        <dsp:cNvSpPr/>
      </dsp:nvSpPr>
      <dsp:spPr>
        <a:xfrm>
          <a:off x="6611996" y="390989"/>
          <a:ext cx="1172969" cy="1172969"/>
        </a:xfrm>
        <a:prstGeom prst="ellips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9" tIns="12700" rIns="9144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6783773" y="562766"/>
        <a:ext cx="829415" cy="829415"/>
      </dsp:txXfrm>
    </dsp:sp>
    <dsp:sp modelId="{12AFC13E-662A-4494-9B32-F088A9A432B4}">
      <dsp:nvSpPr>
        <dsp:cNvPr id="0" name=""/>
        <dsp:cNvSpPr/>
      </dsp:nvSpPr>
      <dsp:spPr>
        <a:xfrm>
          <a:off x="4949316" y="3909826"/>
          <a:ext cx="4498330" cy="72"/>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EDC8D-9070-4A92-8BCB-F767ADED6911}">
      <dsp:nvSpPr>
        <dsp:cNvPr id="0" name=""/>
        <dsp:cNvSpPr/>
      </dsp:nvSpPr>
      <dsp:spPr>
        <a:xfrm>
          <a:off x="212335" y="4703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D8CB34-FE57-432E-B0DD-B9B75124D7D5}">
      <dsp:nvSpPr>
        <dsp:cNvPr id="0" name=""/>
        <dsp:cNvSpPr/>
      </dsp:nvSpPr>
      <dsp:spPr>
        <a:xfrm>
          <a:off x="492877" y="7509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D54E13-5C8E-4E0F-BD86-6EBBFA65D33C}">
      <dsp:nvSpPr>
        <dsp:cNvPr id="0" name=""/>
        <dsp:cNvSpPr/>
      </dsp:nvSpPr>
      <dsp:spPr>
        <a:xfrm>
          <a:off x="1834517"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SG" sz="2000" kern="1200" dirty="0"/>
            <a:t>EDI – method exchanging orders, delivery notes and invoices between two organization</a:t>
          </a:r>
          <a:endParaRPr lang="en-US" sz="2000" kern="1200" dirty="0"/>
        </a:p>
      </dsp:txBody>
      <dsp:txXfrm>
        <a:off x="1834517" y="470390"/>
        <a:ext cx="3148942" cy="1335915"/>
      </dsp:txXfrm>
    </dsp:sp>
    <dsp:sp modelId="{FC27CDA7-D9CB-4A01-898E-39C36A0BC868}">
      <dsp:nvSpPr>
        <dsp:cNvPr id="0" name=""/>
        <dsp:cNvSpPr/>
      </dsp:nvSpPr>
      <dsp:spPr>
        <a:xfrm>
          <a:off x="5532139" y="4703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3A6A13-E8D4-4308-9B96-7B8CAFE3DFEA}">
      <dsp:nvSpPr>
        <dsp:cNvPr id="0" name=""/>
        <dsp:cNvSpPr/>
      </dsp:nvSpPr>
      <dsp:spPr>
        <a:xfrm>
          <a:off x="5812681" y="7509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5FBAB1-1FA7-43FC-B56E-98BFD2354D07}">
      <dsp:nvSpPr>
        <dsp:cNvPr id="0" name=""/>
        <dsp:cNvSpPr/>
      </dsp:nvSpPr>
      <dsp:spPr>
        <a:xfrm>
          <a:off x="7154322"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XML- or XML-EDI-based data transfer perhaps through a marketplace hub enables more sophisticated one-to-many data transfers such as a request for orders being transmitted to potential suppliers.</a:t>
          </a:r>
        </a:p>
      </dsp:txBody>
      <dsp:txXfrm>
        <a:off x="7154322" y="470390"/>
        <a:ext cx="3148942" cy="1335915"/>
      </dsp:txXfrm>
    </dsp:sp>
    <dsp:sp modelId="{164A97A5-1A0B-4A65-8866-037C808A742F}">
      <dsp:nvSpPr>
        <dsp:cNvPr id="0" name=""/>
        <dsp:cNvSpPr/>
      </dsp:nvSpPr>
      <dsp:spPr>
        <a:xfrm>
          <a:off x="212335" y="2546238"/>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B980F8-6244-4CA7-B4BA-5CA2C45CF7E0}">
      <dsp:nvSpPr>
        <dsp:cNvPr id="0" name=""/>
        <dsp:cNvSpPr/>
      </dsp:nvSpPr>
      <dsp:spPr>
        <a:xfrm>
          <a:off x="492877" y="2826780"/>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2159B2-A122-45FC-A8B1-B149ED1F1613}">
      <dsp:nvSpPr>
        <dsp:cNvPr id="0" name=""/>
        <dsp:cNvSpPr/>
      </dsp:nvSpPr>
      <dsp:spPr>
        <a:xfrm>
          <a:off x="1834517"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Middleware or software used to integrate or translate requests from external systems </a:t>
          </a:r>
        </a:p>
      </dsp:txBody>
      <dsp:txXfrm>
        <a:off x="1834517" y="2546238"/>
        <a:ext cx="3148942" cy="1335915"/>
      </dsp:txXfrm>
    </dsp:sp>
    <dsp:sp modelId="{B894D064-B5D1-4F08-9F64-D31A02C63EE9}">
      <dsp:nvSpPr>
        <dsp:cNvPr id="0" name=""/>
        <dsp:cNvSpPr/>
      </dsp:nvSpPr>
      <dsp:spPr>
        <a:xfrm>
          <a:off x="5532139" y="2546238"/>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4E49DB-1AC5-4E0B-A25A-C76111B751B6}">
      <dsp:nvSpPr>
        <dsp:cNvPr id="0" name=""/>
        <dsp:cNvSpPr/>
      </dsp:nvSpPr>
      <dsp:spPr>
        <a:xfrm>
          <a:off x="5812681" y="2826780"/>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C5B9D5-FAA4-4387-8C62-0C15959CB9F4}">
      <dsp:nvSpPr>
        <dsp:cNvPr id="0" name=""/>
        <dsp:cNvSpPr/>
      </dsp:nvSpPr>
      <dsp:spPr>
        <a:xfrm>
          <a:off x="7154322"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Manual e-mail orders or online purchase through a traditional web-based e-commerce store for B2B </a:t>
          </a:r>
        </a:p>
      </dsp:txBody>
      <dsp:txXfrm>
        <a:off x="7154322" y="2546238"/>
        <a:ext cx="3148942" cy="13359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69D58-176F-484C-A3A6-C05612781D5D}">
      <dsp:nvSpPr>
        <dsp:cNvPr id="0" name=""/>
        <dsp:cNvSpPr/>
      </dsp:nvSpPr>
      <dsp:spPr>
        <a:xfrm>
          <a:off x="478800" y="1005669"/>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63D807-5413-4B49-86E7-D8EEC7CF6436}">
      <dsp:nvSpPr>
        <dsp:cNvPr id="0" name=""/>
        <dsp:cNvSpPr/>
      </dsp:nvSpPr>
      <dsp:spPr>
        <a:xfrm>
          <a:off x="712800" y="123966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7CF864-D119-4B8B-8B19-3007E8F40EC4}">
      <dsp:nvSpPr>
        <dsp:cNvPr id="0" name=""/>
        <dsp:cNvSpPr/>
      </dsp:nvSpPr>
      <dsp:spPr>
        <a:xfrm>
          <a:off x="127800" y="2445669"/>
          <a:ext cx="180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dirty="0"/>
            <a:t>Increased efficiency of individual processes</a:t>
          </a:r>
        </a:p>
      </dsp:txBody>
      <dsp:txXfrm>
        <a:off x="127800" y="2445669"/>
        <a:ext cx="1800000" cy="900000"/>
      </dsp:txXfrm>
    </dsp:sp>
    <dsp:sp modelId="{653DFB3D-485F-43EB-AA97-44BA32D1EF1F}">
      <dsp:nvSpPr>
        <dsp:cNvPr id="0" name=""/>
        <dsp:cNvSpPr/>
      </dsp:nvSpPr>
      <dsp:spPr>
        <a:xfrm>
          <a:off x="2593800" y="1005669"/>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A2997-A52D-40C5-BE31-4AE0737E6387}">
      <dsp:nvSpPr>
        <dsp:cNvPr id="0" name=""/>
        <dsp:cNvSpPr/>
      </dsp:nvSpPr>
      <dsp:spPr>
        <a:xfrm>
          <a:off x="2827800" y="1239669"/>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67FEE0-1E79-42DE-8B06-BC8295A4A716}">
      <dsp:nvSpPr>
        <dsp:cNvPr id="0" name=""/>
        <dsp:cNvSpPr/>
      </dsp:nvSpPr>
      <dsp:spPr>
        <a:xfrm>
          <a:off x="2242800" y="2445669"/>
          <a:ext cx="180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Reduced complexity of the supply chain</a:t>
          </a:r>
        </a:p>
      </dsp:txBody>
      <dsp:txXfrm>
        <a:off x="2242800" y="2445669"/>
        <a:ext cx="1800000" cy="900000"/>
      </dsp:txXfrm>
    </dsp:sp>
    <dsp:sp modelId="{AB00D19C-BE35-4CB9-A9C6-B456D6BB06FE}">
      <dsp:nvSpPr>
        <dsp:cNvPr id="0" name=""/>
        <dsp:cNvSpPr/>
      </dsp:nvSpPr>
      <dsp:spPr>
        <a:xfrm>
          <a:off x="4708800" y="1005669"/>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9BDF84-F403-442F-AF2C-389E452DA868}">
      <dsp:nvSpPr>
        <dsp:cNvPr id="0" name=""/>
        <dsp:cNvSpPr/>
      </dsp:nvSpPr>
      <dsp:spPr>
        <a:xfrm>
          <a:off x="4942800" y="1239669"/>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9D5BD1-6715-4023-AD12-6351685ED92A}">
      <dsp:nvSpPr>
        <dsp:cNvPr id="0" name=""/>
        <dsp:cNvSpPr/>
      </dsp:nvSpPr>
      <dsp:spPr>
        <a:xfrm>
          <a:off x="4357800" y="2445669"/>
          <a:ext cx="180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Improved data integration between elements of the supply chain</a:t>
          </a:r>
        </a:p>
      </dsp:txBody>
      <dsp:txXfrm>
        <a:off x="4357800" y="2445669"/>
        <a:ext cx="1800000" cy="900000"/>
      </dsp:txXfrm>
    </dsp:sp>
    <dsp:sp modelId="{C71CF7F7-231D-49F9-9026-EA73F115C40D}">
      <dsp:nvSpPr>
        <dsp:cNvPr id="0" name=""/>
        <dsp:cNvSpPr/>
      </dsp:nvSpPr>
      <dsp:spPr>
        <a:xfrm>
          <a:off x="6823800" y="1005669"/>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E045DC-E55D-4354-9255-FB9C45E77E2E}">
      <dsp:nvSpPr>
        <dsp:cNvPr id="0" name=""/>
        <dsp:cNvSpPr/>
      </dsp:nvSpPr>
      <dsp:spPr>
        <a:xfrm>
          <a:off x="7057800" y="1239669"/>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7CA0C-567D-46DA-9EB5-99514973C382}">
      <dsp:nvSpPr>
        <dsp:cNvPr id="0" name=""/>
        <dsp:cNvSpPr/>
      </dsp:nvSpPr>
      <dsp:spPr>
        <a:xfrm>
          <a:off x="6472800" y="2445669"/>
          <a:ext cx="180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Reduced cost through outsourcing</a:t>
          </a:r>
        </a:p>
      </dsp:txBody>
      <dsp:txXfrm>
        <a:off x="6472800" y="2445669"/>
        <a:ext cx="1800000" cy="900000"/>
      </dsp:txXfrm>
    </dsp:sp>
    <dsp:sp modelId="{E096D412-C765-4DEF-934D-AF1B7D23D7F6}">
      <dsp:nvSpPr>
        <dsp:cNvPr id="0" name=""/>
        <dsp:cNvSpPr/>
      </dsp:nvSpPr>
      <dsp:spPr>
        <a:xfrm>
          <a:off x="8938800" y="1005669"/>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F2029D-8562-4003-AD41-0723F507A181}">
      <dsp:nvSpPr>
        <dsp:cNvPr id="0" name=""/>
        <dsp:cNvSpPr/>
      </dsp:nvSpPr>
      <dsp:spPr>
        <a:xfrm>
          <a:off x="9172800" y="1239669"/>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1722C7-B0DA-454B-969D-F95A35ACDE28}">
      <dsp:nvSpPr>
        <dsp:cNvPr id="0" name=""/>
        <dsp:cNvSpPr/>
      </dsp:nvSpPr>
      <dsp:spPr>
        <a:xfrm>
          <a:off x="8587800" y="2445669"/>
          <a:ext cx="180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Innovation</a:t>
          </a:r>
        </a:p>
      </dsp:txBody>
      <dsp:txXfrm>
        <a:off x="8587800" y="2445669"/>
        <a:ext cx="1800000" cy="90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F1361-DFA6-4BFC-9C3B-38CA250D3701}">
      <dsp:nvSpPr>
        <dsp:cNvPr id="0" name=""/>
        <dsp:cNvSpPr/>
      </dsp:nvSpPr>
      <dsp:spPr>
        <a:xfrm>
          <a:off x="82613" y="908559"/>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1E4A40-93BC-43CF-A072-FED4E56E8C58}">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A8B9E3-9C99-479E-ADD4-22E4A9ED8586}">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dirty="0"/>
            <a:t>Increased convenience through 24 hours a day, 7 days a week, 365 days a year ordering</a:t>
          </a:r>
        </a:p>
      </dsp:txBody>
      <dsp:txXfrm>
        <a:off x="1172126" y="908559"/>
        <a:ext cx="2114937" cy="897246"/>
      </dsp:txXfrm>
    </dsp:sp>
    <dsp:sp modelId="{ABC4C794-675B-420B-954F-77966E1D8C05}">
      <dsp:nvSpPr>
        <dsp:cNvPr id="0" name=""/>
        <dsp:cNvSpPr/>
      </dsp:nvSpPr>
      <dsp:spPr>
        <a:xfrm>
          <a:off x="3655575" y="90855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1849C7-82BB-418E-8289-8F8BFDBB0CAE}">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F2DB19-EB2B-47E6-8E79-776988D0D939}">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dirty="0"/>
            <a:t>Increased choice of supplier leading to lower costs</a:t>
          </a:r>
        </a:p>
      </dsp:txBody>
      <dsp:txXfrm>
        <a:off x="4745088" y="908559"/>
        <a:ext cx="2114937" cy="897246"/>
      </dsp:txXfrm>
    </dsp:sp>
    <dsp:sp modelId="{7210F19C-509A-47F8-94B5-D4F8D43D6223}">
      <dsp:nvSpPr>
        <dsp:cNvPr id="0" name=""/>
        <dsp:cNvSpPr/>
      </dsp:nvSpPr>
      <dsp:spPr>
        <a:xfrm>
          <a:off x="7228536" y="90855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4B488C-A127-4F4E-9EBD-BB790CD6BC97}">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E8B5D2-2D25-44C7-A80E-E36EEBF46AD9}">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dirty="0"/>
            <a:t>Faster lead times and lower costs through reduced inventory holding</a:t>
          </a:r>
        </a:p>
      </dsp:txBody>
      <dsp:txXfrm>
        <a:off x="8318049" y="908559"/>
        <a:ext cx="2114937" cy="897246"/>
      </dsp:txXfrm>
    </dsp:sp>
    <dsp:sp modelId="{3B6EBBDF-A34B-4587-9A3F-FADD0CB48ACB}">
      <dsp:nvSpPr>
        <dsp:cNvPr id="0" name=""/>
        <dsp:cNvSpPr/>
      </dsp:nvSpPr>
      <dsp:spPr>
        <a:xfrm>
          <a:off x="82613" y="2545532"/>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28464F-6044-4C60-BE65-DABECB2965FA}">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E53C84-BC95-4372-9378-E0BF087A6A67}">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dirty="0"/>
            <a:t>The facility to tailor products more readily</a:t>
          </a:r>
        </a:p>
      </dsp:txBody>
      <dsp:txXfrm>
        <a:off x="1172126" y="2545532"/>
        <a:ext cx="2114937" cy="897246"/>
      </dsp:txXfrm>
    </dsp:sp>
    <dsp:sp modelId="{D660860B-E21B-46B4-8AA0-19A4AAD9FF58}">
      <dsp:nvSpPr>
        <dsp:cNvPr id="0" name=""/>
        <dsp:cNvSpPr/>
      </dsp:nvSpPr>
      <dsp:spPr>
        <a:xfrm>
          <a:off x="3655575" y="2545532"/>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8F3A4E-33ED-4912-899B-57389C5AAB87}">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6E8248-FECF-4BA2-BADD-AD006ACA29E1}">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dirty="0"/>
            <a:t>Increased information about products and transactions such as technical data sheets and order histories</a:t>
          </a:r>
        </a:p>
      </dsp:txBody>
      <dsp:txXfrm>
        <a:off x="4745088" y="254553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7000B-7DC9-49F9-AC88-2169B6A36257}" type="datetimeFigureOut">
              <a:rPr lang="en-SG" smtClean="0"/>
              <a:t>13/4/2020</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81601-C851-40DE-95AD-C36D47D7E00B}" type="slidenum">
              <a:rPr lang="en-SG" smtClean="0"/>
              <a:t>‹#›</a:t>
            </a:fld>
            <a:endParaRPr lang="en-SG"/>
          </a:p>
        </p:txBody>
      </p:sp>
    </p:spTree>
    <p:extLst>
      <p:ext uri="{BB962C8B-B14F-4D97-AF65-F5344CB8AC3E}">
        <p14:creationId xmlns:p14="http://schemas.microsoft.com/office/powerpoint/2010/main" val="336468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2B97-BF01-4A6E-A887-3F68610F4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8A017F3B-3C8D-44EC-B168-4DF402D98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cxnSp>
        <p:nvCxnSpPr>
          <p:cNvPr id="7" name="Straight Connector 6">
            <a:extLst>
              <a:ext uri="{FF2B5EF4-FFF2-40B4-BE49-F238E27FC236}">
                <a16:creationId xmlns:a16="http://schemas.microsoft.com/office/drawing/2014/main" id="{35D354F6-1E43-4FE2-9416-04E184CE86D7}"/>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B9059644-BD68-48DA-B90B-E97D932F04F4}"/>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L06-Supply Chain Management</a:t>
            </a:r>
          </a:p>
        </p:txBody>
      </p:sp>
      <p:sp>
        <p:nvSpPr>
          <p:cNvPr id="9" name="Rectangle 8">
            <a:extLst>
              <a:ext uri="{FF2B5EF4-FFF2-40B4-BE49-F238E27FC236}">
                <a16:creationId xmlns:a16="http://schemas.microsoft.com/office/drawing/2014/main" id="{3AEF5720-1197-40C8-BFBA-5BF0AC560111}"/>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 name="Picture 9" descr="A picture containing clipart&#10;&#10;Description automatically generated">
            <a:extLst>
              <a:ext uri="{FF2B5EF4-FFF2-40B4-BE49-F238E27FC236}">
                <a16:creationId xmlns:a16="http://schemas.microsoft.com/office/drawing/2014/main" id="{81CE94B4-04F5-4161-95DF-2EB53BA97E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204788"/>
            <a:ext cx="1364857" cy="737891"/>
          </a:xfrm>
          <a:prstGeom prst="rect">
            <a:avLst/>
          </a:prstGeom>
        </p:spPr>
      </p:pic>
    </p:spTree>
    <p:extLst>
      <p:ext uri="{BB962C8B-B14F-4D97-AF65-F5344CB8AC3E}">
        <p14:creationId xmlns:p14="http://schemas.microsoft.com/office/powerpoint/2010/main" val="405416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72CAD7-C006-4353-A7EB-D4461834FFBC}"/>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47B28D83-E4C8-4915-BA61-71ABB0F33829}"/>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A14FA9BB-BB69-451E-A09E-5918099752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A481BA36-121F-4271-BF92-82AF8DFB30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B2813FB-3A55-4A8D-AEBA-1AF76B7ADB7A}"/>
              </a:ext>
            </a:extLst>
          </p:cNvPr>
          <p:cNvSpPr>
            <a:spLocks noGrp="1"/>
          </p:cNvSpPr>
          <p:nvPr>
            <p:ph type="sldNum" sz="quarter" idx="12"/>
          </p:nvPr>
        </p:nvSpPr>
        <p:spPr/>
        <p:txBody>
          <a:bodyPr/>
          <a:lstStyle/>
          <a:p>
            <a:fld id="{C3874EC8-7A34-473C-985C-63460AF7DDB5}" type="slidenum">
              <a:rPr lang="en-SG" smtClean="0"/>
              <a:t>‹#›</a:t>
            </a:fld>
            <a:endParaRPr lang="en-SG"/>
          </a:p>
        </p:txBody>
      </p:sp>
      <p:sp>
        <p:nvSpPr>
          <p:cNvPr id="12" name="Rectangle 11">
            <a:extLst>
              <a:ext uri="{FF2B5EF4-FFF2-40B4-BE49-F238E27FC236}">
                <a16:creationId xmlns:a16="http://schemas.microsoft.com/office/drawing/2014/main" id="{8DDA959D-3244-40DF-8C39-48899F94628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1" name="Picture 10" descr="A picture containing clipart&#10;&#10;Description automatically generated">
            <a:extLst>
              <a:ext uri="{FF2B5EF4-FFF2-40B4-BE49-F238E27FC236}">
                <a16:creationId xmlns:a16="http://schemas.microsoft.com/office/drawing/2014/main" id="{0E49D956-4E7D-4FF0-9764-CA5EA52DF0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230188"/>
            <a:ext cx="1364857" cy="737891"/>
          </a:xfrm>
          <a:prstGeom prst="rect">
            <a:avLst/>
          </a:prstGeom>
        </p:spPr>
      </p:pic>
      <p:sp>
        <p:nvSpPr>
          <p:cNvPr id="13" name="Rectangle 12">
            <a:extLst>
              <a:ext uri="{FF2B5EF4-FFF2-40B4-BE49-F238E27FC236}">
                <a16:creationId xmlns:a16="http://schemas.microsoft.com/office/drawing/2014/main" id="{75720231-363E-44C8-8781-B347A911B9DB}"/>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L06-Supply Chain Management</a:t>
            </a:r>
          </a:p>
        </p:txBody>
      </p:sp>
    </p:spTree>
    <p:extLst>
      <p:ext uri="{BB962C8B-B14F-4D97-AF65-F5344CB8AC3E}">
        <p14:creationId xmlns:p14="http://schemas.microsoft.com/office/powerpoint/2010/main" val="186436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CBC9-E257-4172-AC12-4AC9239B4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76C25E9-6D4F-4823-AE7C-483A3110D3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C4586F1-3FAF-4510-86BF-33A8937095D9}"/>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5" name="Footer Placeholder 4">
            <a:extLst>
              <a:ext uri="{FF2B5EF4-FFF2-40B4-BE49-F238E27FC236}">
                <a16:creationId xmlns:a16="http://schemas.microsoft.com/office/drawing/2014/main" id="{BF0F3B4C-BEC0-49A2-A45C-7D334E8868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640D68-B742-47B0-9398-98B0F76BD945}"/>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14705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2605-5E95-4ACC-B9CD-4903C97CA65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DDD9895-7D0C-431B-9D5A-C31AC039C4C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2A779E9-397B-4F66-B41D-BB342E6724D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DC374F6-3A40-4E65-ABFB-7A2C68D89CC3}"/>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6" name="Footer Placeholder 5">
            <a:extLst>
              <a:ext uri="{FF2B5EF4-FFF2-40B4-BE49-F238E27FC236}">
                <a16:creationId xmlns:a16="http://schemas.microsoft.com/office/drawing/2014/main" id="{569C9A97-5042-465C-BBED-81AF8C2A073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C7A5479-C27D-45D9-AE08-EE452A49D1D6}"/>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380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A4891-15D3-4754-84C2-E5543F06473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1F4E125-0BF0-46DA-AE52-B6C10FC94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377E3B-ACAA-4F9F-8D86-14B8758E62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749E3A2A-3233-44D6-AF71-16EEA602A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513C41A-D68A-46DA-855E-E1D8D4885E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ACD9258-6F83-419D-9540-19D71D803B18}"/>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8" name="Footer Placeholder 7">
            <a:extLst>
              <a:ext uri="{FF2B5EF4-FFF2-40B4-BE49-F238E27FC236}">
                <a16:creationId xmlns:a16="http://schemas.microsoft.com/office/drawing/2014/main" id="{E7564971-15B4-4DC3-B2CB-00DCE6E60C9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DABA4FE-DF9D-40D9-82D2-6D0F00B268D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26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FC2B-977A-40CD-9CC9-22479607B315}"/>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6BA7718-914F-4E13-AC0C-C7C5BE9FCD1A}"/>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4" name="Footer Placeholder 3">
            <a:extLst>
              <a:ext uri="{FF2B5EF4-FFF2-40B4-BE49-F238E27FC236}">
                <a16:creationId xmlns:a16="http://schemas.microsoft.com/office/drawing/2014/main" id="{A970CF05-D59E-4AF3-842B-7C757C16A0B8}"/>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96A77DE9-3557-46EE-B523-7207E0EA6073}"/>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1315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49786-F49C-4973-8751-25E29B2A0071}"/>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3" name="Footer Placeholder 2">
            <a:extLst>
              <a:ext uri="{FF2B5EF4-FFF2-40B4-BE49-F238E27FC236}">
                <a16:creationId xmlns:a16="http://schemas.microsoft.com/office/drawing/2014/main" id="{6271183E-762E-4B73-9B17-A3DA24F1852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4FB1A84-DF94-4F99-A49C-B03B19E0032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663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D841-3D44-423C-91C3-F7A515D0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D5C97E8-4AF6-4659-BEA1-898853C4E1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6494655B-56F3-4B61-A474-67D86A37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0E7BC3-2791-4AB5-ADAE-0C7F4E707D9A}"/>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6" name="Footer Placeholder 5">
            <a:extLst>
              <a:ext uri="{FF2B5EF4-FFF2-40B4-BE49-F238E27FC236}">
                <a16:creationId xmlns:a16="http://schemas.microsoft.com/office/drawing/2014/main" id="{68C31823-8CDE-4274-A19F-1E39E5E0796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FF46A9-8465-4B40-86FD-D275335D3C4C}"/>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288294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54D9A-D792-4F7E-AA19-63A97B96C2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17937E6-2053-48FC-B428-429E20BDE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91DE880-7950-4911-AC27-4B0D372E7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2A2BD9-F85B-45B4-91FB-9240F62DDC59}"/>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6" name="Footer Placeholder 5">
            <a:extLst>
              <a:ext uri="{FF2B5EF4-FFF2-40B4-BE49-F238E27FC236}">
                <a16:creationId xmlns:a16="http://schemas.microsoft.com/office/drawing/2014/main" id="{6FA3668D-7030-4594-8DC9-C9B44E451D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FE3C865-F7B5-4870-8694-ED39F9CA476A}"/>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5460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EC3D-9000-436C-BBFF-06FD2E29A6F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4E3804C-57F6-4D6F-88D1-0FD3BE6F1F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A74962E-FC03-49B4-8F16-72F0A6D13434}"/>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5" name="Footer Placeholder 4">
            <a:extLst>
              <a:ext uri="{FF2B5EF4-FFF2-40B4-BE49-F238E27FC236}">
                <a16:creationId xmlns:a16="http://schemas.microsoft.com/office/drawing/2014/main" id="{5E696B7B-C59A-47E6-A797-2064020725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A727256-871B-433F-8D7F-15EAF8E9354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9409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E79DC-D4AB-4EF5-AD3D-FEF820823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D9851C7-3427-41D1-A1F2-6C3D09DD51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C5323B8-0D9A-406A-9FB6-2441F678D650}"/>
              </a:ext>
            </a:extLst>
          </p:cNvPr>
          <p:cNvSpPr>
            <a:spLocks noGrp="1"/>
          </p:cNvSpPr>
          <p:nvPr>
            <p:ph type="dt" sz="half" idx="10"/>
          </p:nvPr>
        </p:nvSpPr>
        <p:spPr/>
        <p:txBody>
          <a:bodyPr/>
          <a:lstStyle/>
          <a:p>
            <a:fld id="{4D0E5ED6-F25D-41F1-AAC9-E78DC995B25D}" type="datetimeFigureOut">
              <a:rPr lang="en-SG" smtClean="0"/>
              <a:t>13/4/2020</a:t>
            </a:fld>
            <a:endParaRPr lang="en-SG"/>
          </a:p>
        </p:txBody>
      </p:sp>
      <p:sp>
        <p:nvSpPr>
          <p:cNvPr id="5" name="Footer Placeholder 4">
            <a:extLst>
              <a:ext uri="{FF2B5EF4-FFF2-40B4-BE49-F238E27FC236}">
                <a16:creationId xmlns:a16="http://schemas.microsoft.com/office/drawing/2014/main" id="{8F1172E5-006A-4155-9842-087F938A78D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73F49D6-B941-48B9-94A0-5AC0211F88D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8721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25C447-9B03-43B9-828E-472085829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9C0CED-A812-4110-9DA5-48D7C03E6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C160008-9FE4-4F40-8C1A-C5DDCF6A2E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0E5ED6-F25D-41F1-AAC9-E78DC995B25D}" type="datetimeFigureOut">
              <a:rPr lang="en-SG" smtClean="0"/>
              <a:t>13/4/2020</a:t>
            </a:fld>
            <a:endParaRPr lang="en-SG"/>
          </a:p>
        </p:txBody>
      </p:sp>
      <p:sp>
        <p:nvSpPr>
          <p:cNvPr id="5" name="Footer Placeholder 4">
            <a:extLst>
              <a:ext uri="{FF2B5EF4-FFF2-40B4-BE49-F238E27FC236}">
                <a16:creationId xmlns:a16="http://schemas.microsoft.com/office/drawing/2014/main" id="{8D7D3F37-DD31-4315-B770-3F9CFD21FD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83BE67E0-94D2-47F8-BE7F-19DE8787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4EC8-7A34-473C-985C-63460AF7DDB5}" type="slidenum">
              <a:rPr lang="en-SG" smtClean="0"/>
              <a:t>‹#›</a:t>
            </a:fld>
            <a:endParaRPr lang="en-SG"/>
          </a:p>
        </p:txBody>
      </p:sp>
    </p:spTree>
    <p:extLst>
      <p:ext uri="{BB962C8B-B14F-4D97-AF65-F5344CB8AC3E}">
        <p14:creationId xmlns:p14="http://schemas.microsoft.com/office/powerpoint/2010/main" val="23682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AD23-F2F8-4063-BECD-46D330AE9465}"/>
              </a:ext>
            </a:extLst>
          </p:cNvPr>
          <p:cNvSpPr>
            <a:spLocks noGrp="1"/>
          </p:cNvSpPr>
          <p:nvPr>
            <p:ph type="ctrTitle"/>
          </p:nvPr>
        </p:nvSpPr>
        <p:spPr/>
        <p:txBody>
          <a:bodyPr/>
          <a:lstStyle/>
          <a:p>
            <a:r>
              <a:rPr lang="en-SG" dirty="0"/>
              <a:t>Digital Business and               E-Commerce Management</a:t>
            </a:r>
          </a:p>
        </p:txBody>
      </p:sp>
      <p:sp>
        <p:nvSpPr>
          <p:cNvPr id="3" name="TextBox 2">
            <a:extLst>
              <a:ext uri="{FF2B5EF4-FFF2-40B4-BE49-F238E27FC236}">
                <a16:creationId xmlns:a16="http://schemas.microsoft.com/office/drawing/2014/main" id="{F41BFC50-F776-4C51-876C-0FBE15360ED2}"/>
              </a:ext>
            </a:extLst>
          </p:cNvPr>
          <p:cNvSpPr txBox="1"/>
          <p:nvPr/>
        </p:nvSpPr>
        <p:spPr>
          <a:xfrm>
            <a:off x="895350" y="4457700"/>
            <a:ext cx="10848975" cy="1384995"/>
          </a:xfrm>
          <a:prstGeom prst="rect">
            <a:avLst/>
          </a:prstGeom>
          <a:noFill/>
        </p:spPr>
        <p:txBody>
          <a:bodyPr wrap="square" rtlCol="0">
            <a:spAutoFit/>
          </a:bodyPr>
          <a:lstStyle/>
          <a:p>
            <a:pPr algn="ctr"/>
            <a:r>
              <a:rPr lang="en-SG" sz="4800" dirty="0">
                <a:latin typeface="Abadi" panose="020B0604020202020204" pitchFamily="34" charset="0"/>
              </a:rPr>
              <a:t>Lesson 6</a:t>
            </a:r>
          </a:p>
          <a:p>
            <a:pPr algn="ctr"/>
            <a:r>
              <a:rPr lang="en-SG" sz="3600" dirty="0">
                <a:latin typeface="Abadi" panose="020B0604020202020204" pitchFamily="34" charset="0"/>
              </a:rPr>
              <a:t>Supply Chain Management</a:t>
            </a:r>
          </a:p>
        </p:txBody>
      </p:sp>
    </p:spTree>
    <p:extLst>
      <p:ext uri="{BB962C8B-B14F-4D97-AF65-F5344CB8AC3E}">
        <p14:creationId xmlns:p14="http://schemas.microsoft.com/office/powerpoint/2010/main" val="28561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2F88A-68F7-4655-8A42-CD311E858579}"/>
              </a:ext>
            </a:extLst>
          </p:cNvPr>
          <p:cNvSpPr>
            <a:spLocks noGrp="1"/>
          </p:cNvSpPr>
          <p:nvPr>
            <p:ph type="title"/>
          </p:nvPr>
        </p:nvSpPr>
        <p:spPr>
          <a:xfrm>
            <a:off x="838200" y="365125"/>
            <a:ext cx="10515600" cy="1325563"/>
          </a:xfrm>
        </p:spPr>
        <p:txBody>
          <a:bodyPr>
            <a:normAutofit/>
          </a:bodyPr>
          <a:lstStyle/>
          <a:p>
            <a:r>
              <a:rPr lang="en-SG"/>
              <a:t>Supply Chain Management</a:t>
            </a:r>
          </a:p>
        </p:txBody>
      </p:sp>
      <p:graphicFrame>
        <p:nvGraphicFramePr>
          <p:cNvPr id="5" name="Content Placeholder 2">
            <a:extLst>
              <a:ext uri="{FF2B5EF4-FFF2-40B4-BE49-F238E27FC236}">
                <a16:creationId xmlns:a16="http://schemas.microsoft.com/office/drawing/2014/main" id="{D9F8D316-34FB-45FA-B60A-D9BB3B7399DF}"/>
              </a:ext>
            </a:extLst>
          </p:cNvPr>
          <p:cNvGraphicFramePr>
            <a:graphicFrameLocks noGrp="1"/>
          </p:cNvGraphicFramePr>
          <p:nvPr>
            <p:ph idx="1"/>
            <p:extLst>
              <p:ext uri="{D42A27DB-BD31-4B8C-83A1-F6EECF244321}">
                <p14:modId xmlns:p14="http://schemas.microsoft.com/office/powerpoint/2010/main" val="745498016"/>
              </p:ext>
            </p:extLst>
          </p:nvPr>
        </p:nvGraphicFramePr>
        <p:xfrm>
          <a:off x="1371600" y="2566842"/>
          <a:ext cx="9448800" cy="39098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F59BF575-852B-4CF7-A455-8B73339B5770}"/>
              </a:ext>
            </a:extLst>
          </p:cNvPr>
          <p:cNvSpPr txBox="1"/>
          <p:nvPr/>
        </p:nvSpPr>
        <p:spPr>
          <a:xfrm>
            <a:off x="924560" y="1595120"/>
            <a:ext cx="7498080" cy="523220"/>
          </a:xfrm>
          <a:prstGeom prst="rect">
            <a:avLst/>
          </a:prstGeom>
          <a:noFill/>
        </p:spPr>
        <p:txBody>
          <a:bodyPr wrap="square" rtlCol="0">
            <a:spAutoFit/>
          </a:bodyPr>
          <a:lstStyle/>
          <a:p>
            <a:r>
              <a:rPr lang="en-SG" sz="2800" dirty="0"/>
              <a:t>At the end of this lesson, you will be able to</a:t>
            </a:r>
          </a:p>
        </p:txBody>
      </p:sp>
    </p:spTree>
    <p:extLst>
      <p:ext uri="{BB962C8B-B14F-4D97-AF65-F5344CB8AC3E}">
        <p14:creationId xmlns:p14="http://schemas.microsoft.com/office/powerpoint/2010/main" val="377429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6.1</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6.1</a:t>
            </a:r>
          </a:p>
        </p:txBody>
      </p:sp>
    </p:spTree>
    <p:extLst>
      <p:ext uri="{BB962C8B-B14F-4D97-AF65-F5344CB8AC3E}">
        <p14:creationId xmlns:p14="http://schemas.microsoft.com/office/powerpoint/2010/main" val="3099011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F024B-435B-4839-BADA-5231B7159A4E}"/>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(Benefits of SCM)</a:t>
            </a:r>
            <a:endParaRPr lang="en-SG" dirty="0">
              <a:solidFill>
                <a:schemeClr val="accent4">
                  <a:lumMod val="75000"/>
                </a:schemeClr>
              </a:solidFill>
            </a:endParaRPr>
          </a:p>
        </p:txBody>
      </p:sp>
      <p:pic>
        <p:nvPicPr>
          <p:cNvPr id="4" name="Picture 3">
            <a:extLst>
              <a:ext uri="{FF2B5EF4-FFF2-40B4-BE49-F238E27FC236}">
                <a16:creationId xmlns:a16="http://schemas.microsoft.com/office/drawing/2014/main" id="{16B06AB4-CD56-4AD5-B02E-E056F2CAD9B8}"/>
              </a:ext>
            </a:extLst>
          </p:cNvPr>
          <p:cNvPicPr>
            <a:picLocks noChangeAspect="1"/>
          </p:cNvPicPr>
          <p:nvPr/>
        </p:nvPicPr>
        <p:blipFill rotWithShape="1">
          <a:blip r:embed="rId2"/>
          <a:srcRect l="35250" t="23259" r="23000" b="14963"/>
          <a:stretch/>
        </p:blipFill>
        <p:spPr>
          <a:xfrm>
            <a:off x="852016" y="1692967"/>
            <a:ext cx="5090160" cy="4236720"/>
          </a:xfrm>
          <a:prstGeom prst="rect">
            <a:avLst/>
          </a:prstGeom>
        </p:spPr>
      </p:pic>
      <p:pic>
        <p:nvPicPr>
          <p:cNvPr id="5" name="Picture 4">
            <a:extLst>
              <a:ext uri="{FF2B5EF4-FFF2-40B4-BE49-F238E27FC236}">
                <a16:creationId xmlns:a16="http://schemas.microsoft.com/office/drawing/2014/main" id="{BF3CFFD0-2230-4E40-BAD3-A2837363EBDC}"/>
              </a:ext>
            </a:extLst>
          </p:cNvPr>
          <p:cNvPicPr>
            <a:picLocks noChangeAspect="1"/>
          </p:cNvPicPr>
          <p:nvPr/>
        </p:nvPicPr>
        <p:blipFill rotWithShape="1">
          <a:blip r:embed="rId3"/>
          <a:srcRect l="35583" t="39259" r="23584" b="13481"/>
          <a:stretch/>
        </p:blipFill>
        <p:spPr>
          <a:xfrm>
            <a:off x="6249826" y="2014220"/>
            <a:ext cx="5532600" cy="3727564"/>
          </a:xfrm>
          <a:prstGeom prst="rect">
            <a:avLst/>
          </a:prstGeom>
        </p:spPr>
      </p:pic>
      <p:sp>
        <p:nvSpPr>
          <p:cNvPr id="6" name="TextBox 5">
            <a:extLst>
              <a:ext uri="{FF2B5EF4-FFF2-40B4-BE49-F238E27FC236}">
                <a16:creationId xmlns:a16="http://schemas.microsoft.com/office/drawing/2014/main" id="{A52EF4F0-4D06-487C-A709-A1113BE4306E}"/>
              </a:ext>
            </a:extLst>
          </p:cNvPr>
          <p:cNvSpPr txBox="1"/>
          <p:nvPr/>
        </p:nvSpPr>
        <p:spPr>
          <a:xfrm>
            <a:off x="1057274" y="6079547"/>
            <a:ext cx="5192551" cy="369332"/>
          </a:xfrm>
          <a:prstGeom prst="rect">
            <a:avLst/>
          </a:prstGeom>
          <a:noFill/>
        </p:spPr>
        <p:txBody>
          <a:bodyPr wrap="square" rtlCol="0">
            <a:spAutoFit/>
          </a:bodyPr>
          <a:lstStyle/>
          <a:p>
            <a:r>
              <a:rPr lang="en-SG" dirty="0"/>
              <a:t>a. Benefits of Supply Chain Management</a:t>
            </a:r>
          </a:p>
        </p:txBody>
      </p:sp>
      <p:sp>
        <p:nvSpPr>
          <p:cNvPr id="7" name="TextBox 6">
            <a:extLst>
              <a:ext uri="{FF2B5EF4-FFF2-40B4-BE49-F238E27FC236}">
                <a16:creationId xmlns:a16="http://schemas.microsoft.com/office/drawing/2014/main" id="{37145364-9432-469D-B59A-F18DF638B06F}"/>
              </a:ext>
            </a:extLst>
          </p:cNvPr>
          <p:cNvSpPr txBox="1"/>
          <p:nvPr/>
        </p:nvSpPr>
        <p:spPr>
          <a:xfrm>
            <a:off x="7200899" y="6065316"/>
            <a:ext cx="5192551" cy="369332"/>
          </a:xfrm>
          <a:prstGeom prst="rect">
            <a:avLst/>
          </a:prstGeom>
          <a:noFill/>
        </p:spPr>
        <p:txBody>
          <a:bodyPr wrap="square" rtlCol="0">
            <a:spAutoFit/>
          </a:bodyPr>
          <a:lstStyle/>
          <a:p>
            <a:r>
              <a:rPr lang="en-SG" dirty="0"/>
              <a:t>b. Realization of benefits</a:t>
            </a:r>
          </a:p>
        </p:txBody>
      </p:sp>
    </p:spTree>
    <p:extLst>
      <p:ext uri="{BB962C8B-B14F-4D97-AF65-F5344CB8AC3E}">
        <p14:creationId xmlns:p14="http://schemas.microsoft.com/office/powerpoint/2010/main" val="4009617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5DE6A4-B2D5-40F7-9DD3-212D4616E163}"/>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(Problems of SCM)</a:t>
            </a:r>
            <a:endParaRPr lang="en-SG" dirty="0">
              <a:solidFill>
                <a:schemeClr val="accent4">
                  <a:lumMod val="75000"/>
                </a:schemeClr>
              </a:solidFill>
            </a:endParaRPr>
          </a:p>
        </p:txBody>
      </p:sp>
      <p:pic>
        <p:nvPicPr>
          <p:cNvPr id="5" name="Picture 4">
            <a:extLst>
              <a:ext uri="{FF2B5EF4-FFF2-40B4-BE49-F238E27FC236}">
                <a16:creationId xmlns:a16="http://schemas.microsoft.com/office/drawing/2014/main" id="{42166A5E-479D-406F-BDD3-4B45353EA86D}"/>
              </a:ext>
            </a:extLst>
          </p:cNvPr>
          <p:cNvPicPr>
            <a:picLocks noChangeAspect="1"/>
          </p:cNvPicPr>
          <p:nvPr/>
        </p:nvPicPr>
        <p:blipFill rotWithShape="1">
          <a:blip r:embed="rId2"/>
          <a:srcRect l="20078" t="31250" r="21875" b="11806"/>
          <a:stretch/>
        </p:blipFill>
        <p:spPr>
          <a:xfrm>
            <a:off x="3552825" y="1876425"/>
            <a:ext cx="8278878" cy="4568426"/>
          </a:xfrm>
          <a:prstGeom prst="rect">
            <a:avLst/>
          </a:prstGeom>
        </p:spPr>
      </p:pic>
      <p:sp>
        <p:nvSpPr>
          <p:cNvPr id="6" name="TextBox 5">
            <a:extLst>
              <a:ext uri="{FF2B5EF4-FFF2-40B4-BE49-F238E27FC236}">
                <a16:creationId xmlns:a16="http://schemas.microsoft.com/office/drawing/2014/main" id="{3EA28A85-9BC2-4379-9D69-7C8EB62A5B0A}"/>
              </a:ext>
            </a:extLst>
          </p:cNvPr>
          <p:cNvSpPr txBox="1"/>
          <p:nvPr/>
        </p:nvSpPr>
        <p:spPr>
          <a:xfrm>
            <a:off x="838200" y="2609850"/>
            <a:ext cx="2714625" cy="2554545"/>
          </a:xfrm>
          <a:prstGeom prst="rect">
            <a:avLst/>
          </a:prstGeom>
          <a:noFill/>
        </p:spPr>
        <p:txBody>
          <a:bodyPr wrap="square" rtlCol="0">
            <a:spAutoFit/>
          </a:bodyPr>
          <a:lstStyle/>
          <a:p>
            <a:r>
              <a:rPr lang="en-US" sz="2000" dirty="0"/>
              <a:t>We can also review the benefits of SCM from the perspective of problems that can occur in a supply chain and consider how digital business technology can assist. </a:t>
            </a:r>
            <a:endParaRPr lang="en-SG" sz="2000" dirty="0"/>
          </a:p>
        </p:txBody>
      </p:sp>
    </p:spTree>
    <p:extLst>
      <p:ext uri="{BB962C8B-B14F-4D97-AF65-F5344CB8AC3E}">
        <p14:creationId xmlns:p14="http://schemas.microsoft.com/office/powerpoint/2010/main" val="3617464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5DE6A4-B2D5-40F7-9DD3-212D4616E163}"/>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(What is SCM?)</a:t>
            </a:r>
            <a:endParaRPr lang="en-SG" dirty="0">
              <a:solidFill>
                <a:schemeClr val="accent4">
                  <a:lumMod val="75000"/>
                </a:schemeClr>
              </a:solidFill>
            </a:endParaRPr>
          </a:p>
        </p:txBody>
      </p:sp>
      <p:sp>
        <p:nvSpPr>
          <p:cNvPr id="6" name="TextBox 5">
            <a:extLst>
              <a:ext uri="{FF2B5EF4-FFF2-40B4-BE49-F238E27FC236}">
                <a16:creationId xmlns:a16="http://schemas.microsoft.com/office/drawing/2014/main" id="{3EA28A85-9BC2-4379-9D69-7C8EB62A5B0A}"/>
              </a:ext>
            </a:extLst>
          </p:cNvPr>
          <p:cNvSpPr txBox="1"/>
          <p:nvPr/>
        </p:nvSpPr>
        <p:spPr>
          <a:xfrm>
            <a:off x="988061" y="1644958"/>
            <a:ext cx="4683760" cy="4893647"/>
          </a:xfrm>
          <a:prstGeom prst="rect">
            <a:avLst/>
          </a:prstGeom>
          <a:noFill/>
        </p:spPr>
        <p:txBody>
          <a:bodyPr wrap="square" rtlCol="0">
            <a:spAutoFit/>
          </a:bodyPr>
          <a:lstStyle/>
          <a:p>
            <a:pPr marL="457200" indent="-457200">
              <a:buFont typeface="Arial" panose="020B0604020202020204" pitchFamily="34" charset="0"/>
              <a:buChar char="•"/>
            </a:pPr>
            <a:r>
              <a:rPr lang="en-US" sz="2400" dirty="0"/>
              <a:t>The coordination of all supply activities of an organization from its suppliers and partners to its customers.</a:t>
            </a:r>
          </a:p>
          <a:p>
            <a:pPr marL="457200" indent="-457200">
              <a:buFont typeface="Arial" panose="020B0604020202020204" pitchFamily="34" charset="0"/>
              <a:buChar char="•"/>
            </a:pPr>
            <a:r>
              <a:rPr lang="en-US" sz="2400" dirty="0"/>
              <a:t>For most commercial and not-for-profit organizations we can distinguish between </a:t>
            </a:r>
            <a:r>
              <a:rPr lang="en-US" sz="2400" b="1" u="sng" dirty="0"/>
              <a:t>upstream supply chain</a:t>
            </a:r>
            <a:r>
              <a:rPr lang="en-US" sz="2400" dirty="0"/>
              <a:t> activities which are equivalent to </a:t>
            </a:r>
            <a:r>
              <a:rPr lang="en-US" sz="2400" dirty="0">
                <a:solidFill>
                  <a:schemeClr val="accent2">
                    <a:lumMod val="75000"/>
                  </a:schemeClr>
                </a:solidFill>
              </a:rPr>
              <a:t>buy-side e-commerce </a:t>
            </a:r>
            <a:r>
              <a:rPr lang="en-US" sz="2400" dirty="0"/>
              <a:t>and </a:t>
            </a:r>
            <a:r>
              <a:rPr lang="en-US" sz="2400" b="1" u="sng" dirty="0"/>
              <a:t>downstream supply chain</a:t>
            </a:r>
            <a:r>
              <a:rPr lang="en-US" sz="2400" dirty="0"/>
              <a:t> activities which correspond to </a:t>
            </a:r>
            <a:r>
              <a:rPr lang="en-US" sz="2400" dirty="0">
                <a:solidFill>
                  <a:schemeClr val="accent2">
                    <a:lumMod val="75000"/>
                  </a:schemeClr>
                </a:solidFill>
              </a:rPr>
              <a:t>sell-side e-commerce. </a:t>
            </a:r>
          </a:p>
        </p:txBody>
      </p:sp>
      <p:pic>
        <p:nvPicPr>
          <p:cNvPr id="1026" name="Picture 2" descr="What Is Supply Chain Management (SCM) and Why Is It Important?">
            <a:extLst>
              <a:ext uri="{FF2B5EF4-FFF2-40B4-BE49-F238E27FC236}">
                <a16:creationId xmlns:a16="http://schemas.microsoft.com/office/drawing/2014/main" id="{4E08A3E8-DFAD-470C-9C30-AF541F3F3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2156" y="1221764"/>
            <a:ext cx="5992812" cy="5437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5541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5DE6A4-B2D5-40F7-9DD3-212D4616E163}"/>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(What is SCM?)</a:t>
            </a:r>
            <a:endParaRPr lang="en-SG" dirty="0">
              <a:solidFill>
                <a:schemeClr val="accent4">
                  <a:lumMod val="75000"/>
                </a:schemeClr>
              </a:solidFill>
            </a:endParaRPr>
          </a:p>
        </p:txBody>
      </p:sp>
      <p:sp>
        <p:nvSpPr>
          <p:cNvPr id="6" name="TextBox 5">
            <a:extLst>
              <a:ext uri="{FF2B5EF4-FFF2-40B4-BE49-F238E27FC236}">
                <a16:creationId xmlns:a16="http://schemas.microsoft.com/office/drawing/2014/main" id="{3EA28A85-9BC2-4379-9D69-7C8EB62A5B0A}"/>
              </a:ext>
            </a:extLst>
          </p:cNvPr>
          <p:cNvSpPr txBox="1"/>
          <p:nvPr/>
        </p:nvSpPr>
        <p:spPr>
          <a:xfrm>
            <a:off x="838200" y="5788917"/>
            <a:ext cx="11706225" cy="1323439"/>
          </a:xfrm>
          <a:prstGeom prst="rect">
            <a:avLst/>
          </a:prstGeom>
          <a:noFill/>
        </p:spPr>
        <p:txBody>
          <a:bodyPr wrap="square" rtlCol="0">
            <a:spAutoFit/>
          </a:bodyPr>
          <a:lstStyle/>
          <a:p>
            <a:r>
              <a:rPr lang="en-US" sz="2000" dirty="0"/>
              <a:t>Technology is vital to supply chain management since managing relationships with customers, suppliers </a:t>
            </a:r>
          </a:p>
          <a:p>
            <a:r>
              <a:rPr lang="en-US" sz="2000" dirty="0"/>
              <a:t>and intermediaries is based on the flow of information and the transactions between these parties. This emphasis is about </a:t>
            </a:r>
            <a:r>
              <a:rPr lang="en-US" sz="2000" b="1" dirty="0">
                <a:solidFill>
                  <a:schemeClr val="accent2">
                    <a:lumMod val="75000"/>
                  </a:schemeClr>
                </a:solidFill>
              </a:rPr>
              <a:t>reducing operational costs</a:t>
            </a:r>
            <a:r>
              <a:rPr lang="en-US" sz="2000" b="1" dirty="0"/>
              <a:t> </a:t>
            </a:r>
            <a:r>
              <a:rPr lang="en-US" sz="2000" dirty="0"/>
              <a:t>and so </a:t>
            </a:r>
            <a:r>
              <a:rPr lang="en-US" sz="2000" b="1" dirty="0">
                <a:solidFill>
                  <a:schemeClr val="accent2">
                    <a:lumMod val="75000"/>
                  </a:schemeClr>
                </a:solidFill>
              </a:rPr>
              <a:t>increasing profitability</a:t>
            </a:r>
            <a:r>
              <a:rPr lang="en-US" sz="2000" dirty="0"/>
              <a:t>.</a:t>
            </a:r>
          </a:p>
          <a:p>
            <a:endParaRPr lang="en-US" sz="2000" dirty="0">
              <a:solidFill>
                <a:schemeClr val="accent2">
                  <a:lumMod val="75000"/>
                </a:schemeClr>
              </a:solidFill>
            </a:endParaRPr>
          </a:p>
        </p:txBody>
      </p:sp>
      <p:pic>
        <p:nvPicPr>
          <p:cNvPr id="2" name="Picture 1">
            <a:extLst>
              <a:ext uri="{FF2B5EF4-FFF2-40B4-BE49-F238E27FC236}">
                <a16:creationId xmlns:a16="http://schemas.microsoft.com/office/drawing/2014/main" id="{A058819C-0C65-418A-B65E-AAD0F19F81D7}"/>
              </a:ext>
            </a:extLst>
          </p:cNvPr>
          <p:cNvPicPr>
            <a:picLocks noChangeAspect="1"/>
          </p:cNvPicPr>
          <p:nvPr/>
        </p:nvPicPr>
        <p:blipFill rotWithShape="1">
          <a:blip r:embed="rId2"/>
          <a:srcRect l="33166" t="22224" r="20084" b="15704"/>
          <a:stretch/>
        </p:blipFill>
        <p:spPr>
          <a:xfrm>
            <a:off x="4600575" y="1069083"/>
            <a:ext cx="6319520" cy="4719834"/>
          </a:xfrm>
          <a:prstGeom prst="rect">
            <a:avLst/>
          </a:prstGeom>
        </p:spPr>
      </p:pic>
    </p:spTree>
    <p:extLst>
      <p:ext uri="{BB962C8B-B14F-4D97-AF65-F5344CB8AC3E}">
        <p14:creationId xmlns:p14="http://schemas.microsoft.com/office/powerpoint/2010/main" val="393380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6.2</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6.2</a:t>
            </a:r>
          </a:p>
        </p:txBody>
      </p:sp>
    </p:spTree>
    <p:extLst>
      <p:ext uri="{BB962C8B-B14F-4D97-AF65-F5344CB8AC3E}">
        <p14:creationId xmlns:p14="http://schemas.microsoft.com/office/powerpoint/2010/main" val="2910891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5DE6A4-B2D5-40F7-9DD3-212D4616E163}"/>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(Example of how technology supports SCM)</a:t>
            </a:r>
            <a:endParaRPr lang="en-SG" dirty="0">
              <a:solidFill>
                <a:schemeClr val="accent4">
                  <a:lumMod val="75000"/>
                </a:schemeClr>
              </a:solidFill>
            </a:endParaRPr>
          </a:p>
        </p:txBody>
      </p:sp>
      <p:sp>
        <p:nvSpPr>
          <p:cNvPr id="6" name="TextBox 5">
            <a:extLst>
              <a:ext uri="{FF2B5EF4-FFF2-40B4-BE49-F238E27FC236}">
                <a16:creationId xmlns:a16="http://schemas.microsoft.com/office/drawing/2014/main" id="{3EA28A85-9BC2-4379-9D69-7C8EB62A5B0A}"/>
              </a:ext>
            </a:extLst>
          </p:cNvPr>
          <p:cNvSpPr txBox="1"/>
          <p:nvPr/>
        </p:nvSpPr>
        <p:spPr>
          <a:xfrm>
            <a:off x="838201" y="1778892"/>
            <a:ext cx="10934700"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a:t>A good example of how the introduction of information systems can be used to improve supply chain management is provided by BHP Steel (now BlueScope Steel, www.bluescopesteel.com.au), an Australian firm. </a:t>
            </a:r>
          </a:p>
          <a:p>
            <a:endParaRPr lang="en-US" sz="3200" dirty="0"/>
          </a:p>
          <a:p>
            <a:pPr marL="457200" indent="-457200">
              <a:buFont typeface="Arial" panose="020B0604020202020204" pitchFamily="34" charset="0"/>
              <a:buChar char="•"/>
            </a:pPr>
            <a:r>
              <a:rPr lang="en-US" sz="3200" dirty="0"/>
              <a:t>Its use of PC-based technology for supply chain management and digital business represents a change of emphasis rather than a radically new approach. </a:t>
            </a:r>
          </a:p>
        </p:txBody>
      </p:sp>
    </p:spTree>
    <p:extLst>
      <p:ext uri="{BB962C8B-B14F-4D97-AF65-F5344CB8AC3E}">
        <p14:creationId xmlns:p14="http://schemas.microsoft.com/office/powerpoint/2010/main" val="2196693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5DE6A4-B2D5-40F7-9DD3-212D4616E163}"/>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(Simple model of SCM)</a:t>
            </a:r>
            <a:endParaRPr lang="en-SG" dirty="0">
              <a:solidFill>
                <a:schemeClr val="accent4">
                  <a:lumMod val="75000"/>
                </a:schemeClr>
              </a:solidFill>
            </a:endParaRPr>
          </a:p>
        </p:txBody>
      </p:sp>
      <p:sp>
        <p:nvSpPr>
          <p:cNvPr id="6" name="TextBox 5">
            <a:extLst>
              <a:ext uri="{FF2B5EF4-FFF2-40B4-BE49-F238E27FC236}">
                <a16:creationId xmlns:a16="http://schemas.microsoft.com/office/drawing/2014/main" id="{3EA28A85-9BC2-4379-9D69-7C8EB62A5B0A}"/>
              </a:ext>
            </a:extLst>
          </p:cNvPr>
          <p:cNvSpPr txBox="1"/>
          <p:nvPr/>
        </p:nvSpPr>
        <p:spPr>
          <a:xfrm>
            <a:off x="838200" y="1921767"/>
            <a:ext cx="10934700" cy="4031873"/>
          </a:xfrm>
          <a:prstGeom prst="rect">
            <a:avLst/>
          </a:prstGeom>
          <a:noFill/>
        </p:spPr>
        <p:txBody>
          <a:bodyPr wrap="square" rtlCol="0">
            <a:spAutoFit/>
          </a:bodyPr>
          <a:lstStyle/>
          <a:p>
            <a:r>
              <a:rPr lang="en-US" sz="3200" dirty="0"/>
              <a:t>An organization’s supply chain can be viewed from a systems perspective as the:</a:t>
            </a:r>
          </a:p>
          <a:p>
            <a:endParaRPr lang="en-US" sz="3200" dirty="0"/>
          </a:p>
          <a:p>
            <a:pPr marL="914400" lvl="1" indent="-457200">
              <a:buFont typeface="Wingdings" panose="05000000000000000000" pitchFamily="2" charset="2"/>
              <a:buChar char="ü"/>
            </a:pPr>
            <a:r>
              <a:rPr lang="en-US" sz="3200" dirty="0"/>
              <a:t> acquisition of resources (inputs) </a:t>
            </a:r>
          </a:p>
          <a:p>
            <a:pPr marL="914400" lvl="1" indent="-457200">
              <a:buFont typeface="Wingdings" panose="05000000000000000000" pitchFamily="2" charset="2"/>
              <a:buChar char="ü"/>
            </a:pPr>
            <a:r>
              <a:rPr lang="en-US" sz="3200" dirty="0"/>
              <a:t>their transformation (process) into products and services (outputs) </a:t>
            </a:r>
          </a:p>
          <a:p>
            <a:pPr marL="914400" lvl="1" indent="-457200">
              <a:buFont typeface="Wingdings" panose="05000000000000000000" pitchFamily="2" charset="2"/>
              <a:buChar char="ü"/>
            </a:pPr>
            <a:endParaRPr lang="en-US" sz="3200" dirty="0"/>
          </a:p>
          <a:p>
            <a:pPr lvl="1"/>
            <a:r>
              <a:rPr lang="en-US" sz="3200" dirty="0"/>
              <a:t>which are then delivered to customers. </a:t>
            </a:r>
          </a:p>
        </p:txBody>
      </p:sp>
    </p:spTree>
    <p:extLst>
      <p:ext uri="{BB962C8B-B14F-4D97-AF65-F5344CB8AC3E}">
        <p14:creationId xmlns:p14="http://schemas.microsoft.com/office/powerpoint/2010/main" val="3637334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FA366754-A2F4-475B-8217-AB06F5F15F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9" name="Rectangle 28">
              <a:extLst>
                <a:ext uri="{FF2B5EF4-FFF2-40B4-BE49-F238E27FC236}">
                  <a16:creationId xmlns:a16="http://schemas.microsoft.com/office/drawing/2014/main" id="{322BF2F0-5264-48F8-8780-73D64DE84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7DC5FF32-A8FD-4F1B-B8D3-3D226716C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le 1">
            <a:extLst>
              <a:ext uri="{FF2B5EF4-FFF2-40B4-BE49-F238E27FC236}">
                <a16:creationId xmlns:a16="http://schemas.microsoft.com/office/drawing/2014/main" id="{165DE6A4-B2D5-40F7-9DD3-212D4616E163}"/>
              </a:ext>
            </a:extLst>
          </p:cNvPr>
          <p:cNvSpPr>
            <a:spLocks noGrp="1"/>
          </p:cNvSpPr>
          <p:nvPr>
            <p:ph type="title"/>
          </p:nvPr>
        </p:nvSpPr>
        <p:spPr>
          <a:xfrm>
            <a:off x="157112" y="201718"/>
            <a:ext cx="10905066" cy="1135737"/>
          </a:xfrm>
        </p:spPr>
        <p:txBody>
          <a:bodyPr vert="horz" lIns="91440" tIns="45720" rIns="91440" bIns="45720" rtlCol="0" anchor="ctr">
            <a:normAutofit fontScale="90000"/>
          </a:bodyPr>
          <a:lstStyle/>
          <a:p>
            <a:r>
              <a:rPr lang="en-US" sz="4900" kern="1200" dirty="0">
                <a:solidFill>
                  <a:schemeClr val="tx1"/>
                </a:solidFill>
                <a:latin typeface="+mj-lt"/>
                <a:ea typeface="+mj-ea"/>
                <a:cs typeface="+mj-cs"/>
              </a:rPr>
              <a:t>Supply Chain Management </a:t>
            </a:r>
            <a:br>
              <a:rPr lang="en-US" sz="4000" kern="1200" dirty="0">
                <a:solidFill>
                  <a:schemeClr val="tx1"/>
                </a:solidFill>
                <a:latin typeface="+mj-lt"/>
                <a:ea typeface="+mj-ea"/>
                <a:cs typeface="+mj-cs"/>
              </a:rPr>
            </a:br>
            <a:r>
              <a:rPr lang="en-US" sz="4000" kern="1200" dirty="0">
                <a:solidFill>
                  <a:schemeClr val="accent4">
                    <a:lumMod val="75000"/>
                  </a:schemeClr>
                </a:solidFill>
                <a:latin typeface="+mj-lt"/>
                <a:ea typeface="+mj-ea"/>
                <a:cs typeface="+mj-cs"/>
              </a:rPr>
              <a:t>(Simple model of SCM)</a:t>
            </a:r>
          </a:p>
        </p:txBody>
      </p:sp>
      <p:sp>
        <p:nvSpPr>
          <p:cNvPr id="6" name="TextBox 5">
            <a:extLst>
              <a:ext uri="{FF2B5EF4-FFF2-40B4-BE49-F238E27FC236}">
                <a16:creationId xmlns:a16="http://schemas.microsoft.com/office/drawing/2014/main" id="{3EA28A85-9BC2-4379-9D69-7C8EB62A5B0A}"/>
              </a:ext>
            </a:extLst>
          </p:cNvPr>
          <p:cNvSpPr txBox="1"/>
          <p:nvPr/>
        </p:nvSpPr>
        <p:spPr>
          <a:xfrm>
            <a:off x="670705" y="2233942"/>
            <a:ext cx="6842935" cy="3155276"/>
          </a:xfrm>
          <a:prstGeom prst="rect">
            <a:avLst/>
          </a:prstGeom>
        </p:spPr>
        <p:txBody>
          <a:bodyPr vert="horz" lIns="91440" tIns="45720" rIns="91440" bIns="45720" rtlCol="0">
            <a:normAutofit lnSpcReduction="10000"/>
          </a:bodyPr>
          <a:lstStyle/>
          <a:p>
            <a:pPr>
              <a:lnSpc>
                <a:spcPct val="90000"/>
              </a:lnSpc>
              <a:spcAft>
                <a:spcPts val="600"/>
              </a:spcAft>
            </a:pPr>
            <a:r>
              <a:rPr lang="en-US" sz="3200" dirty="0"/>
              <a:t>Such a perspective indicates that as part of moving to digital business, organizations can review the transformation process and optimize it in order to deliver products to customers with greater efficiency and lower cost.</a:t>
            </a:r>
          </a:p>
        </p:txBody>
      </p:sp>
      <p:grpSp>
        <p:nvGrpSpPr>
          <p:cNvPr id="32" name="Group 3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33" name="Isosceles Triangle 3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Graphic 9" descr="Business Growth">
            <a:extLst>
              <a:ext uri="{FF2B5EF4-FFF2-40B4-BE49-F238E27FC236}">
                <a16:creationId xmlns:a16="http://schemas.microsoft.com/office/drawing/2014/main" id="{FFBA6FEF-B198-4826-AC70-71C536CA4A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2318" y="1782981"/>
            <a:ext cx="3416214" cy="3416214"/>
          </a:xfrm>
          <a:prstGeom prst="rect">
            <a:avLst/>
          </a:prstGeom>
        </p:spPr>
      </p:pic>
    </p:spTree>
    <p:extLst>
      <p:ext uri="{BB962C8B-B14F-4D97-AF65-F5344CB8AC3E}">
        <p14:creationId xmlns:p14="http://schemas.microsoft.com/office/powerpoint/2010/main" val="2733184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6.3</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6.3</a:t>
            </a:r>
          </a:p>
        </p:txBody>
      </p:sp>
    </p:spTree>
    <p:extLst>
      <p:ext uri="{BB962C8B-B14F-4D97-AF65-F5344CB8AC3E}">
        <p14:creationId xmlns:p14="http://schemas.microsoft.com/office/powerpoint/2010/main" val="4071364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F535A5-EFB1-4B53-BAC9-0E83C78246E1}"/>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(Typical SCM for B2B company)</a:t>
            </a:r>
            <a:endParaRPr lang="en-SG" dirty="0">
              <a:solidFill>
                <a:schemeClr val="accent4">
                  <a:lumMod val="75000"/>
                </a:schemeClr>
              </a:solidFill>
            </a:endParaRPr>
          </a:p>
        </p:txBody>
      </p:sp>
      <p:pic>
        <p:nvPicPr>
          <p:cNvPr id="5" name="Picture 4">
            <a:extLst>
              <a:ext uri="{FF2B5EF4-FFF2-40B4-BE49-F238E27FC236}">
                <a16:creationId xmlns:a16="http://schemas.microsoft.com/office/drawing/2014/main" id="{3760DFED-8295-409D-90E3-659A4A924459}"/>
              </a:ext>
            </a:extLst>
          </p:cNvPr>
          <p:cNvPicPr>
            <a:picLocks noChangeAspect="1"/>
          </p:cNvPicPr>
          <p:nvPr/>
        </p:nvPicPr>
        <p:blipFill rotWithShape="1">
          <a:blip r:embed="rId2"/>
          <a:srcRect l="16584" t="24296" r="13750" b="23259"/>
          <a:stretch/>
        </p:blipFill>
        <p:spPr>
          <a:xfrm>
            <a:off x="763374" y="1823720"/>
            <a:ext cx="10989102" cy="4653280"/>
          </a:xfrm>
          <a:prstGeom prst="rect">
            <a:avLst/>
          </a:prstGeom>
        </p:spPr>
      </p:pic>
    </p:spTree>
    <p:extLst>
      <p:ext uri="{BB962C8B-B14F-4D97-AF65-F5344CB8AC3E}">
        <p14:creationId xmlns:p14="http://schemas.microsoft.com/office/powerpoint/2010/main" val="1715379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F535A5-EFB1-4B53-BAC9-0E83C78246E1}"/>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(Typical SCM for B2B company)</a:t>
            </a:r>
            <a:endParaRPr lang="en-SG" dirty="0">
              <a:solidFill>
                <a:schemeClr val="accent4">
                  <a:lumMod val="75000"/>
                </a:schemeClr>
              </a:solidFill>
            </a:endParaRPr>
          </a:p>
        </p:txBody>
      </p:sp>
      <p:pic>
        <p:nvPicPr>
          <p:cNvPr id="3" name="Picture 2">
            <a:extLst>
              <a:ext uri="{FF2B5EF4-FFF2-40B4-BE49-F238E27FC236}">
                <a16:creationId xmlns:a16="http://schemas.microsoft.com/office/drawing/2014/main" id="{9B6E8B73-892C-4551-90DF-32131619E7AD}"/>
              </a:ext>
            </a:extLst>
          </p:cNvPr>
          <p:cNvPicPr>
            <a:picLocks noChangeAspect="1"/>
          </p:cNvPicPr>
          <p:nvPr/>
        </p:nvPicPr>
        <p:blipFill rotWithShape="1">
          <a:blip r:embed="rId2"/>
          <a:srcRect l="15917" t="32444" r="14000" b="21778"/>
          <a:stretch/>
        </p:blipFill>
        <p:spPr>
          <a:xfrm>
            <a:off x="762000" y="1817370"/>
            <a:ext cx="11099096" cy="4634296"/>
          </a:xfrm>
          <a:prstGeom prst="rect">
            <a:avLst/>
          </a:prstGeom>
        </p:spPr>
      </p:pic>
    </p:spTree>
    <p:extLst>
      <p:ext uri="{BB962C8B-B14F-4D97-AF65-F5344CB8AC3E}">
        <p14:creationId xmlns:p14="http://schemas.microsoft.com/office/powerpoint/2010/main" val="3837590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6.4</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6.4</a:t>
            </a:r>
          </a:p>
        </p:txBody>
      </p:sp>
    </p:spTree>
    <p:extLst>
      <p:ext uri="{BB962C8B-B14F-4D97-AF65-F5344CB8AC3E}">
        <p14:creationId xmlns:p14="http://schemas.microsoft.com/office/powerpoint/2010/main" val="1302294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F535A5-EFB1-4B53-BAC9-0E83C78246E1}"/>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(Push and Pull Supply Chain model)</a:t>
            </a:r>
            <a:endParaRPr lang="en-SG" dirty="0">
              <a:solidFill>
                <a:schemeClr val="accent4">
                  <a:lumMod val="75000"/>
                </a:schemeClr>
              </a:solidFill>
            </a:endParaRPr>
          </a:p>
        </p:txBody>
      </p:sp>
      <p:sp>
        <p:nvSpPr>
          <p:cNvPr id="2" name="TextBox 1">
            <a:extLst>
              <a:ext uri="{FF2B5EF4-FFF2-40B4-BE49-F238E27FC236}">
                <a16:creationId xmlns:a16="http://schemas.microsoft.com/office/drawing/2014/main" id="{A49F3E93-D246-4ADB-AC35-5946CEC767CE}"/>
              </a:ext>
            </a:extLst>
          </p:cNvPr>
          <p:cNvSpPr txBox="1"/>
          <p:nvPr/>
        </p:nvSpPr>
        <p:spPr>
          <a:xfrm>
            <a:off x="923925" y="1971675"/>
            <a:ext cx="10601325" cy="4031873"/>
          </a:xfrm>
          <a:prstGeom prst="rect">
            <a:avLst/>
          </a:prstGeom>
          <a:noFill/>
        </p:spPr>
        <p:txBody>
          <a:bodyPr wrap="square" rtlCol="0">
            <a:spAutoFit/>
          </a:bodyPr>
          <a:lstStyle/>
          <a:p>
            <a:r>
              <a:rPr lang="en-SG" sz="3200" b="1" u="sng" dirty="0"/>
              <a:t>Push Supply Chain</a:t>
            </a:r>
          </a:p>
          <a:p>
            <a:r>
              <a:rPr lang="en-SG" sz="3200" dirty="0"/>
              <a:t>- </a:t>
            </a:r>
            <a:r>
              <a:rPr lang="en-US" sz="3200" dirty="0"/>
              <a:t>A supply chain that emphasizes distribution of a product to passive customers.</a:t>
            </a:r>
          </a:p>
          <a:p>
            <a:endParaRPr lang="en-SG" sz="3200" dirty="0"/>
          </a:p>
          <a:p>
            <a:r>
              <a:rPr lang="en-SG" sz="3200" b="1" u="sng" dirty="0"/>
              <a:t>Pull Supply Chain</a:t>
            </a:r>
          </a:p>
          <a:p>
            <a:r>
              <a:rPr lang="en-SG" sz="3200" dirty="0"/>
              <a:t>- </a:t>
            </a:r>
            <a:r>
              <a:rPr lang="en-US" sz="3200" dirty="0"/>
              <a:t>An emphasis on using the supply chain to deliver value to customers who are actively involved in product and service specification.</a:t>
            </a:r>
            <a:endParaRPr lang="en-SG" sz="3200" dirty="0"/>
          </a:p>
        </p:txBody>
      </p:sp>
    </p:spTree>
    <p:extLst>
      <p:ext uri="{BB962C8B-B14F-4D97-AF65-F5344CB8AC3E}">
        <p14:creationId xmlns:p14="http://schemas.microsoft.com/office/powerpoint/2010/main" val="849182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F535A5-EFB1-4B53-BAC9-0E83C78246E1}"/>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(Push and Pull Supply Chain model)</a:t>
            </a:r>
            <a:endParaRPr lang="en-SG" dirty="0">
              <a:solidFill>
                <a:schemeClr val="accent4">
                  <a:lumMod val="75000"/>
                </a:schemeClr>
              </a:solidFill>
            </a:endParaRPr>
          </a:p>
        </p:txBody>
      </p:sp>
      <p:pic>
        <p:nvPicPr>
          <p:cNvPr id="3" name="Picture 2">
            <a:extLst>
              <a:ext uri="{FF2B5EF4-FFF2-40B4-BE49-F238E27FC236}">
                <a16:creationId xmlns:a16="http://schemas.microsoft.com/office/drawing/2014/main" id="{13A7CDB7-40A9-46B6-A965-3E3A23F8ADAF}"/>
              </a:ext>
            </a:extLst>
          </p:cNvPr>
          <p:cNvPicPr>
            <a:picLocks noChangeAspect="1"/>
          </p:cNvPicPr>
          <p:nvPr/>
        </p:nvPicPr>
        <p:blipFill rotWithShape="1">
          <a:blip r:embed="rId2"/>
          <a:srcRect l="25084" t="22224" r="11500" b="21482"/>
          <a:stretch/>
        </p:blipFill>
        <p:spPr>
          <a:xfrm>
            <a:off x="1330127" y="1593936"/>
            <a:ext cx="9931796" cy="4959264"/>
          </a:xfrm>
          <a:prstGeom prst="rect">
            <a:avLst/>
          </a:prstGeom>
        </p:spPr>
      </p:pic>
    </p:spTree>
    <p:extLst>
      <p:ext uri="{BB962C8B-B14F-4D97-AF65-F5344CB8AC3E}">
        <p14:creationId xmlns:p14="http://schemas.microsoft.com/office/powerpoint/2010/main" val="326524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F535A5-EFB1-4B53-BAC9-0E83C78246E1}"/>
              </a:ext>
            </a:extLst>
          </p:cNvPr>
          <p:cNvSpPr>
            <a:spLocks noGrp="1"/>
          </p:cNvSpPr>
          <p:nvPr>
            <p:ph type="title"/>
          </p:nvPr>
        </p:nvSpPr>
        <p:spPr>
          <a:xfrm>
            <a:off x="838200" y="198522"/>
            <a:ext cx="10515600" cy="1325563"/>
          </a:xfrm>
        </p:spPr>
        <p:txBody>
          <a:bodyPr/>
          <a:lstStyle/>
          <a:p>
            <a:r>
              <a:rPr lang="en-SG" dirty="0"/>
              <a:t>Supply Chain Management </a:t>
            </a:r>
            <a:br>
              <a:rPr lang="en-SG" dirty="0"/>
            </a:br>
            <a:r>
              <a:rPr lang="en-SG" sz="3600" dirty="0">
                <a:solidFill>
                  <a:schemeClr val="accent4">
                    <a:lumMod val="75000"/>
                  </a:schemeClr>
                </a:solidFill>
              </a:rPr>
              <a:t>(Push and Pull Supply Chain model)</a:t>
            </a:r>
            <a:endParaRPr lang="en-SG" dirty="0">
              <a:solidFill>
                <a:schemeClr val="accent4">
                  <a:lumMod val="75000"/>
                </a:schemeClr>
              </a:solidFill>
            </a:endParaRPr>
          </a:p>
        </p:txBody>
      </p:sp>
      <p:pic>
        <p:nvPicPr>
          <p:cNvPr id="2" name="Picture 1">
            <a:extLst>
              <a:ext uri="{FF2B5EF4-FFF2-40B4-BE49-F238E27FC236}">
                <a16:creationId xmlns:a16="http://schemas.microsoft.com/office/drawing/2014/main" id="{1E275D99-D7E2-4C47-B9F2-CCD97B715D03}"/>
              </a:ext>
            </a:extLst>
          </p:cNvPr>
          <p:cNvPicPr>
            <a:picLocks noChangeAspect="1"/>
          </p:cNvPicPr>
          <p:nvPr/>
        </p:nvPicPr>
        <p:blipFill rotWithShape="1">
          <a:blip r:embed="rId2"/>
          <a:srcRect l="24000" t="19407" r="12583" b="25630"/>
          <a:stretch/>
        </p:blipFill>
        <p:spPr>
          <a:xfrm>
            <a:off x="1181270" y="1659255"/>
            <a:ext cx="10058060" cy="4903470"/>
          </a:xfrm>
          <a:prstGeom prst="rect">
            <a:avLst/>
          </a:prstGeom>
        </p:spPr>
      </p:pic>
    </p:spTree>
    <p:extLst>
      <p:ext uri="{BB962C8B-B14F-4D97-AF65-F5344CB8AC3E}">
        <p14:creationId xmlns:p14="http://schemas.microsoft.com/office/powerpoint/2010/main" val="2241844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6.5</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6.5</a:t>
            </a:r>
          </a:p>
        </p:txBody>
      </p:sp>
    </p:spTree>
    <p:extLst>
      <p:ext uri="{BB962C8B-B14F-4D97-AF65-F5344CB8AC3E}">
        <p14:creationId xmlns:p14="http://schemas.microsoft.com/office/powerpoint/2010/main" val="2484037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0435B-57FB-404D-AEF4-6FFF8B892AB5}"/>
              </a:ext>
            </a:extLst>
          </p:cNvPr>
          <p:cNvSpPr>
            <a:spLocks noGrp="1"/>
          </p:cNvSpPr>
          <p:nvPr>
            <p:ph type="title"/>
          </p:nvPr>
        </p:nvSpPr>
        <p:spPr>
          <a:xfrm>
            <a:off x="838200" y="365125"/>
            <a:ext cx="10515600" cy="1325563"/>
          </a:xfrm>
        </p:spPr>
        <p:txBody>
          <a:bodyPr>
            <a:normAutofit/>
          </a:bodyPr>
          <a:lstStyle/>
          <a:p>
            <a:r>
              <a:rPr lang="en-SG" dirty="0"/>
              <a:t>Technology options and standards for SCM</a:t>
            </a:r>
            <a:br>
              <a:rPr lang="en-SG" dirty="0"/>
            </a:br>
            <a:r>
              <a:rPr lang="en-SG" sz="3600" dirty="0">
                <a:solidFill>
                  <a:schemeClr val="accent4">
                    <a:lumMod val="75000"/>
                  </a:schemeClr>
                </a:solidFill>
              </a:rPr>
              <a:t>(Data Transfer Options and Standards)</a:t>
            </a:r>
          </a:p>
        </p:txBody>
      </p:sp>
      <p:graphicFrame>
        <p:nvGraphicFramePr>
          <p:cNvPr id="5" name="Content Placeholder 2">
            <a:extLst>
              <a:ext uri="{FF2B5EF4-FFF2-40B4-BE49-F238E27FC236}">
                <a16:creationId xmlns:a16="http://schemas.microsoft.com/office/drawing/2014/main" id="{27AC6ECA-9817-4AC8-8BB3-006FA59B2343}"/>
              </a:ext>
            </a:extLst>
          </p:cNvPr>
          <p:cNvGraphicFramePr>
            <a:graphicFrameLocks noGrp="1"/>
          </p:cNvGraphicFramePr>
          <p:nvPr>
            <p:ph idx="1"/>
            <p:extLst>
              <p:ext uri="{D42A27DB-BD31-4B8C-83A1-F6EECF244321}">
                <p14:modId xmlns:p14="http://schemas.microsoft.com/office/powerpoint/2010/main" val="761199953"/>
              </p:ext>
            </p:extLst>
          </p:nvPr>
        </p:nvGraphicFramePr>
        <p:xfrm>
          <a:off x="981075" y="2140331"/>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3760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0435B-57FB-404D-AEF4-6FFF8B892AB5}"/>
              </a:ext>
            </a:extLst>
          </p:cNvPr>
          <p:cNvSpPr>
            <a:spLocks noGrp="1"/>
          </p:cNvSpPr>
          <p:nvPr>
            <p:ph type="title"/>
          </p:nvPr>
        </p:nvSpPr>
        <p:spPr>
          <a:xfrm>
            <a:off x="628650" y="136525"/>
            <a:ext cx="10515600" cy="1325563"/>
          </a:xfrm>
        </p:spPr>
        <p:txBody>
          <a:bodyPr>
            <a:normAutofit/>
          </a:bodyPr>
          <a:lstStyle/>
          <a:p>
            <a:r>
              <a:rPr lang="en-SG" dirty="0"/>
              <a:t>Technology options and standards for SCM</a:t>
            </a:r>
            <a:br>
              <a:rPr lang="en-SG" dirty="0"/>
            </a:br>
            <a:r>
              <a:rPr lang="en-SG" sz="3600" dirty="0">
                <a:solidFill>
                  <a:schemeClr val="accent4">
                    <a:lumMod val="75000"/>
                  </a:schemeClr>
                </a:solidFill>
              </a:rPr>
              <a:t>(Adoption rates of digital business applications)</a:t>
            </a:r>
          </a:p>
        </p:txBody>
      </p:sp>
      <p:pic>
        <p:nvPicPr>
          <p:cNvPr id="6" name="Picture 5">
            <a:extLst>
              <a:ext uri="{FF2B5EF4-FFF2-40B4-BE49-F238E27FC236}">
                <a16:creationId xmlns:a16="http://schemas.microsoft.com/office/drawing/2014/main" id="{4F5D9E1B-01E5-44FB-8791-1BC50C752DFF}"/>
              </a:ext>
            </a:extLst>
          </p:cNvPr>
          <p:cNvPicPr>
            <a:picLocks noChangeAspect="1"/>
          </p:cNvPicPr>
          <p:nvPr/>
        </p:nvPicPr>
        <p:blipFill rotWithShape="1">
          <a:blip r:embed="rId2"/>
          <a:srcRect l="21083" t="29185" r="18083" b="15259"/>
          <a:stretch/>
        </p:blipFill>
        <p:spPr>
          <a:xfrm>
            <a:off x="3464626" y="1740919"/>
            <a:ext cx="8365424" cy="4669403"/>
          </a:xfrm>
          <a:prstGeom prst="rect">
            <a:avLst/>
          </a:prstGeom>
        </p:spPr>
      </p:pic>
      <p:sp>
        <p:nvSpPr>
          <p:cNvPr id="7" name="TextBox 6">
            <a:extLst>
              <a:ext uri="{FF2B5EF4-FFF2-40B4-BE49-F238E27FC236}">
                <a16:creationId xmlns:a16="http://schemas.microsoft.com/office/drawing/2014/main" id="{730F78FE-09BE-4F14-90BF-A3890068F199}"/>
              </a:ext>
            </a:extLst>
          </p:cNvPr>
          <p:cNvSpPr txBox="1"/>
          <p:nvPr/>
        </p:nvSpPr>
        <p:spPr>
          <a:xfrm>
            <a:off x="962025" y="2445150"/>
            <a:ext cx="2657475" cy="3108543"/>
          </a:xfrm>
          <a:prstGeom prst="rect">
            <a:avLst/>
          </a:prstGeom>
          <a:noFill/>
        </p:spPr>
        <p:txBody>
          <a:bodyPr wrap="square" rtlCol="0">
            <a:spAutoFit/>
          </a:bodyPr>
          <a:lstStyle/>
          <a:p>
            <a:r>
              <a:rPr lang="en-SG" sz="2800" dirty="0"/>
              <a:t>Popularity of different digital business applications in Europe according to company size</a:t>
            </a:r>
          </a:p>
        </p:txBody>
      </p:sp>
    </p:spTree>
    <p:extLst>
      <p:ext uri="{BB962C8B-B14F-4D97-AF65-F5344CB8AC3E}">
        <p14:creationId xmlns:p14="http://schemas.microsoft.com/office/powerpoint/2010/main" val="1660840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0435B-57FB-404D-AEF4-6FFF8B892AB5}"/>
              </a:ext>
            </a:extLst>
          </p:cNvPr>
          <p:cNvSpPr>
            <a:spLocks noGrp="1"/>
          </p:cNvSpPr>
          <p:nvPr>
            <p:ph type="title"/>
          </p:nvPr>
        </p:nvSpPr>
        <p:spPr>
          <a:xfrm>
            <a:off x="635000" y="121285"/>
            <a:ext cx="10515600" cy="1325563"/>
          </a:xfrm>
        </p:spPr>
        <p:txBody>
          <a:bodyPr vert="horz" lIns="91440" tIns="45720" rIns="91440" bIns="45720" rtlCol="0" anchor="ctr">
            <a:normAutofit/>
          </a:bodyPr>
          <a:lstStyle/>
          <a:p>
            <a:r>
              <a:rPr lang="en-US" sz="4000" kern="1200" dirty="0">
                <a:solidFill>
                  <a:schemeClr val="tx1"/>
                </a:solidFill>
                <a:latin typeface="+mj-lt"/>
                <a:ea typeface="+mj-ea"/>
                <a:cs typeface="+mj-cs"/>
              </a:rPr>
              <a:t>Technology options and standards for SCM</a:t>
            </a:r>
            <a:br>
              <a:rPr lang="en-US" sz="3400" kern="1200" dirty="0">
                <a:solidFill>
                  <a:schemeClr val="tx1"/>
                </a:solidFill>
                <a:latin typeface="+mj-lt"/>
                <a:ea typeface="+mj-ea"/>
                <a:cs typeface="+mj-cs"/>
              </a:rPr>
            </a:br>
            <a:r>
              <a:rPr lang="en-US" sz="3400" kern="1200" dirty="0">
                <a:solidFill>
                  <a:schemeClr val="accent4">
                    <a:lumMod val="75000"/>
                  </a:schemeClr>
                </a:solidFill>
                <a:latin typeface="+mj-lt"/>
                <a:ea typeface="+mj-ea"/>
                <a:cs typeface="+mj-cs"/>
              </a:rPr>
              <a:t>(Benefits of E-SCM with respect to typical B2B company)</a:t>
            </a:r>
          </a:p>
        </p:txBody>
      </p:sp>
      <p:graphicFrame>
        <p:nvGraphicFramePr>
          <p:cNvPr id="9" name="TextBox 6">
            <a:extLst>
              <a:ext uri="{FF2B5EF4-FFF2-40B4-BE49-F238E27FC236}">
                <a16:creationId xmlns:a16="http://schemas.microsoft.com/office/drawing/2014/main" id="{404FEDA4-C6C5-425B-9741-75195B530533}"/>
              </a:ext>
            </a:extLst>
          </p:cNvPr>
          <p:cNvGraphicFramePr/>
          <p:nvPr>
            <p:extLst>
              <p:ext uri="{D42A27DB-BD31-4B8C-83A1-F6EECF244321}">
                <p14:modId xmlns:p14="http://schemas.microsoft.com/office/powerpoint/2010/main" val="189529389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8568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0435B-57FB-404D-AEF4-6FFF8B892AB5}"/>
              </a:ext>
            </a:extLst>
          </p:cNvPr>
          <p:cNvSpPr>
            <a:spLocks noGrp="1"/>
          </p:cNvSpPr>
          <p:nvPr>
            <p:ph type="title"/>
          </p:nvPr>
        </p:nvSpPr>
        <p:spPr>
          <a:xfrm>
            <a:off x="594360" y="180815"/>
            <a:ext cx="10515600" cy="1325563"/>
          </a:xfrm>
        </p:spPr>
        <p:txBody>
          <a:bodyPr vert="horz" lIns="91440" tIns="45720" rIns="91440" bIns="45720" rtlCol="0" anchor="ctr">
            <a:normAutofit fontScale="90000"/>
          </a:bodyPr>
          <a:lstStyle/>
          <a:p>
            <a:r>
              <a:rPr lang="en-US" sz="4000" kern="1200" dirty="0">
                <a:solidFill>
                  <a:schemeClr val="tx1"/>
                </a:solidFill>
                <a:latin typeface="+mj-lt"/>
                <a:ea typeface="+mj-ea"/>
                <a:cs typeface="+mj-cs"/>
              </a:rPr>
              <a:t>Technology options and standards for SCM</a:t>
            </a:r>
            <a:br>
              <a:rPr lang="en-US" sz="2100" kern="1200" dirty="0">
                <a:solidFill>
                  <a:schemeClr val="tx1"/>
                </a:solidFill>
                <a:latin typeface="+mj-lt"/>
                <a:ea typeface="+mj-ea"/>
                <a:cs typeface="+mj-cs"/>
              </a:rPr>
            </a:br>
            <a:r>
              <a:rPr lang="en-US" sz="2200" kern="1200" dirty="0">
                <a:solidFill>
                  <a:schemeClr val="accent4">
                    <a:lumMod val="75000"/>
                  </a:schemeClr>
                </a:solidFill>
                <a:latin typeface="+mj-lt"/>
                <a:ea typeface="+mj-ea"/>
                <a:cs typeface="+mj-cs"/>
              </a:rPr>
              <a:t>(An alternative perspective on the benefits is to look at the benefits that technology can </a:t>
            </a:r>
            <a:br>
              <a:rPr lang="en-US" sz="2200" kern="1200" dirty="0">
                <a:solidFill>
                  <a:schemeClr val="accent4">
                    <a:lumMod val="75000"/>
                  </a:schemeClr>
                </a:solidFill>
                <a:latin typeface="+mj-lt"/>
                <a:ea typeface="+mj-ea"/>
                <a:cs typeface="+mj-cs"/>
              </a:rPr>
            </a:br>
            <a:r>
              <a:rPr lang="en-US" sz="2200" kern="1200" dirty="0">
                <a:solidFill>
                  <a:schemeClr val="accent4">
                    <a:lumMod val="75000"/>
                  </a:schemeClr>
                </a:solidFill>
                <a:latin typeface="+mj-lt"/>
                <a:ea typeface="+mj-ea"/>
                <a:cs typeface="+mj-cs"/>
              </a:rPr>
              <a:t>deliver to customers at the end of the supply chain. </a:t>
            </a:r>
            <a:br>
              <a:rPr lang="en-US" sz="2200" kern="1200" dirty="0">
                <a:solidFill>
                  <a:schemeClr val="accent4">
                    <a:lumMod val="75000"/>
                  </a:schemeClr>
                </a:solidFill>
                <a:latin typeface="+mj-lt"/>
                <a:ea typeface="+mj-ea"/>
                <a:cs typeface="+mj-cs"/>
              </a:rPr>
            </a:br>
            <a:r>
              <a:rPr lang="en-US" sz="2200" kern="1200" dirty="0">
                <a:solidFill>
                  <a:schemeClr val="accent4">
                    <a:lumMod val="75000"/>
                  </a:schemeClr>
                </a:solidFill>
                <a:latin typeface="+mj-lt"/>
                <a:ea typeface="+mj-ea"/>
                <a:cs typeface="+mj-cs"/>
              </a:rPr>
              <a:t>For the B2B company these could include: )</a:t>
            </a:r>
            <a:endParaRPr lang="en-US" sz="2100" kern="1200" dirty="0">
              <a:solidFill>
                <a:schemeClr val="accent4">
                  <a:lumMod val="75000"/>
                </a:schemeClr>
              </a:solidFill>
              <a:latin typeface="+mj-lt"/>
              <a:ea typeface="+mj-ea"/>
              <a:cs typeface="+mj-cs"/>
            </a:endParaRPr>
          </a:p>
        </p:txBody>
      </p:sp>
      <p:graphicFrame>
        <p:nvGraphicFramePr>
          <p:cNvPr id="5" name="TextBox 2">
            <a:extLst>
              <a:ext uri="{FF2B5EF4-FFF2-40B4-BE49-F238E27FC236}">
                <a16:creationId xmlns:a16="http://schemas.microsoft.com/office/drawing/2014/main" id="{7F5804ED-6734-4AF8-8D52-EE4757704510}"/>
              </a:ext>
            </a:extLst>
          </p:cNvPr>
          <p:cNvGraphicFramePr/>
          <p:nvPr>
            <p:extLst>
              <p:ext uri="{D42A27DB-BD31-4B8C-83A1-F6EECF244321}">
                <p14:modId xmlns:p14="http://schemas.microsoft.com/office/powerpoint/2010/main" val="9538447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5043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7010A-AC28-489D-AE77-B8F9E750D62C}"/>
              </a:ext>
            </a:extLst>
          </p:cNvPr>
          <p:cNvSpPr>
            <a:spLocks noGrp="1"/>
          </p:cNvSpPr>
          <p:nvPr>
            <p:ph type="title"/>
          </p:nvPr>
        </p:nvSpPr>
        <p:spPr>
          <a:xfrm>
            <a:off x="619125" y="18255"/>
            <a:ext cx="10515600" cy="1325563"/>
          </a:xfrm>
        </p:spPr>
        <p:txBody>
          <a:bodyPr/>
          <a:lstStyle/>
          <a:p>
            <a:r>
              <a:rPr lang="en-SG" dirty="0"/>
              <a:t>Technology options and standards for SCM</a:t>
            </a:r>
            <a:br>
              <a:rPr lang="en-SG" dirty="0"/>
            </a:br>
            <a:r>
              <a:rPr lang="en-SG" sz="3600" dirty="0">
                <a:solidFill>
                  <a:schemeClr val="accent4">
                    <a:lumMod val="75000"/>
                  </a:schemeClr>
                </a:solidFill>
              </a:rPr>
              <a:t>(IS Infrastructure for SCM)</a:t>
            </a:r>
            <a:endParaRPr lang="en-SG" dirty="0">
              <a:solidFill>
                <a:schemeClr val="accent4">
                  <a:lumMod val="75000"/>
                </a:schemeClr>
              </a:solidFill>
            </a:endParaRPr>
          </a:p>
        </p:txBody>
      </p:sp>
      <p:sp>
        <p:nvSpPr>
          <p:cNvPr id="3" name="Content Placeholder 2">
            <a:extLst>
              <a:ext uri="{FF2B5EF4-FFF2-40B4-BE49-F238E27FC236}">
                <a16:creationId xmlns:a16="http://schemas.microsoft.com/office/drawing/2014/main" id="{55D68CF3-C0D3-47CA-B595-76D7AFD58A45}"/>
              </a:ext>
            </a:extLst>
          </p:cNvPr>
          <p:cNvSpPr>
            <a:spLocks noGrp="1"/>
          </p:cNvSpPr>
          <p:nvPr>
            <p:ph idx="1"/>
          </p:nvPr>
        </p:nvSpPr>
        <p:spPr/>
        <p:txBody>
          <a:bodyPr/>
          <a:lstStyle/>
          <a:p>
            <a:pPr marL="0" indent="0">
              <a:buNone/>
            </a:pPr>
            <a:r>
              <a:rPr lang="en-US" dirty="0"/>
              <a:t>Information systems need to deliver </a:t>
            </a:r>
            <a:r>
              <a:rPr lang="en-US" b="1" u="sng" dirty="0"/>
              <a:t>supply chain visibility</a:t>
            </a:r>
            <a:r>
              <a:rPr lang="en-US" dirty="0"/>
              <a:t> to different parties who need to access the supply chain information of an organization, whether they be:</a:t>
            </a:r>
          </a:p>
          <a:p>
            <a:pPr>
              <a:buFont typeface="Wingdings" panose="05000000000000000000" pitchFamily="2" charset="2"/>
              <a:buChar char="ü"/>
            </a:pPr>
            <a:r>
              <a:rPr lang="en-US" dirty="0"/>
              <a:t> employees within the organization</a:t>
            </a:r>
          </a:p>
          <a:p>
            <a:pPr>
              <a:buFont typeface="Wingdings" panose="05000000000000000000" pitchFamily="2" charset="2"/>
              <a:buChar char="ü"/>
            </a:pPr>
            <a:r>
              <a:rPr lang="en-US" dirty="0"/>
              <a:t> suppliers</a:t>
            </a:r>
          </a:p>
          <a:p>
            <a:pPr>
              <a:buFont typeface="Wingdings" panose="05000000000000000000" pitchFamily="2" charset="2"/>
              <a:buChar char="ü"/>
            </a:pPr>
            <a:r>
              <a:rPr lang="en-US" dirty="0"/>
              <a:t> logistics service providers</a:t>
            </a:r>
          </a:p>
          <a:p>
            <a:pPr>
              <a:buFont typeface="Wingdings" panose="05000000000000000000" pitchFamily="2" charset="2"/>
              <a:buChar char="ü"/>
            </a:pPr>
            <a:r>
              <a:rPr lang="en-US" dirty="0"/>
              <a:t> customers</a:t>
            </a:r>
            <a:endParaRPr lang="en-SG" dirty="0"/>
          </a:p>
        </p:txBody>
      </p:sp>
      <p:sp>
        <p:nvSpPr>
          <p:cNvPr id="4" name="TextBox 3">
            <a:extLst>
              <a:ext uri="{FF2B5EF4-FFF2-40B4-BE49-F238E27FC236}">
                <a16:creationId xmlns:a16="http://schemas.microsoft.com/office/drawing/2014/main" id="{36E53C6A-FF09-4621-ADC2-5F2BE39C7DAC}"/>
              </a:ext>
            </a:extLst>
          </p:cNvPr>
          <p:cNvSpPr txBox="1"/>
          <p:nvPr/>
        </p:nvSpPr>
        <p:spPr>
          <a:xfrm>
            <a:off x="6086475" y="4658222"/>
            <a:ext cx="5715000" cy="2000548"/>
          </a:xfrm>
          <a:prstGeom prst="rect">
            <a:avLst/>
          </a:prstGeom>
          <a:solidFill>
            <a:schemeClr val="accent4">
              <a:lumMod val="60000"/>
              <a:lumOff val="40000"/>
            </a:schemeClr>
          </a:solidFill>
        </p:spPr>
        <p:txBody>
          <a:bodyPr wrap="square" rtlCol="0">
            <a:spAutoFit/>
          </a:bodyPr>
          <a:lstStyle/>
          <a:p>
            <a:r>
              <a:rPr lang="en-SG" sz="2800" b="1" u="sng" dirty="0"/>
              <a:t>Supply Chain Visibility</a:t>
            </a:r>
          </a:p>
          <a:p>
            <a:endParaRPr lang="en-SG" sz="2400" dirty="0"/>
          </a:p>
          <a:p>
            <a:r>
              <a:rPr lang="en-US" sz="2400" dirty="0"/>
              <a:t>Access to up-to-date, accurate, relevant information about supply chain processes to different stakeholders.</a:t>
            </a:r>
            <a:endParaRPr lang="en-SG" sz="2400" dirty="0"/>
          </a:p>
        </p:txBody>
      </p:sp>
    </p:spTree>
    <p:extLst>
      <p:ext uri="{BB962C8B-B14F-4D97-AF65-F5344CB8AC3E}">
        <p14:creationId xmlns:p14="http://schemas.microsoft.com/office/powerpoint/2010/main" val="786679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7010A-AC28-489D-AE77-B8F9E750D62C}"/>
              </a:ext>
            </a:extLst>
          </p:cNvPr>
          <p:cNvSpPr>
            <a:spLocks noGrp="1"/>
          </p:cNvSpPr>
          <p:nvPr>
            <p:ph type="title"/>
          </p:nvPr>
        </p:nvSpPr>
        <p:spPr>
          <a:xfrm>
            <a:off x="619125" y="18255"/>
            <a:ext cx="10515600" cy="1325563"/>
          </a:xfrm>
        </p:spPr>
        <p:txBody>
          <a:bodyPr/>
          <a:lstStyle/>
          <a:p>
            <a:r>
              <a:rPr lang="en-SG" dirty="0"/>
              <a:t>Technology options and standards for SCM</a:t>
            </a:r>
            <a:br>
              <a:rPr lang="en-SG" dirty="0"/>
            </a:br>
            <a:r>
              <a:rPr lang="en-SG" sz="3600" dirty="0">
                <a:solidFill>
                  <a:schemeClr val="accent4">
                    <a:lumMod val="75000"/>
                  </a:schemeClr>
                </a:solidFill>
              </a:rPr>
              <a:t>(Typical IS infrastructure for SCM)</a:t>
            </a:r>
            <a:endParaRPr lang="en-SG" dirty="0">
              <a:solidFill>
                <a:schemeClr val="accent4">
                  <a:lumMod val="75000"/>
                </a:schemeClr>
              </a:solidFill>
            </a:endParaRPr>
          </a:p>
        </p:txBody>
      </p:sp>
      <p:pic>
        <p:nvPicPr>
          <p:cNvPr id="7" name="Picture 6">
            <a:extLst>
              <a:ext uri="{FF2B5EF4-FFF2-40B4-BE49-F238E27FC236}">
                <a16:creationId xmlns:a16="http://schemas.microsoft.com/office/drawing/2014/main" id="{264129B5-9701-4CE1-9BD6-30F731E54173}"/>
              </a:ext>
            </a:extLst>
          </p:cNvPr>
          <p:cNvPicPr>
            <a:picLocks noChangeAspect="1"/>
          </p:cNvPicPr>
          <p:nvPr/>
        </p:nvPicPr>
        <p:blipFill rotWithShape="1">
          <a:blip r:embed="rId2"/>
          <a:srcRect l="32187" t="19595" r="16719" b="7917"/>
          <a:stretch/>
        </p:blipFill>
        <p:spPr>
          <a:xfrm>
            <a:off x="5029200" y="1467923"/>
            <a:ext cx="6515100" cy="5199298"/>
          </a:xfrm>
          <a:prstGeom prst="rect">
            <a:avLst/>
          </a:prstGeom>
        </p:spPr>
      </p:pic>
      <p:sp>
        <p:nvSpPr>
          <p:cNvPr id="8" name="TextBox 7">
            <a:extLst>
              <a:ext uri="{FF2B5EF4-FFF2-40B4-BE49-F238E27FC236}">
                <a16:creationId xmlns:a16="http://schemas.microsoft.com/office/drawing/2014/main" id="{9E0A377A-9589-458B-8B8A-4B3E48A54F8F}"/>
              </a:ext>
            </a:extLst>
          </p:cNvPr>
          <p:cNvSpPr txBox="1"/>
          <p:nvPr/>
        </p:nvSpPr>
        <p:spPr>
          <a:xfrm>
            <a:off x="1147762" y="2174746"/>
            <a:ext cx="3514725" cy="3785652"/>
          </a:xfrm>
          <a:prstGeom prst="rect">
            <a:avLst/>
          </a:prstGeom>
          <a:noFill/>
        </p:spPr>
        <p:txBody>
          <a:bodyPr wrap="square" rtlCol="0">
            <a:spAutoFit/>
          </a:bodyPr>
          <a:lstStyle/>
          <a:p>
            <a:r>
              <a:rPr lang="en-US" sz="2400" dirty="0"/>
              <a:t>Information needed by managers to intervene in the supply chain process when problems occur is delivered as alerts or through continuous monitoring across secure private intranets or extranets used to link to partners</a:t>
            </a:r>
            <a:r>
              <a:rPr lang="en-US" dirty="0"/>
              <a:t>.</a:t>
            </a:r>
            <a:endParaRPr lang="en-SG" dirty="0"/>
          </a:p>
        </p:txBody>
      </p:sp>
    </p:spTree>
    <p:extLst>
      <p:ext uri="{BB962C8B-B14F-4D97-AF65-F5344CB8AC3E}">
        <p14:creationId xmlns:p14="http://schemas.microsoft.com/office/powerpoint/2010/main" val="2115331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6.6</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6.6</a:t>
            </a:r>
          </a:p>
        </p:txBody>
      </p:sp>
    </p:spTree>
    <p:extLst>
      <p:ext uri="{BB962C8B-B14F-4D97-AF65-F5344CB8AC3E}">
        <p14:creationId xmlns:p14="http://schemas.microsoft.com/office/powerpoint/2010/main" val="3092024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5D192D-538C-48B9-BFBA-F84D713940C2}"/>
              </a:ext>
            </a:extLst>
          </p:cNvPr>
          <p:cNvSpPr>
            <a:spLocks noGrp="1"/>
          </p:cNvSpPr>
          <p:nvPr>
            <p:ph type="title"/>
          </p:nvPr>
        </p:nvSpPr>
        <p:spPr>
          <a:xfrm>
            <a:off x="621792" y="1161288"/>
            <a:ext cx="3602736" cy="4526280"/>
          </a:xfrm>
        </p:spPr>
        <p:txBody>
          <a:bodyPr>
            <a:normAutofit/>
          </a:bodyPr>
          <a:lstStyle/>
          <a:p>
            <a:r>
              <a:rPr lang="en-SG" sz="4000" dirty="0"/>
              <a:t>Supply Chain Management Implementation</a:t>
            </a:r>
            <a:br>
              <a:rPr lang="en-SG" sz="4000" dirty="0"/>
            </a:br>
            <a:r>
              <a:rPr lang="en-SG" sz="3600" dirty="0">
                <a:solidFill>
                  <a:schemeClr val="accent4">
                    <a:lumMod val="75000"/>
                  </a:schemeClr>
                </a:solidFill>
              </a:rPr>
              <a:t>(Data Standardization and exchange)</a:t>
            </a:r>
            <a:endParaRPr lang="en-SG" sz="4000" dirty="0">
              <a:solidFill>
                <a:schemeClr val="accent4">
                  <a:lumMod val="75000"/>
                </a:schemeClr>
              </a:solidFill>
            </a:endParaRP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375D5E2-D168-42B1-84A2-AC6532830C01}"/>
              </a:ext>
            </a:extLst>
          </p:cNvPr>
          <p:cNvSpPr>
            <a:spLocks noGrp="1"/>
          </p:cNvSpPr>
          <p:nvPr>
            <p:ph idx="1"/>
          </p:nvPr>
        </p:nvSpPr>
        <p:spPr>
          <a:xfrm>
            <a:off x="5434149" y="932688"/>
            <a:ext cx="5916603" cy="4992624"/>
          </a:xfrm>
        </p:spPr>
        <p:txBody>
          <a:bodyPr anchor="ctr">
            <a:normAutofit/>
          </a:bodyPr>
          <a:lstStyle/>
          <a:p>
            <a:pPr marL="0" indent="0">
              <a:buNone/>
            </a:pPr>
            <a:r>
              <a:rPr lang="en-US" sz="3600" dirty="0"/>
              <a:t>The difficulties of exchanging information between incompatible systems using nonstandard formats which can lead to the </a:t>
            </a:r>
            <a:r>
              <a:rPr lang="en-US" sz="3600" b="1" u="sng" dirty="0"/>
              <a:t>rekeying of information</a:t>
            </a:r>
            <a:r>
              <a:rPr lang="en-US" sz="3600" dirty="0"/>
              <a:t> has been a barrier limiting the adoption of SCM. </a:t>
            </a:r>
            <a:endParaRPr lang="en-SG" sz="3600" dirty="0"/>
          </a:p>
        </p:txBody>
      </p:sp>
    </p:spTree>
    <p:extLst>
      <p:ext uri="{BB962C8B-B14F-4D97-AF65-F5344CB8AC3E}">
        <p14:creationId xmlns:p14="http://schemas.microsoft.com/office/powerpoint/2010/main" val="3578529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87E5B-585B-40B2-BCED-C7E17434DE34}"/>
              </a:ext>
            </a:extLst>
          </p:cNvPr>
          <p:cNvSpPr>
            <a:spLocks noGrp="1"/>
          </p:cNvSpPr>
          <p:nvPr>
            <p:ph type="title"/>
          </p:nvPr>
        </p:nvSpPr>
        <p:spPr>
          <a:xfrm>
            <a:off x="533400" y="18255"/>
            <a:ext cx="10515600" cy="1325563"/>
          </a:xfrm>
        </p:spPr>
        <p:txBody>
          <a:bodyPr/>
          <a:lstStyle/>
          <a:p>
            <a:r>
              <a:rPr lang="en-SG" dirty="0"/>
              <a:t>Supply Chain Management Implementation</a:t>
            </a:r>
            <a:br>
              <a:rPr lang="en-SG" dirty="0"/>
            </a:br>
            <a:r>
              <a:rPr lang="en-SG" sz="3600" dirty="0">
                <a:solidFill>
                  <a:schemeClr val="accent4">
                    <a:lumMod val="75000"/>
                  </a:schemeClr>
                </a:solidFill>
              </a:rPr>
              <a:t>(SCM Strategy Process)</a:t>
            </a:r>
            <a:endParaRPr lang="en-SG" dirty="0">
              <a:solidFill>
                <a:schemeClr val="accent4">
                  <a:lumMod val="75000"/>
                </a:schemeClr>
              </a:solidFill>
            </a:endParaRPr>
          </a:p>
        </p:txBody>
      </p:sp>
      <p:sp>
        <p:nvSpPr>
          <p:cNvPr id="3" name="Content Placeholder 2">
            <a:extLst>
              <a:ext uri="{FF2B5EF4-FFF2-40B4-BE49-F238E27FC236}">
                <a16:creationId xmlns:a16="http://schemas.microsoft.com/office/drawing/2014/main" id="{352BA631-1CA2-40C7-A4DB-4CB0C8AFA56D}"/>
              </a:ext>
            </a:extLst>
          </p:cNvPr>
          <p:cNvSpPr>
            <a:spLocks noGrp="1"/>
          </p:cNvSpPr>
          <p:nvPr>
            <p:ph idx="1"/>
          </p:nvPr>
        </p:nvSpPr>
        <p:spPr>
          <a:xfrm>
            <a:off x="936955" y="2359025"/>
            <a:ext cx="3486150" cy="3165475"/>
          </a:xfrm>
        </p:spPr>
        <p:txBody>
          <a:bodyPr>
            <a:normAutofit/>
          </a:bodyPr>
          <a:lstStyle/>
          <a:p>
            <a:pPr marL="0" indent="0">
              <a:buNone/>
            </a:pPr>
            <a:r>
              <a:rPr lang="en-US" dirty="0"/>
              <a:t>Strategies for supply chain improvement have been categorized by Hughes et al. (1998) according to the scope of change and the speed of change. </a:t>
            </a:r>
            <a:endParaRPr lang="en-SG" dirty="0"/>
          </a:p>
        </p:txBody>
      </p:sp>
      <p:pic>
        <p:nvPicPr>
          <p:cNvPr id="4" name="Picture 3">
            <a:extLst>
              <a:ext uri="{FF2B5EF4-FFF2-40B4-BE49-F238E27FC236}">
                <a16:creationId xmlns:a16="http://schemas.microsoft.com/office/drawing/2014/main" id="{A318239C-D416-4E3B-885E-9322EAF89522}"/>
              </a:ext>
            </a:extLst>
          </p:cNvPr>
          <p:cNvPicPr>
            <a:picLocks noChangeAspect="1"/>
          </p:cNvPicPr>
          <p:nvPr/>
        </p:nvPicPr>
        <p:blipFill rotWithShape="1">
          <a:blip r:embed="rId2"/>
          <a:srcRect l="31834" t="16889" r="17666" b="16444"/>
          <a:stretch/>
        </p:blipFill>
        <p:spPr>
          <a:xfrm>
            <a:off x="4327855" y="1205397"/>
            <a:ext cx="7587590" cy="5634348"/>
          </a:xfrm>
          <a:prstGeom prst="rect">
            <a:avLst/>
          </a:prstGeom>
        </p:spPr>
      </p:pic>
    </p:spTree>
    <p:extLst>
      <p:ext uri="{BB962C8B-B14F-4D97-AF65-F5344CB8AC3E}">
        <p14:creationId xmlns:p14="http://schemas.microsoft.com/office/powerpoint/2010/main" val="4127380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87E5B-585B-40B2-BCED-C7E17434DE34}"/>
              </a:ext>
            </a:extLst>
          </p:cNvPr>
          <p:cNvSpPr>
            <a:spLocks noGrp="1"/>
          </p:cNvSpPr>
          <p:nvPr>
            <p:ph type="title"/>
          </p:nvPr>
        </p:nvSpPr>
        <p:spPr>
          <a:xfrm>
            <a:off x="619125" y="170655"/>
            <a:ext cx="10515600" cy="1325563"/>
          </a:xfrm>
        </p:spPr>
        <p:txBody>
          <a:bodyPr>
            <a:normAutofit fontScale="90000"/>
          </a:bodyPr>
          <a:lstStyle/>
          <a:p>
            <a:r>
              <a:rPr lang="en-SG" dirty="0"/>
              <a:t>Supply Chain Management Implementation</a:t>
            </a:r>
            <a:br>
              <a:rPr lang="en-SG" dirty="0"/>
            </a:br>
            <a:r>
              <a:rPr lang="en-SG" sz="3600" dirty="0">
                <a:solidFill>
                  <a:schemeClr val="accent4">
                    <a:lumMod val="75000"/>
                  </a:schemeClr>
                </a:solidFill>
              </a:rPr>
              <a:t>(Alternative strategies for modification of digital business supply chain)</a:t>
            </a:r>
            <a:endParaRPr lang="en-SG" dirty="0">
              <a:solidFill>
                <a:schemeClr val="accent4">
                  <a:lumMod val="75000"/>
                </a:schemeClr>
              </a:solidFill>
            </a:endParaRPr>
          </a:p>
        </p:txBody>
      </p:sp>
      <p:pic>
        <p:nvPicPr>
          <p:cNvPr id="7" name="Picture 6">
            <a:extLst>
              <a:ext uri="{FF2B5EF4-FFF2-40B4-BE49-F238E27FC236}">
                <a16:creationId xmlns:a16="http://schemas.microsoft.com/office/drawing/2014/main" id="{42B318BA-F1BD-4E8B-B170-9DB4E850259A}"/>
              </a:ext>
            </a:extLst>
          </p:cNvPr>
          <p:cNvPicPr>
            <a:picLocks noChangeAspect="1"/>
          </p:cNvPicPr>
          <p:nvPr/>
        </p:nvPicPr>
        <p:blipFill rotWithShape="1">
          <a:blip r:embed="rId2"/>
          <a:srcRect l="32583" t="17334" r="21667" b="15408"/>
          <a:stretch/>
        </p:blipFill>
        <p:spPr>
          <a:xfrm>
            <a:off x="3594650" y="1260631"/>
            <a:ext cx="6562260" cy="5426714"/>
          </a:xfrm>
          <a:prstGeom prst="rect">
            <a:avLst/>
          </a:prstGeom>
        </p:spPr>
      </p:pic>
    </p:spTree>
    <p:extLst>
      <p:ext uri="{BB962C8B-B14F-4D97-AF65-F5344CB8AC3E}">
        <p14:creationId xmlns:p14="http://schemas.microsoft.com/office/powerpoint/2010/main" val="3582773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CE87E5B-585B-40B2-BCED-C7E17434DE34}"/>
              </a:ext>
            </a:extLst>
          </p:cNvPr>
          <p:cNvSpPr>
            <a:spLocks noGrp="1"/>
          </p:cNvSpPr>
          <p:nvPr>
            <p:ph type="title"/>
          </p:nvPr>
        </p:nvSpPr>
        <p:spPr>
          <a:xfrm>
            <a:off x="621792" y="1161288"/>
            <a:ext cx="3602736" cy="4526280"/>
          </a:xfrm>
        </p:spPr>
        <p:txBody>
          <a:bodyPr vert="horz" lIns="91440" tIns="45720" rIns="91440" bIns="45720" rtlCol="0" anchor="ctr">
            <a:normAutofit fontScale="90000"/>
          </a:bodyPr>
          <a:lstStyle/>
          <a:p>
            <a:r>
              <a:rPr lang="en-US" kern="1200" dirty="0">
                <a:solidFill>
                  <a:schemeClr val="tx1"/>
                </a:solidFill>
                <a:latin typeface="+mj-lt"/>
                <a:ea typeface="+mj-ea"/>
                <a:cs typeface="+mj-cs"/>
              </a:rPr>
              <a:t>Supply Chain Management Implementation</a:t>
            </a:r>
            <a:br>
              <a:rPr lang="en-US" sz="4000" kern="1200" dirty="0">
                <a:solidFill>
                  <a:schemeClr val="tx1"/>
                </a:solidFill>
                <a:latin typeface="+mj-lt"/>
                <a:ea typeface="+mj-ea"/>
                <a:cs typeface="+mj-cs"/>
              </a:rPr>
            </a:br>
            <a:r>
              <a:rPr lang="en-US" sz="4000" kern="1200" dirty="0">
                <a:solidFill>
                  <a:schemeClr val="accent4">
                    <a:lumMod val="75000"/>
                  </a:schemeClr>
                </a:solidFill>
                <a:latin typeface="+mj-lt"/>
                <a:ea typeface="+mj-ea"/>
                <a:cs typeface="+mj-cs"/>
              </a:rPr>
              <a:t>(Goal-setting and performance management for e-SCM)</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0021B97E-6E40-4625-B643-17560C9340C5}"/>
              </a:ext>
            </a:extLst>
          </p:cNvPr>
          <p:cNvSpPr txBox="1"/>
          <p:nvPr/>
        </p:nvSpPr>
        <p:spPr>
          <a:xfrm>
            <a:off x="5434149" y="932688"/>
            <a:ext cx="5916603" cy="4992624"/>
          </a:xfrm>
          <a:prstGeom prst="rect">
            <a:avLst/>
          </a:prstGeom>
        </p:spPr>
        <p:txBody>
          <a:bodyPr vert="horz" lIns="91440" tIns="45720" rIns="91440" bIns="45720" rtlCol="0" anchor="ctr">
            <a:normAutofit/>
          </a:bodyPr>
          <a:lstStyle/>
          <a:p>
            <a:pPr>
              <a:lnSpc>
                <a:spcPct val="90000"/>
              </a:lnSpc>
              <a:spcAft>
                <a:spcPts val="600"/>
              </a:spcAft>
            </a:pPr>
            <a:r>
              <a:rPr lang="en-US" sz="3600" dirty="0"/>
              <a:t>To manage e-SCM effectively, the types of benefits such as time and cost saving and improve service to customers should be developed into a performance management framework.</a:t>
            </a:r>
          </a:p>
        </p:txBody>
      </p:sp>
    </p:spTree>
    <p:extLst>
      <p:ext uri="{BB962C8B-B14F-4D97-AF65-F5344CB8AC3E}">
        <p14:creationId xmlns:p14="http://schemas.microsoft.com/office/powerpoint/2010/main" val="3580191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8A16D-8BD5-4F7C-943C-EC9EE5FDFA8F}"/>
              </a:ext>
            </a:extLst>
          </p:cNvPr>
          <p:cNvSpPr>
            <a:spLocks noGrp="1"/>
          </p:cNvSpPr>
          <p:nvPr>
            <p:ph type="title"/>
          </p:nvPr>
        </p:nvSpPr>
        <p:spPr>
          <a:xfrm>
            <a:off x="561975" y="136525"/>
            <a:ext cx="10515600" cy="1325563"/>
          </a:xfrm>
        </p:spPr>
        <p:txBody>
          <a:bodyPr>
            <a:normAutofit/>
          </a:bodyPr>
          <a:lstStyle/>
          <a:p>
            <a:r>
              <a:rPr lang="en-US" dirty="0"/>
              <a:t>Supply Chain Management Implementation</a:t>
            </a:r>
            <a:br>
              <a:rPr lang="en-US" dirty="0"/>
            </a:br>
            <a:r>
              <a:rPr lang="en-US" sz="3200" dirty="0">
                <a:solidFill>
                  <a:schemeClr val="accent4">
                    <a:lumMod val="75000"/>
                  </a:schemeClr>
                </a:solidFill>
              </a:rPr>
              <a:t>(Goal-setting and performance management for e-SCM)</a:t>
            </a:r>
            <a:endParaRPr lang="en-SG" dirty="0"/>
          </a:p>
        </p:txBody>
      </p:sp>
      <p:pic>
        <p:nvPicPr>
          <p:cNvPr id="4" name="Picture 3">
            <a:extLst>
              <a:ext uri="{FF2B5EF4-FFF2-40B4-BE49-F238E27FC236}">
                <a16:creationId xmlns:a16="http://schemas.microsoft.com/office/drawing/2014/main" id="{C0457A27-8172-4588-85AE-B99DA3F00E61}"/>
              </a:ext>
            </a:extLst>
          </p:cNvPr>
          <p:cNvPicPr>
            <a:picLocks noChangeAspect="1"/>
          </p:cNvPicPr>
          <p:nvPr/>
        </p:nvPicPr>
        <p:blipFill rotWithShape="1">
          <a:blip r:embed="rId2"/>
          <a:srcRect l="22500" t="16889" r="21000" b="11259"/>
          <a:stretch/>
        </p:blipFill>
        <p:spPr>
          <a:xfrm>
            <a:off x="4401167" y="1462088"/>
            <a:ext cx="7228858" cy="5171086"/>
          </a:xfrm>
          <a:prstGeom prst="rect">
            <a:avLst/>
          </a:prstGeom>
        </p:spPr>
      </p:pic>
      <p:sp>
        <p:nvSpPr>
          <p:cNvPr id="5" name="TextBox 4">
            <a:extLst>
              <a:ext uri="{FF2B5EF4-FFF2-40B4-BE49-F238E27FC236}">
                <a16:creationId xmlns:a16="http://schemas.microsoft.com/office/drawing/2014/main" id="{459B1B8E-1FC6-409A-8C94-D3CEA9AEA851}"/>
              </a:ext>
            </a:extLst>
          </p:cNvPr>
          <p:cNvSpPr txBox="1"/>
          <p:nvPr/>
        </p:nvSpPr>
        <p:spPr>
          <a:xfrm>
            <a:off x="971550" y="2028825"/>
            <a:ext cx="3286125" cy="3108543"/>
          </a:xfrm>
          <a:prstGeom prst="rect">
            <a:avLst/>
          </a:prstGeom>
          <a:noFill/>
        </p:spPr>
        <p:txBody>
          <a:bodyPr wrap="square" rtlCol="0">
            <a:spAutoFit/>
          </a:bodyPr>
          <a:lstStyle/>
          <a:p>
            <a:r>
              <a:rPr lang="en-US" sz="2800" dirty="0"/>
              <a:t>Presents some strategic options for partnerships in order of increasing control and ownership over the process by the organization.</a:t>
            </a:r>
            <a:endParaRPr lang="en-SG" sz="2800" dirty="0"/>
          </a:p>
        </p:txBody>
      </p:sp>
    </p:spTree>
    <p:extLst>
      <p:ext uri="{BB962C8B-B14F-4D97-AF65-F5344CB8AC3E}">
        <p14:creationId xmlns:p14="http://schemas.microsoft.com/office/powerpoint/2010/main" val="514576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6.7</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6.7</a:t>
            </a:r>
          </a:p>
        </p:txBody>
      </p:sp>
    </p:spTree>
    <p:extLst>
      <p:ext uri="{BB962C8B-B14F-4D97-AF65-F5344CB8AC3E}">
        <p14:creationId xmlns:p14="http://schemas.microsoft.com/office/powerpoint/2010/main" val="3656764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Self-Assessment Questions</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Activity booklet for questions which will help you review the topics covered in this lesson.</a:t>
            </a:r>
          </a:p>
        </p:txBody>
      </p:sp>
    </p:spTree>
    <p:extLst>
      <p:ext uri="{BB962C8B-B14F-4D97-AF65-F5344CB8AC3E}">
        <p14:creationId xmlns:p14="http://schemas.microsoft.com/office/powerpoint/2010/main" val="1261293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1113</Words>
  <Application>Microsoft Office PowerPoint</Application>
  <PresentationFormat>Widescreen</PresentationFormat>
  <Paragraphs>98</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Abadi</vt:lpstr>
      <vt:lpstr>Arial</vt:lpstr>
      <vt:lpstr>Calibri</vt:lpstr>
      <vt:lpstr>Calibri Light</vt:lpstr>
      <vt:lpstr>Wingdings</vt:lpstr>
      <vt:lpstr>Office Theme</vt:lpstr>
      <vt:lpstr>Digital Business and               E-Commerce Management</vt:lpstr>
      <vt:lpstr>Supply Chain Management</vt:lpstr>
      <vt:lpstr>Activity 6.1</vt:lpstr>
      <vt:lpstr>Supply Chain Management  (Benefits of SCM)</vt:lpstr>
      <vt:lpstr>Supply Chain Management  (Problems of SCM)</vt:lpstr>
      <vt:lpstr>Supply Chain Management  (What is SCM?)</vt:lpstr>
      <vt:lpstr>Supply Chain Management  (What is SCM?)</vt:lpstr>
      <vt:lpstr>Activity 6.2</vt:lpstr>
      <vt:lpstr>Supply Chain Management  (Example of how technology supports SCM)</vt:lpstr>
      <vt:lpstr>Supply Chain Management  (Simple model of SCM)</vt:lpstr>
      <vt:lpstr>Supply Chain Management  (Simple model of SCM)</vt:lpstr>
      <vt:lpstr>Activity 6.3</vt:lpstr>
      <vt:lpstr>Supply Chain Management  (Typical SCM for B2B company)</vt:lpstr>
      <vt:lpstr>Supply Chain Management  (Typical SCM for B2B company)</vt:lpstr>
      <vt:lpstr>Activity 6.4</vt:lpstr>
      <vt:lpstr>Supply Chain Management  (Push and Pull Supply Chain model)</vt:lpstr>
      <vt:lpstr>Supply Chain Management  (Push and Pull Supply Chain model)</vt:lpstr>
      <vt:lpstr>Supply Chain Management  (Push and Pull Supply Chain model)</vt:lpstr>
      <vt:lpstr>Activity 6.5</vt:lpstr>
      <vt:lpstr>Technology options and standards for SCM (Data Transfer Options and Standards)</vt:lpstr>
      <vt:lpstr>Technology options and standards for SCM (Adoption rates of digital business applications)</vt:lpstr>
      <vt:lpstr>Technology options and standards for SCM (Benefits of E-SCM with respect to typical B2B company)</vt:lpstr>
      <vt:lpstr>Technology options and standards for SCM (An alternative perspective on the benefits is to look at the benefits that technology can  deliver to customers at the end of the supply chain.  For the B2B company these could include: )</vt:lpstr>
      <vt:lpstr>Technology options and standards for SCM (IS Infrastructure for SCM)</vt:lpstr>
      <vt:lpstr>Technology options and standards for SCM (Typical IS infrastructure for SCM)</vt:lpstr>
      <vt:lpstr>Activity 6.6</vt:lpstr>
      <vt:lpstr>Supply Chain Management Implementation (Data Standardization and exchange)</vt:lpstr>
      <vt:lpstr>Supply Chain Management Implementation (SCM Strategy Process)</vt:lpstr>
      <vt:lpstr>Supply Chain Management Implementation (Alternative strategies for modification of digital business supply chain)</vt:lpstr>
      <vt:lpstr>Supply Chain Management Implementation (Goal-setting and performance management for e-SCM)</vt:lpstr>
      <vt:lpstr>Supply Chain Management Implementation (Goal-setting and performance management for e-SCM)</vt:lpstr>
      <vt:lpstr>Activity 6.7</vt:lpstr>
      <vt:lpstr>Self-Assessment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Business and               E-Commerce Management</dc:title>
  <dc:creator>Marie Chris Soque</dc:creator>
  <cp:lastModifiedBy>Marie Chris Soque</cp:lastModifiedBy>
  <cp:revision>8</cp:revision>
  <dcterms:created xsi:type="dcterms:W3CDTF">2020-04-13T03:56:00Z</dcterms:created>
  <dcterms:modified xsi:type="dcterms:W3CDTF">2020-04-13T05:33:14Z</dcterms:modified>
</cp:coreProperties>
</file>