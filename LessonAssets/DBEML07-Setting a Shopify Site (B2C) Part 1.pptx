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sldIdLst>
    <p:sldId id="256" r:id="rId2"/>
    <p:sldId id="257" r:id="rId3"/>
    <p:sldId id="258" r:id="rId4"/>
    <p:sldId id="259" r:id="rId5"/>
    <p:sldId id="260" r:id="rId6"/>
    <p:sldId id="261" r:id="rId7"/>
    <p:sldId id="262" r:id="rId8"/>
    <p:sldId id="263" r:id="rId9"/>
    <p:sldId id="264" r:id="rId10"/>
    <p:sldId id="267" r:id="rId11"/>
    <p:sldId id="265" r:id="rId12"/>
    <p:sldId id="266" r:id="rId13"/>
    <p:sldId id="268" r:id="rId14"/>
    <p:sldId id="270" r:id="rId15"/>
    <p:sldId id="269" r:id="rId16"/>
    <p:sldId id="272" r:id="rId17"/>
    <p:sldId id="271" r:id="rId18"/>
    <p:sldId id="273" r:id="rId19"/>
    <p:sldId id="274"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5" r:id="rId39"/>
    <p:sldId id="294" r:id="rId40"/>
    <p:sldId id="296" r:id="rId41"/>
    <p:sldId id="297" r:id="rId42"/>
    <p:sldId id="298" r:id="rId43"/>
    <p:sldId id="299" r:id="rId44"/>
    <p:sldId id="301" r:id="rId45"/>
    <p:sldId id="300" r:id="rId46"/>
    <p:sldId id="302" r:id="rId47"/>
    <p:sldId id="303" r:id="rId48"/>
    <p:sldId id="304" r:id="rId49"/>
    <p:sldId id="305" r:id="rId50"/>
    <p:sldId id="306" r:id="rId51"/>
    <p:sldId id="307" r:id="rId52"/>
    <p:sldId id="308"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442F02-3345-4BB8-8B0E-23C8E3F94CAE}" v="83" dt="2018-11-09T08:51:16.3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614" autoAdjust="0"/>
    <p:restoredTop sz="94660"/>
  </p:normalViewPr>
  <p:slideViewPr>
    <p:cSldViewPr snapToGrid="0">
      <p:cViewPr varScale="1">
        <p:scale>
          <a:sx n="67" d="100"/>
          <a:sy n="67" d="100"/>
        </p:scale>
        <p:origin x="580" y="44"/>
      </p:cViewPr>
      <p:guideLst/>
    </p:cSldViewPr>
  </p:slideViewPr>
  <p:notesTextViewPr>
    <p:cViewPr>
      <p:scale>
        <a:sx n="1" d="1"/>
        <a:sy n="1" d="1"/>
      </p:scale>
      <p:origin x="0" y="0"/>
    </p:cViewPr>
  </p:notesTextViewPr>
  <p:notesViewPr>
    <p:cSldViewPr snapToGrid="0">
      <p:cViewPr varScale="1">
        <p:scale>
          <a:sx n="87" d="100"/>
          <a:sy n="87" d="100"/>
        </p:scale>
        <p:origin x="3840"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ny Toe" userId="8901cf30983edc6b" providerId="LiveId" clId="{C1442F02-3345-4BB8-8B0E-23C8E3F94CAE}"/>
    <pc:docChg chg="undo custSel mod addSld modSld modMainMaster">
      <pc:chgData name="Tony Toe" userId="8901cf30983edc6b" providerId="LiveId" clId="{C1442F02-3345-4BB8-8B0E-23C8E3F94CAE}" dt="2018-11-09T08:53:22.890" v="1735" actId="20577"/>
      <pc:docMkLst>
        <pc:docMk/>
      </pc:docMkLst>
      <pc:sldChg chg="addSp delSp modSp add mod setBg">
        <pc:chgData name="Tony Toe" userId="8901cf30983edc6b" providerId="LiveId" clId="{C1442F02-3345-4BB8-8B0E-23C8E3F94CAE}" dt="2018-11-07T03:53:50.766" v="1417" actId="14100"/>
        <pc:sldMkLst>
          <pc:docMk/>
          <pc:sldMk cId="2878228141" sldId="259"/>
        </pc:sldMkLst>
        <pc:spChg chg="mod">
          <ac:chgData name="Tony Toe" userId="8901cf30983edc6b" providerId="LiveId" clId="{C1442F02-3345-4BB8-8B0E-23C8E3F94CAE}" dt="2018-11-07T02:39:52.629" v="8" actId="20577"/>
          <ac:spMkLst>
            <pc:docMk/>
            <pc:sldMk cId="2878228141" sldId="259"/>
            <ac:spMk id="2" creationId="{3695336E-06B7-426C-8AC1-BDC6371EE292}"/>
          </ac:spMkLst>
        </pc:spChg>
        <pc:spChg chg="mod">
          <ac:chgData name="Tony Toe" userId="8901cf30983edc6b" providerId="LiveId" clId="{C1442F02-3345-4BB8-8B0E-23C8E3F94CAE}" dt="2018-11-07T03:53:50.766" v="1417" actId="14100"/>
          <ac:spMkLst>
            <pc:docMk/>
            <pc:sldMk cId="2878228141" sldId="259"/>
            <ac:spMk id="3" creationId="{0493722E-AC09-4849-9057-7BBCE811B926}"/>
          </ac:spMkLst>
        </pc:spChg>
        <pc:spChg chg="add del">
          <ac:chgData name="Tony Toe" userId="8901cf30983edc6b" providerId="LiveId" clId="{C1442F02-3345-4BB8-8B0E-23C8E3F94CAE}" dt="2018-11-07T02:38:35.854" v="2" actId="478"/>
          <ac:spMkLst>
            <pc:docMk/>
            <pc:sldMk cId="2878228141" sldId="259"/>
            <ac:spMk id="4" creationId="{816C93EB-31D2-4026-9714-1D432D7FCA03}"/>
          </ac:spMkLst>
        </pc:spChg>
        <pc:picChg chg="add del mod">
          <ac:chgData name="Tony Toe" userId="8901cf30983edc6b" providerId="LiveId" clId="{C1442F02-3345-4BB8-8B0E-23C8E3F94CAE}" dt="2018-11-07T03:53:44.648" v="1415" actId="478"/>
          <ac:picMkLst>
            <pc:docMk/>
            <pc:sldMk cId="2878228141" sldId="259"/>
            <ac:picMk id="1028" creationId="{1CAD0328-5E1A-49B6-8DBA-C3EC54AFDBF5}"/>
          </ac:picMkLst>
        </pc:picChg>
      </pc:sldChg>
      <pc:sldChg chg="modSp add">
        <pc:chgData name="Tony Toe" userId="8901cf30983edc6b" providerId="LiveId" clId="{C1442F02-3345-4BB8-8B0E-23C8E3F94CAE}" dt="2018-11-07T02:47:13.229" v="65" actId="20577"/>
        <pc:sldMkLst>
          <pc:docMk/>
          <pc:sldMk cId="1900627532" sldId="260"/>
        </pc:sldMkLst>
        <pc:spChg chg="mod">
          <ac:chgData name="Tony Toe" userId="8901cf30983edc6b" providerId="LiveId" clId="{C1442F02-3345-4BB8-8B0E-23C8E3F94CAE}" dt="2018-11-07T02:40:56.142" v="33" actId="20577"/>
          <ac:spMkLst>
            <pc:docMk/>
            <pc:sldMk cId="1900627532" sldId="260"/>
            <ac:spMk id="2" creationId="{45F803A7-FACA-4F16-B76C-A9AB4CDF6334}"/>
          </ac:spMkLst>
        </pc:spChg>
        <pc:spChg chg="mod">
          <ac:chgData name="Tony Toe" userId="8901cf30983edc6b" providerId="LiveId" clId="{C1442F02-3345-4BB8-8B0E-23C8E3F94CAE}" dt="2018-11-07T02:47:13.229" v="65" actId="20577"/>
          <ac:spMkLst>
            <pc:docMk/>
            <pc:sldMk cId="1900627532" sldId="260"/>
            <ac:spMk id="3" creationId="{A3A52AE1-D289-4E7A-88F2-F05F7F4EDB0D}"/>
          </ac:spMkLst>
        </pc:spChg>
      </pc:sldChg>
      <pc:sldChg chg="addSp delSp modSp add mod setBg">
        <pc:chgData name="Tony Toe" userId="8901cf30983edc6b" providerId="LiveId" clId="{C1442F02-3345-4BB8-8B0E-23C8E3F94CAE}" dt="2018-11-07T02:48:15.523" v="134" actId="26606"/>
        <pc:sldMkLst>
          <pc:docMk/>
          <pc:sldMk cId="113529752" sldId="261"/>
        </pc:sldMkLst>
        <pc:spChg chg="mod">
          <ac:chgData name="Tony Toe" userId="8901cf30983edc6b" providerId="LiveId" clId="{C1442F02-3345-4BB8-8B0E-23C8E3F94CAE}" dt="2018-11-07T02:48:15.523" v="134" actId="26606"/>
          <ac:spMkLst>
            <pc:docMk/>
            <pc:sldMk cId="113529752" sldId="261"/>
            <ac:spMk id="2" creationId="{EEB12D6D-EBBC-42A7-A5F6-857F56F83A98}"/>
          </ac:spMkLst>
        </pc:spChg>
        <pc:spChg chg="del">
          <ac:chgData name="Tony Toe" userId="8901cf30983edc6b" providerId="LiveId" clId="{C1442F02-3345-4BB8-8B0E-23C8E3F94CAE}" dt="2018-11-07T02:47:48.649" v="131" actId="26606"/>
          <ac:spMkLst>
            <pc:docMk/>
            <pc:sldMk cId="113529752" sldId="261"/>
            <ac:spMk id="3" creationId="{509542F9-F69C-4EB1-8492-84FD69DF1DCA}"/>
          </ac:spMkLst>
        </pc:spChg>
        <pc:graphicFrameChg chg="add mod modGraphic">
          <ac:chgData name="Tony Toe" userId="8901cf30983edc6b" providerId="LiveId" clId="{C1442F02-3345-4BB8-8B0E-23C8E3F94CAE}" dt="2018-11-07T02:48:15.523" v="134" actId="26606"/>
          <ac:graphicFrameMkLst>
            <pc:docMk/>
            <pc:sldMk cId="113529752" sldId="261"/>
            <ac:graphicFrameMk id="4" creationId="{1C9A4696-1632-48E4-8722-567C739AB91B}"/>
          </ac:graphicFrameMkLst>
        </pc:graphicFrameChg>
      </pc:sldChg>
      <pc:sldChg chg="addSp modSp add">
        <pc:chgData name="Tony Toe" userId="8901cf30983edc6b" providerId="LiveId" clId="{C1442F02-3345-4BB8-8B0E-23C8E3F94CAE}" dt="2018-11-07T02:51:21.716" v="234" actId="20577"/>
        <pc:sldMkLst>
          <pc:docMk/>
          <pc:sldMk cId="3969558563" sldId="262"/>
        </pc:sldMkLst>
        <pc:spChg chg="mod">
          <ac:chgData name="Tony Toe" userId="8901cf30983edc6b" providerId="LiveId" clId="{C1442F02-3345-4BB8-8B0E-23C8E3F94CAE}" dt="2018-11-07T02:48:27.173" v="154" actId="20577"/>
          <ac:spMkLst>
            <pc:docMk/>
            <pc:sldMk cId="3969558563" sldId="262"/>
            <ac:spMk id="2" creationId="{5F131AFE-C8A2-4D1F-BD60-9842204D5183}"/>
          </ac:spMkLst>
        </pc:spChg>
        <pc:spChg chg="mod">
          <ac:chgData name="Tony Toe" userId="8901cf30983edc6b" providerId="LiveId" clId="{C1442F02-3345-4BB8-8B0E-23C8E3F94CAE}" dt="2018-11-07T02:49:18.077" v="205" actId="20577"/>
          <ac:spMkLst>
            <pc:docMk/>
            <pc:sldMk cId="3969558563" sldId="262"/>
            <ac:spMk id="3" creationId="{A7D5A1EC-D487-4379-B861-BFD03ABBEDF2}"/>
          </ac:spMkLst>
        </pc:spChg>
        <pc:spChg chg="add mod">
          <ac:chgData name="Tony Toe" userId="8901cf30983edc6b" providerId="LiveId" clId="{C1442F02-3345-4BB8-8B0E-23C8E3F94CAE}" dt="2018-11-07T02:49:43.518" v="213" actId="1076"/>
          <ac:spMkLst>
            <pc:docMk/>
            <pc:sldMk cId="3969558563" sldId="262"/>
            <ac:spMk id="4" creationId="{65F0777D-C1B3-4AC9-8236-74EAE95320B6}"/>
          </ac:spMkLst>
        </pc:spChg>
        <pc:spChg chg="add mod">
          <ac:chgData name="Tony Toe" userId="8901cf30983edc6b" providerId="LiveId" clId="{C1442F02-3345-4BB8-8B0E-23C8E3F94CAE}" dt="2018-11-07T02:50:50.878" v="219" actId="1076"/>
          <ac:spMkLst>
            <pc:docMk/>
            <pc:sldMk cId="3969558563" sldId="262"/>
            <ac:spMk id="5" creationId="{4D661E92-FEE9-4003-A583-1C73125C079E}"/>
          </ac:spMkLst>
        </pc:spChg>
        <pc:spChg chg="add mod">
          <ac:chgData name="Tony Toe" userId="8901cf30983edc6b" providerId="LiveId" clId="{C1442F02-3345-4BB8-8B0E-23C8E3F94CAE}" dt="2018-11-07T02:51:21.716" v="234" actId="20577"/>
          <ac:spMkLst>
            <pc:docMk/>
            <pc:sldMk cId="3969558563" sldId="262"/>
            <ac:spMk id="6" creationId="{935E57C7-408F-45E9-A6DD-6FD9D2A09C31}"/>
          </ac:spMkLst>
        </pc:spChg>
      </pc:sldChg>
      <pc:sldChg chg="modSp add">
        <pc:chgData name="Tony Toe" userId="8901cf30983edc6b" providerId="LiveId" clId="{C1442F02-3345-4BB8-8B0E-23C8E3F94CAE}" dt="2018-11-07T02:52:17.709" v="290" actId="20577"/>
        <pc:sldMkLst>
          <pc:docMk/>
          <pc:sldMk cId="559869889" sldId="263"/>
        </pc:sldMkLst>
        <pc:spChg chg="mod">
          <ac:chgData name="Tony Toe" userId="8901cf30983edc6b" providerId="LiveId" clId="{C1442F02-3345-4BB8-8B0E-23C8E3F94CAE}" dt="2018-11-07T02:52:03.525" v="247" actId="20577"/>
          <ac:spMkLst>
            <pc:docMk/>
            <pc:sldMk cId="559869889" sldId="263"/>
            <ac:spMk id="2" creationId="{381301AC-9853-4354-A499-D62DDE9405F5}"/>
          </ac:spMkLst>
        </pc:spChg>
        <pc:spChg chg="mod">
          <ac:chgData name="Tony Toe" userId="8901cf30983edc6b" providerId="LiveId" clId="{C1442F02-3345-4BB8-8B0E-23C8E3F94CAE}" dt="2018-11-07T02:52:17.709" v="290" actId="20577"/>
          <ac:spMkLst>
            <pc:docMk/>
            <pc:sldMk cId="559869889" sldId="263"/>
            <ac:spMk id="3" creationId="{A848DCD5-3BE6-4EC6-A161-81F30994B542}"/>
          </ac:spMkLst>
        </pc:spChg>
      </pc:sldChg>
      <pc:sldChg chg="modSp add">
        <pc:chgData name="Tony Toe" userId="8901cf30983edc6b" providerId="LiveId" clId="{C1442F02-3345-4BB8-8B0E-23C8E3F94CAE}" dt="2018-11-07T02:53:39.390" v="311" actId="20577"/>
        <pc:sldMkLst>
          <pc:docMk/>
          <pc:sldMk cId="2663059022" sldId="264"/>
        </pc:sldMkLst>
        <pc:spChg chg="mod">
          <ac:chgData name="Tony Toe" userId="8901cf30983edc6b" providerId="LiveId" clId="{C1442F02-3345-4BB8-8B0E-23C8E3F94CAE}" dt="2018-11-07T02:53:02.812" v="304" actId="20577"/>
          <ac:spMkLst>
            <pc:docMk/>
            <pc:sldMk cId="2663059022" sldId="264"/>
            <ac:spMk id="2" creationId="{56C38C1D-E5D3-491E-AB5C-FD264E405F84}"/>
          </ac:spMkLst>
        </pc:spChg>
        <pc:spChg chg="mod">
          <ac:chgData name="Tony Toe" userId="8901cf30983edc6b" providerId="LiveId" clId="{C1442F02-3345-4BB8-8B0E-23C8E3F94CAE}" dt="2018-11-07T02:53:39.390" v="311" actId="20577"/>
          <ac:spMkLst>
            <pc:docMk/>
            <pc:sldMk cId="2663059022" sldId="264"/>
            <ac:spMk id="3" creationId="{D170DBF4-03B0-46C7-8921-AC850D27F341}"/>
          </ac:spMkLst>
        </pc:spChg>
      </pc:sldChg>
      <pc:sldChg chg="modSp add">
        <pc:chgData name="Tony Toe" userId="8901cf30983edc6b" providerId="LiveId" clId="{C1442F02-3345-4BB8-8B0E-23C8E3F94CAE}" dt="2018-11-07T02:54:18.012" v="332" actId="20577"/>
        <pc:sldMkLst>
          <pc:docMk/>
          <pc:sldMk cId="767239538" sldId="265"/>
        </pc:sldMkLst>
        <pc:spChg chg="mod">
          <ac:chgData name="Tony Toe" userId="8901cf30983edc6b" providerId="LiveId" clId="{C1442F02-3345-4BB8-8B0E-23C8E3F94CAE}" dt="2018-11-07T02:54:02.781" v="326" actId="20577"/>
          <ac:spMkLst>
            <pc:docMk/>
            <pc:sldMk cId="767239538" sldId="265"/>
            <ac:spMk id="2" creationId="{D5DA16FE-8B01-4D89-9A03-706D9BB3FA13}"/>
          </ac:spMkLst>
        </pc:spChg>
        <pc:spChg chg="mod">
          <ac:chgData name="Tony Toe" userId="8901cf30983edc6b" providerId="LiveId" clId="{C1442F02-3345-4BB8-8B0E-23C8E3F94CAE}" dt="2018-11-07T02:54:18.012" v="332" actId="20577"/>
          <ac:spMkLst>
            <pc:docMk/>
            <pc:sldMk cId="767239538" sldId="265"/>
            <ac:spMk id="3" creationId="{AD2B53B1-8061-44BD-95CC-40420DB8CBE5}"/>
          </ac:spMkLst>
        </pc:spChg>
      </pc:sldChg>
      <pc:sldChg chg="addSp modSp add">
        <pc:chgData name="Tony Toe" userId="8901cf30983edc6b" providerId="LiveId" clId="{C1442F02-3345-4BB8-8B0E-23C8E3F94CAE}" dt="2018-11-07T02:56:07.607" v="468" actId="1076"/>
        <pc:sldMkLst>
          <pc:docMk/>
          <pc:sldMk cId="2036393543" sldId="266"/>
        </pc:sldMkLst>
        <pc:spChg chg="mod">
          <ac:chgData name="Tony Toe" userId="8901cf30983edc6b" providerId="LiveId" clId="{C1442F02-3345-4BB8-8B0E-23C8E3F94CAE}" dt="2018-11-07T02:55:19.723" v="413" actId="20577"/>
          <ac:spMkLst>
            <pc:docMk/>
            <pc:sldMk cId="2036393543" sldId="266"/>
            <ac:spMk id="2" creationId="{CAAE499C-48D2-4FF9-9C18-FE32A3DA42D3}"/>
          </ac:spMkLst>
        </pc:spChg>
        <pc:spChg chg="mod">
          <ac:chgData name="Tony Toe" userId="8901cf30983edc6b" providerId="LiveId" clId="{C1442F02-3345-4BB8-8B0E-23C8E3F94CAE}" dt="2018-11-07T02:55:43.388" v="460" actId="20577"/>
          <ac:spMkLst>
            <pc:docMk/>
            <pc:sldMk cId="2036393543" sldId="266"/>
            <ac:spMk id="3" creationId="{5A577533-217A-4D1C-8533-D565EC3A1507}"/>
          </ac:spMkLst>
        </pc:spChg>
        <pc:spChg chg="add mod">
          <ac:chgData name="Tony Toe" userId="8901cf30983edc6b" providerId="LiveId" clId="{C1442F02-3345-4BB8-8B0E-23C8E3F94CAE}" dt="2018-11-07T02:56:07.607" v="468" actId="1076"/>
          <ac:spMkLst>
            <pc:docMk/>
            <pc:sldMk cId="2036393543" sldId="266"/>
            <ac:spMk id="4" creationId="{3B37C893-FE76-45E0-9010-2C273797A4CD}"/>
          </ac:spMkLst>
        </pc:spChg>
      </pc:sldChg>
      <pc:sldChg chg="addSp modSp add">
        <pc:chgData name="Tony Toe" userId="8901cf30983edc6b" providerId="LiveId" clId="{C1442F02-3345-4BB8-8B0E-23C8E3F94CAE}" dt="2018-11-07T03:02:05.063" v="475" actId="1076"/>
        <pc:sldMkLst>
          <pc:docMk/>
          <pc:sldMk cId="2616453588" sldId="267"/>
        </pc:sldMkLst>
        <pc:spChg chg="add mod">
          <ac:chgData name="Tony Toe" userId="8901cf30983edc6b" providerId="LiveId" clId="{C1442F02-3345-4BB8-8B0E-23C8E3F94CAE}" dt="2018-11-07T03:02:05.063" v="475" actId="1076"/>
          <ac:spMkLst>
            <pc:docMk/>
            <pc:sldMk cId="2616453588" sldId="267"/>
            <ac:spMk id="4" creationId="{972503FA-87D8-4690-9B27-39B72E6FEEF2}"/>
          </ac:spMkLst>
        </pc:spChg>
      </pc:sldChg>
      <pc:sldChg chg="addSp modSp add">
        <pc:chgData name="Tony Toe" userId="8901cf30983edc6b" providerId="LiveId" clId="{C1442F02-3345-4BB8-8B0E-23C8E3F94CAE}" dt="2018-11-07T03:23:44.043" v="697" actId="13926"/>
        <pc:sldMkLst>
          <pc:docMk/>
          <pc:sldMk cId="1867288806" sldId="268"/>
        </pc:sldMkLst>
        <pc:spChg chg="mod">
          <ac:chgData name="Tony Toe" userId="8901cf30983edc6b" providerId="LiveId" clId="{C1442F02-3345-4BB8-8B0E-23C8E3F94CAE}" dt="2018-11-07T03:21:49.203" v="560" actId="20577"/>
          <ac:spMkLst>
            <pc:docMk/>
            <pc:sldMk cId="1867288806" sldId="268"/>
            <ac:spMk id="2" creationId="{FFB80AD2-0F53-4F63-9C39-445785BC8CC8}"/>
          </ac:spMkLst>
        </pc:spChg>
        <pc:spChg chg="mod">
          <ac:chgData name="Tony Toe" userId="8901cf30983edc6b" providerId="LiveId" clId="{C1442F02-3345-4BB8-8B0E-23C8E3F94CAE}" dt="2018-11-07T03:23:44.043" v="697" actId="13926"/>
          <ac:spMkLst>
            <pc:docMk/>
            <pc:sldMk cId="1867288806" sldId="268"/>
            <ac:spMk id="3" creationId="{EDAEE099-9176-44BC-908E-F9E0EB7AC08A}"/>
          </ac:spMkLst>
        </pc:spChg>
        <pc:spChg chg="add mod">
          <ac:chgData name="Tony Toe" userId="8901cf30983edc6b" providerId="LiveId" clId="{C1442F02-3345-4BB8-8B0E-23C8E3F94CAE}" dt="2018-11-07T03:13:17.815" v="485" actId="1076"/>
          <ac:spMkLst>
            <pc:docMk/>
            <pc:sldMk cId="1867288806" sldId="268"/>
            <ac:spMk id="4" creationId="{61BFF04E-3C15-46A9-BD09-A562632B2385}"/>
          </ac:spMkLst>
        </pc:spChg>
      </pc:sldChg>
      <pc:sldChg chg="modSp add">
        <pc:chgData name="Tony Toe" userId="8901cf30983edc6b" providerId="LiveId" clId="{C1442F02-3345-4BB8-8B0E-23C8E3F94CAE}" dt="2018-11-07T03:24:16.345" v="747" actId="20577"/>
        <pc:sldMkLst>
          <pc:docMk/>
          <pc:sldMk cId="1395854422" sldId="269"/>
        </pc:sldMkLst>
        <pc:spChg chg="mod">
          <ac:chgData name="Tony Toe" userId="8901cf30983edc6b" providerId="LiveId" clId="{C1442F02-3345-4BB8-8B0E-23C8E3F94CAE}" dt="2018-11-07T03:24:06.186" v="712" actId="20577"/>
          <ac:spMkLst>
            <pc:docMk/>
            <pc:sldMk cId="1395854422" sldId="269"/>
            <ac:spMk id="2" creationId="{307E50DE-A596-4547-AC5F-B36ADA737D9C}"/>
          </ac:spMkLst>
        </pc:spChg>
        <pc:spChg chg="mod">
          <ac:chgData name="Tony Toe" userId="8901cf30983edc6b" providerId="LiveId" clId="{C1442F02-3345-4BB8-8B0E-23C8E3F94CAE}" dt="2018-11-07T03:24:16.345" v="747" actId="20577"/>
          <ac:spMkLst>
            <pc:docMk/>
            <pc:sldMk cId="1395854422" sldId="269"/>
            <ac:spMk id="3" creationId="{4CCFF443-4F39-41CB-9279-D4203F0AA836}"/>
          </ac:spMkLst>
        </pc:spChg>
      </pc:sldChg>
      <pc:sldChg chg="addSp modSp add">
        <pc:chgData name="Tony Toe" userId="8901cf30983edc6b" providerId="LiveId" clId="{C1442F02-3345-4BB8-8B0E-23C8E3F94CAE}" dt="2018-11-07T03:25:47.010" v="804" actId="1076"/>
        <pc:sldMkLst>
          <pc:docMk/>
          <pc:sldMk cId="3231123048" sldId="270"/>
        </pc:sldMkLst>
        <pc:spChg chg="mod">
          <ac:chgData name="Tony Toe" userId="8901cf30983edc6b" providerId="LiveId" clId="{C1442F02-3345-4BB8-8B0E-23C8E3F94CAE}" dt="2018-11-07T03:25:10.275" v="782" actId="20577"/>
          <ac:spMkLst>
            <pc:docMk/>
            <pc:sldMk cId="3231123048" sldId="270"/>
            <ac:spMk id="2" creationId="{17D525A4-FA0D-4B6A-89EB-086373F965A4}"/>
          </ac:spMkLst>
        </pc:spChg>
        <pc:spChg chg="mod">
          <ac:chgData name="Tony Toe" userId="8901cf30983edc6b" providerId="LiveId" clId="{C1442F02-3345-4BB8-8B0E-23C8E3F94CAE}" dt="2018-11-07T03:25:17.129" v="802" actId="20577"/>
          <ac:spMkLst>
            <pc:docMk/>
            <pc:sldMk cId="3231123048" sldId="270"/>
            <ac:spMk id="3" creationId="{855CD4D5-F530-40B6-B0E4-2C0F3E49ADA0}"/>
          </ac:spMkLst>
        </pc:spChg>
        <pc:spChg chg="add mod">
          <ac:chgData name="Tony Toe" userId="8901cf30983edc6b" providerId="LiveId" clId="{C1442F02-3345-4BB8-8B0E-23C8E3F94CAE}" dt="2018-11-07T03:25:47.010" v="804" actId="1076"/>
          <ac:spMkLst>
            <pc:docMk/>
            <pc:sldMk cId="3231123048" sldId="270"/>
            <ac:spMk id="4" creationId="{B2929AF2-E606-4604-B7BE-09C0B9FC731D}"/>
          </ac:spMkLst>
        </pc:spChg>
      </pc:sldChg>
      <pc:sldChg chg="addSp modSp add">
        <pc:chgData name="Tony Toe" userId="8901cf30983edc6b" providerId="LiveId" clId="{C1442F02-3345-4BB8-8B0E-23C8E3F94CAE}" dt="2018-11-07T03:27:28.563" v="842" actId="313"/>
        <pc:sldMkLst>
          <pc:docMk/>
          <pc:sldMk cId="2226938883" sldId="271"/>
        </pc:sldMkLst>
        <pc:spChg chg="mod">
          <ac:chgData name="Tony Toe" userId="8901cf30983edc6b" providerId="LiveId" clId="{C1442F02-3345-4BB8-8B0E-23C8E3F94CAE}" dt="2018-11-07T03:27:28.563" v="842" actId="313"/>
          <ac:spMkLst>
            <pc:docMk/>
            <pc:sldMk cId="2226938883" sldId="271"/>
            <ac:spMk id="2" creationId="{A33D42EA-4F61-4A75-8A34-428F5477EE5B}"/>
          </ac:spMkLst>
        </pc:spChg>
        <pc:spChg chg="mod">
          <ac:chgData name="Tony Toe" userId="8901cf30983edc6b" providerId="LiveId" clId="{C1442F02-3345-4BB8-8B0E-23C8E3F94CAE}" dt="2018-11-07T03:26:56.939" v="833" actId="313"/>
          <ac:spMkLst>
            <pc:docMk/>
            <pc:sldMk cId="2226938883" sldId="271"/>
            <ac:spMk id="3" creationId="{D2898233-4A8B-4FC8-9357-7D461A4B2BA7}"/>
          </ac:spMkLst>
        </pc:spChg>
        <pc:spChg chg="add mod">
          <ac:chgData name="Tony Toe" userId="8901cf30983edc6b" providerId="LiveId" clId="{C1442F02-3345-4BB8-8B0E-23C8E3F94CAE}" dt="2018-11-07T03:27:26.223" v="841" actId="13926"/>
          <ac:spMkLst>
            <pc:docMk/>
            <pc:sldMk cId="2226938883" sldId="271"/>
            <ac:spMk id="4" creationId="{CB4F1EEB-0FB4-472A-9480-C01B4FDBD131}"/>
          </ac:spMkLst>
        </pc:spChg>
      </pc:sldChg>
      <pc:sldChg chg="modSp add">
        <pc:chgData name="Tony Toe" userId="8901cf30983edc6b" providerId="LiveId" clId="{C1442F02-3345-4BB8-8B0E-23C8E3F94CAE}" dt="2018-11-07T03:27:52.250" v="892" actId="20577"/>
        <pc:sldMkLst>
          <pc:docMk/>
          <pc:sldMk cId="1347873503" sldId="272"/>
        </pc:sldMkLst>
        <pc:spChg chg="mod">
          <ac:chgData name="Tony Toe" userId="8901cf30983edc6b" providerId="LiveId" clId="{C1442F02-3345-4BB8-8B0E-23C8E3F94CAE}" dt="2018-11-07T03:27:41.722" v="855" actId="20577"/>
          <ac:spMkLst>
            <pc:docMk/>
            <pc:sldMk cId="1347873503" sldId="272"/>
            <ac:spMk id="2" creationId="{BC1E6C45-5A91-4137-800A-D9BB4E569DD3}"/>
          </ac:spMkLst>
        </pc:spChg>
        <pc:spChg chg="mod">
          <ac:chgData name="Tony Toe" userId="8901cf30983edc6b" providerId="LiveId" clId="{C1442F02-3345-4BB8-8B0E-23C8E3F94CAE}" dt="2018-11-07T03:27:52.250" v="892" actId="20577"/>
          <ac:spMkLst>
            <pc:docMk/>
            <pc:sldMk cId="1347873503" sldId="272"/>
            <ac:spMk id="3" creationId="{63F16016-25AA-440C-9266-145D9817099E}"/>
          </ac:spMkLst>
        </pc:spChg>
      </pc:sldChg>
      <pc:sldChg chg="addSp modSp add">
        <pc:chgData name="Tony Toe" userId="8901cf30983edc6b" providerId="LiveId" clId="{C1442F02-3345-4BB8-8B0E-23C8E3F94CAE}" dt="2018-11-07T03:29:41.595" v="898" actId="1076"/>
        <pc:sldMkLst>
          <pc:docMk/>
          <pc:sldMk cId="3830724426" sldId="273"/>
        </pc:sldMkLst>
        <pc:spChg chg="mod">
          <ac:chgData name="Tony Toe" userId="8901cf30983edc6b" providerId="LiveId" clId="{C1442F02-3345-4BB8-8B0E-23C8E3F94CAE}" dt="2018-11-07T03:29:08.148" v="895" actId="20577"/>
          <ac:spMkLst>
            <pc:docMk/>
            <pc:sldMk cId="3830724426" sldId="273"/>
            <ac:spMk id="2" creationId="{0E765B06-95B3-4634-B01B-77D8EF067F87}"/>
          </ac:spMkLst>
        </pc:spChg>
        <pc:spChg chg="mod">
          <ac:chgData name="Tony Toe" userId="8901cf30983edc6b" providerId="LiveId" clId="{C1442F02-3345-4BB8-8B0E-23C8E3F94CAE}" dt="2018-11-07T03:29:25.043" v="896" actId="1076"/>
          <ac:spMkLst>
            <pc:docMk/>
            <pc:sldMk cId="3830724426" sldId="273"/>
            <ac:spMk id="3" creationId="{AD0BE510-A2FB-462A-A645-CD725DC831F5}"/>
          </ac:spMkLst>
        </pc:spChg>
        <pc:spChg chg="add mod">
          <ac:chgData name="Tony Toe" userId="8901cf30983edc6b" providerId="LiveId" clId="{C1442F02-3345-4BB8-8B0E-23C8E3F94CAE}" dt="2018-11-07T03:29:41.595" v="898" actId="1076"/>
          <ac:spMkLst>
            <pc:docMk/>
            <pc:sldMk cId="3830724426" sldId="273"/>
            <ac:spMk id="4" creationId="{ABF220DE-02F4-4CEE-BD55-E3AD5B70CBFA}"/>
          </ac:spMkLst>
        </pc:spChg>
      </pc:sldChg>
      <pc:sldChg chg="addSp delSp modSp add">
        <pc:chgData name="Tony Toe" userId="8901cf30983edc6b" providerId="LiveId" clId="{C1442F02-3345-4BB8-8B0E-23C8E3F94CAE}" dt="2018-11-07T03:30:14.895" v="926" actId="1076"/>
        <pc:sldMkLst>
          <pc:docMk/>
          <pc:sldMk cId="1251736921" sldId="274"/>
        </pc:sldMkLst>
        <pc:spChg chg="mod">
          <ac:chgData name="Tony Toe" userId="8901cf30983edc6b" providerId="LiveId" clId="{C1442F02-3345-4BB8-8B0E-23C8E3F94CAE}" dt="2018-11-07T03:29:59.266" v="922" actId="20577"/>
          <ac:spMkLst>
            <pc:docMk/>
            <pc:sldMk cId="1251736921" sldId="274"/>
            <ac:spMk id="2" creationId="{1C511B08-FC97-4809-BDBE-64B0651BFE8D}"/>
          </ac:spMkLst>
        </pc:spChg>
        <pc:spChg chg="del">
          <ac:chgData name="Tony Toe" userId="8901cf30983edc6b" providerId="LiveId" clId="{C1442F02-3345-4BB8-8B0E-23C8E3F94CAE}" dt="2018-11-07T03:30:11.345" v="925" actId="478"/>
          <ac:spMkLst>
            <pc:docMk/>
            <pc:sldMk cId="1251736921" sldId="274"/>
            <ac:spMk id="3" creationId="{5AB02C63-1A5A-4096-B978-1708337BA9AB}"/>
          </ac:spMkLst>
        </pc:spChg>
        <pc:spChg chg="add mod">
          <ac:chgData name="Tony Toe" userId="8901cf30983edc6b" providerId="LiveId" clId="{C1442F02-3345-4BB8-8B0E-23C8E3F94CAE}" dt="2018-11-07T03:30:14.895" v="926" actId="1076"/>
          <ac:spMkLst>
            <pc:docMk/>
            <pc:sldMk cId="1251736921" sldId="274"/>
            <ac:spMk id="4" creationId="{9D120C2A-7C72-47C6-85AD-36B172660C4A}"/>
          </ac:spMkLst>
        </pc:spChg>
      </pc:sldChg>
      <pc:sldChg chg="modSp add">
        <pc:chgData name="Tony Toe" userId="8901cf30983edc6b" providerId="LiveId" clId="{C1442F02-3345-4BB8-8B0E-23C8E3F94CAE}" dt="2018-11-07T03:30:50.653" v="954" actId="20577"/>
        <pc:sldMkLst>
          <pc:docMk/>
          <pc:sldMk cId="3084603823" sldId="275"/>
        </pc:sldMkLst>
        <pc:spChg chg="mod">
          <ac:chgData name="Tony Toe" userId="8901cf30983edc6b" providerId="LiveId" clId="{C1442F02-3345-4BB8-8B0E-23C8E3F94CAE}" dt="2018-11-07T03:30:35.721" v="951" actId="20577"/>
          <ac:spMkLst>
            <pc:docMk/>
            <pc:sldMk cId="3084603823" sldId="275"/>
            <ac:spMk id="2" creationId="{831DEFDB-D9B9-44D9-B481-729A02A77A05}"/>
          </ac:spMkLst>
        </pc:spChg>
        <pc:spChg chg="mod">
          <ac:chgData name="Tony Toe" userId="8901cf30983edc6b" providerId="LiveId" clId="{C1442F02-3345-4BB8-8B0E-23C8E3F94CAE}" dt="2018-11-07T03:30:50.653" v="954" actId="20577"/>
          <ac:spMkLst>
            <pc:docMk/>
            <pc:sldMk cId="3084603823" sldId="275"/>
            <ac:spMk id="3" creationId="{38805D42-842E-480E-BAB0-725A05CFE8E1}"/>
          </ac:spMkLst>
        </pc:spChg>
      </pc:sldChg>
      <pc:sldChg chg="addSp modSp add">
        <pc:chgData name="Tony Toe" userId="8901cf30983edc6b" providerId="LiveId" clId="{C1442F02-3345-4BB8-8B0E-23C8E3F94CAE}" dt="2018-11-07T03:31:40.113" v="978" actId="13926"/>
        <pc:sldMkLst>
          <pc:docMk/>
          <pc:sldMk cId="1438324259" sldId="276"/>
        </pc:sldMkLst>
        <pc:spChg chg="mod">
          <ac:chgData name="Tony Toe" userId="8901cf30983edc6b" providerId="LiveId" clId="{C1442F02-3345-4BB8-8B0E-23C8E3F94CAE}" dt="2018-11-07T03:31:12.585" v="971" actId="20577"/>
          <ac:spMkLst>
            <pc:docMk/>
            <pc:sldMk cId="1438324259" sldId="276"/>
            <ac:spMk id="2" creationId="{01A772CF-92EF-464C-85AE-5D6816092E33}"/>
          </ac:spMkLst>
        </pc:spChg>
        <pc:spChg chg="mod">
          <ac:chgData name="Tony Toe" userId="8901cf30983edc6b" providerId="LiveId" clId="{C1442F02-3345-4BB8-8B0E-23C8E3F94CAE}" dt="2018-11-07T03:31:21.164" v="972" actId="13926"/>
          <ac:spMkLst>
            <pc:docMk/>
            <pc:sldMk cId="1438324259" sldId="276"/>
            <ac:spMk id="3" creationId="{1080FF5B-12C0-4E71-A4AB-44C2777599A9}"/>
          </ac:spMkLst>
        </pc:spChg>
        <pc:spChg chg="add mod">
          <ac:chgData name="Tony Toe" userId="8901cf30983edc6b" providerId="LiveId" clId="{C1442F02-3345-4BB8-8B0E-23C8E3F94CAE}" dt="2018-11-07T03:31:40.113" v="978" actId="13926"/>
          <ac:spMkLst>
            <pc:docMk/>
            <pc:sldMk cId="1438324259" sldId="276"/>
            <ac:spMk id="4" creationId="{F65E28A2-8C94-4B19-B7B1-E84A7FA22D03}"/>
          </ac:spMkLst>
        </pc:spChg>
      </pc:sldChg>
      <pc:sldChg chg="addSp modSp add">
        <pc:chgData name="Tony Toe" userId="8901cf30983edc6b" providerId="LiveId" clId="{C1442F02-3345-4BB8-8B0E-23C8E3F94CAE}" dt="2018-11-07T03:39:27.803" v="1124" actId="1076"/>
        <pc:sldMkLst>
          <pc:docMk/>
          <pc:sldMk cId="3797467521" sldId="277"/>
        </pc:sldMkLst>
        <pc:spChg chg="mod">
          <ac:chgData name="Tony Toe" userId="8901cf30983edc6b" providerId="LiveId" clId="{C1442F02-3345-4BB8-8B0E-23C8E3F94CAE}" dt="2018-11-07T03:33:36.785" v="1035" actId="20577"/>
          <ac:spMkLst>
            <pc:docMk/>
            <pc:sldMk cId="3797467521" sldId="277"/>
            <ac:spMk id="2" creationId="{43D3CC60-1B8D-4160-B2C4-16837B745B18}"/>
          </ac:spMkLst>
        </pc:spChg>
        <pc:spChg chg="mod">
          <ac:chgData name="Tony Toe" userId="8901cf30983edc6b" providerId="LiveId" clId="{C1442F02-3345-4BB8-8B0E-23C8E3F94CAE}" dt="2018-11-07T03:39:13.191" v="1122" actId="20577"/>
          <ac:spMkLst>
            <pc:docMk/>
            <pc:sldMk cId="3797467521" sldId="277"/>
            <ac:spMk id="3" creationId="{D4BA7592-B468-4766-8160-AD8DF5A25C0D}"/>
          </ac:spMkLst>
        </pc:spChg>
        <pc:spChg chg="add mod">
          <ac:chgData name="Tony Toe" userId="8901cf30983edc6b" providerId="LiveId" clId="{C1442F02-3345-4BB8-8B0E-23C8E3F94CAE}" dt="2018-11-07T03:39:27.803" v="1124" actId="1076"/>
          <ac:spMkLst>
            <pc:docMk/>
            <pc:sldMk cId="3797467521" sldId="277"/>
            <ac:spMk id="4" creationId="{98AEF56F-4B54-491B-A4B7-14DCE9048D7B}"/>
          </ac:spMkLst>
        </pc:spChg>
      </pc:sldChg>
      <pc:sldChg chg="modSp add">
        <pc:chgData name="Tony Toe" userId="8901cf30983edc6b" providerId="LiveId" clId="{C1442F02-3345-4BB8-8B0E-23C8E3F94CAE}" dt="2018-11-07T03:39:58.521" v="1197" actId="20577"/>
        <pc:sldMkLst>
          <pc:docMk/>
          <pc:sldMk cId="870818330" sldId="278"/>
        </pc:sldMkLst>
        <pc:spChg chg="mod">
          <ac:chgData name="Tony Toe" userId="8901cf30983edc6b" providerId="LiveId" clId="{C1442F02-3345-4BB8-8B0E-23C8E3F94CAE}" dt="2018-11-07T03:39:41.025" v="1139" actId="20577"/>
          <ac:spMkLst>
            <pc:docMk/>
            <pc:sldMk cId="870818330" sldId="278"/>
            <ac:spMk id="2" creationId="{788B429D-28D7-429B-A1BA-00B451086C32}"/>
          </ac:spMkLst>
        </pc:spChg>
        <pc:spChg chg="mod">
          <ac:chgData name="Tony Toe" userId="8901cf30983edc6b" providerId="LiveId" clId="{C1442F02-3345-4BB8-8B0E-23C8E3F94CAE}" dt="2018-11-07T03:39:58.521" v="1197" actId="20577"/>
          <ac:spMkLst>
            <pc:docMk/>
            <pc:sldMk cId="870818330" sldId="278"/>
            <ac:spMk id="3" creationId="{1F301E4E-04E6-41DB-98AB-ABE1BD812B06}"/>
          </ac:spMkLst>
        </pc:spChg>
      </pc:sldChg>
      <pc:sldChg chg="addSp delSp modSp add">
        <pc:chgData name="Tony Toe" userId="8901cf30983edc6b" providerId="LiveId" clId="{C1442F02-3345-4BB8-8B0E-23C8E3F94CAE}" dt="2018-11-07T03:40:39.511" v="1216" actId="1076"/>
        <pc:sldMkLst>
          <pc:docMk/>
          <pc:sldMk cId="1756175335" sldId="279"/>
        </pc:sldMkLst>
        <pc:spChg chg="mod">
          <ac:chgData name="Tony Toe" userId="8901cf30983edc6b" providerId="LiveId" clId="{C1442F02-3345-4BB8-8B0E-23C8E3F94CAE}" dt="2018-11-07T03:40:30.265" v="1213" actId="20577"/>
          <ac:spMkLst>
            <pc:docMk/>
            <pc:sldMk cId="1756175335" sldId="279"/>
            <ac:spMk id="2" creationId="{F4726761-D2AC-4EE2-B8F8-CDA23138D106}"/>
          </ac:spMkLst>
        </pc:spChg>
        <pc:spChg chg="del">
          <ac:chgData name="Tony Toe" userId="8901cf30983edc6b" providerId="LiveId" clId="{C1442F02-3345-4BB8-8B0E-23C8E3F94CAE}" dt="2018-11-07T03:40:33.521" v="1214" actId="478"/>
          <ac:spMkLst>
            <pc:docMk/>
            <pc:sldMk cId="1756175335" sldId="279"/>
            <ac:spMk id="3" creationId="{3D4A8FE1-6858-4AF5-A3DC-EEDEA06D87B3}"/>
          </ac:spMkLst>
        </pc:spChg>
        <pc:spChg chg="add mod">
          <ac:chgData name="Tony Toe" userId="8901cf30983edc6b" providerId="LiveId" clId="{C1442F02-3345-4BB8-8B0E-23C8E3F94CAE}" dt="2018-11-07T03:40:39.511" v="1216" actId="1076"/>
          <ac:spMkLst>
            <pc:docMk/>
            <pc:sldMk cId="1756175335" sldId="279"/>
            <ac:spMk id="4" creationId="{0EA7A70B-D9C3-4E32-B520-4DF8FE4015B5}"/>
          </ac:spMkLst>
        </pc:spChg>
      </pc:sldChg>
      <pc:sldChg chg="addSp delSp modSp add">
        <pc:chgData name="Tony Toe" userId="8901cf30983edc6b" providerId="LiveId" clId="{C1442F02-3345-4BB8-8B0E-23C8E3F94CAE}" dt="2018-11-07T03:40:57.817" v="1238" actId="1076"/>
        <pc:sldMkLst>
          <pc:docMk/>
          <pc:sldMk cId="1845229966" sldId="280"/>
        </pc:sldMkLst>
        <pc:spChg chg="mod">
          <ac:chgData name="Tony Toe" userId="8901cf30983edc6b" providerId="LiveId" clId="{C1442F02-3345-4BB8-8B0E-23C8E3F94CAE}" dt="2018-11-07T03:40:46.561" v="1235" actId="20577"/>
          <ac:spMkLst>
            <pc:docMk/>
            <pc:sldMk cId="1845229966" sldId="280"/>
            <ac:spMk id="2" creationId="{57480F1F-F645-4AFD-98AD-1F1D58C1E7BD}"/>
          </ac:spMkLst>
        </pc:spChg>
        <pc:spChg chg="del">
          <ac:chgData name="Tony Toe" userId="8901cf30983edc6b" providerId="LiveId" clId="{C1442F02-3345-4BB8-8B0E-23C8E3F94CAE}" dt="2018-11-07T03:40:54.393" v="1237" actId="478"/>
          <ac:spMkLst>
            <pc:docMk/>
            <pc:sldMk cId="1845229966" sldId="280"/>
            <ac:spMk id="3" creationId="{3FE6BD24-8395-4D1B-9FBC-16B3640B1948}"/>
          </ac:spMkLst>
        </pc:spChg>
        <pc:spChg chg="add mod">
          <ac:chgData name="Tony Toe" userId="8901cf30983edc6b" providerId="LiveId" clId="{C1442F02-3345-4BB8-8B0E-23C8E3F94CAE}" dt="2018-11-07T03:40:57.817" v="1238" actId="1076"/>
          <ac:spMkLst>
            <pc:docMk/>
            <pc:sldMk cId="1845229966" sldId="280"/>
            <ac:spMk id="4" creationId="{C2884227-5DE1-4705-9E64-143E38DFD107}"/>
          </ac:spMkLst>
        </pc:spChg>
      </pc:sldChg>
      <pc:sldChg chg="addSp delSp modSp add mod setBg">
        <pc:chgData name="Tony Toe" userId="8901cf30983edc6b" providerId="LiveId" clId="{C1442F02-3345-4BB8-8B0E-23C8E3F94CAE}" dt="2018-11-07T03:43:49.182" v="1292" actId="13926"/>
        <pc:sldMkLst>
          <pc:docMk/>
          <pc:sldMk cId="2012060342" sldId="281"/>
        </pc:sldMkLst>
        <pc:spChg chg="mod">
          <ac:chgData name="Tony Toe" userId="8901cf30983edc6b" providerId="LiveId" clId="{C1442F02-3345-4BB8-8B0E-23C8E3F94CAE}" dt="2018-11-07T03:41:37.430" v="1281" actId="26606"/>
          <ac:spMkLst>
            <pc:docMk/>
            <pc:sldMk cId="2012060342" sldId="281"/>
            <ac:spMk id="2" creationId="{66A0CB76-ACF6-417C-8714-F84BE47CAF67}"/>
          </ac:spMkLst>
        </pc:spChg>
        <pc:spChg chg="add del">
          <ac:chgData name="Tony Toe" userId="8901cf30983edc6b" providerId="LiveId" clId="{C1442F02-3345-4BB8-8B0E-23C8E3F94CAE}" dt="2018-11-07T03:41:32.103" v="1279" actId="13926"/>
          <ac:spMkLst>
            <pc:docMk/>
            <pc:sldMk cId="2012060342" sldId="281"/>
            <ac:spMk id="3" creationId="{CA104CC2-8AD4-40BB-AD29-A01981FF1F31}"/>
          </ac:spMkLst>
        </pc:spChg>
        <pc:spChg chg="add del">
          <ac:chgData name="Tony Toe" userId="8901cf30983edc6b" providerId="LiveId" clId="{C1442F02-3345-4BB8-8B0E-23C8E3F94CAE}" dt="2018-11-07T03:41:14.793" v="1241" actId="13926"/>
          <ac:spMkLst>
            <pc:docMk/>
            <pc:sldMk cId="2012060342" sldId="281"/>
            <ac:spMk id="5" creationId="{5F1C5B7B-EE78-423E-8F19-7E8A66F339C1}"/>
          </ac:spMkLst>
        </pc:spChg>
        <pc:spChg chg="add mod">
          <ac:chgData name="Tony Toe" userId="8901cf30983edc6b" providerId="LiveId" clId="{C1442F02-3345-4BB8-8B0E-23C8E3F94CAE}" dt="2018-11-07T03:43:49.182" v="1292" actId="13926"/>
          <ac:spMkLst>
            <pc:docMk/>
            <pc:sldMk cId="2012060342" sldId="281"/>
            <ac:spMk id="7" creationId="{5500E125-A739-445A-A976-BF0C3E1B2C8A}"/>
          </ac:spMkLst>
        </pc:spChg>
        <pc:spChg chg="add mod">
          <ac:chgData name="Tony Toe" userId="8901cf30983edc6b" providerId="LiveId" clId="{C1442F02-3345-4BB8-8B0E-23C8E3F94CAE}" dt="2018-11-07T03:42:42.598" v="1290" actId="11529"/>
          <ac:spMkLst>
            <pc:docMk/>
            <pc:sldMk cId="2012060342" sldId="281"/>
            <ac:spMk id="8" creationId="{1C434B31-0DF0-450D-BB3D-A815E87F3BE5}"/>
          </ac:spMkLst>
        </pc:spChg>
        <pc:graphicFrameChg chg="add del mod">
          <ac:chgData name="Tony Toe" userId="8901cf30983edc6b" providerId="LiveId" clId="{C1442F02-3345-4BB8-8B0E-23C8E3F94CAE}" dt="2018-11-07T03:41:14.793" v="1241" actId="13926"/>
          <ac:graphicFrameMkLst>
            <pc:docMk/>
            <pc:sldMk cId="2012060342" sldId="281"/>
            <ac:graphicFrameMk id="4" creationId="{80857680-7C3B-42E6-ABAC-C090F0FA6C72}"/>
          </ac:graphicFrameMkLst>
        </pc:graphicFrameChg>
        <pc:graphicFrameChg chg="add mod modGraphic">
          <ac:chgData name="Tony Toe" userId="8901cf30983edc6b" providerId="LiveId" clId="{C1442F02-3345-4BB8-8B0E-23C8E3F94CAE}" dt="2018-11-07T03:43:43.368" v="1291" actId="13926"/>
          <ac:graphicFrameMkLst>
            <pc:docMk/>
            <pc:sldMk cId="2012060342" sldId="281"/>
            <ac:graphicFrameMk id="6" creationId="{EA7F043D-9C5E-4AB9-990E-B6787FFAB1F6}"/>
          </ac:graphicFrameMkLst>
        </pc:graphicFrameChg>
      </pc:sldChg>
      <pc:sldChg chg="addSp delSp modSp add">
        <pc:chgData name="Tony Toe" userId="8901cf30983edc6b" providerId="LiveId" clId="{C1442F02-3345-4BB8-8B0E-23C8E3F94CAE}" dt="2018-11-07T03:46:21.533" v="1312" actId="1076"/>
        <pc:sldMkLst>
          <pc:docMk/>
          <pc:sldMk cId="2731599334" sldId="282"/>
        </pc:sldMkLst>
        <pc:spChg chg="mod">
          <ac:chgData name="Tony Toe" userId="8901cf30983edc6b" providerId="LiveId" clId="{C1442F02-3345-4BB8-8B0E-23C8E3F94CAE}" dt="2018-11-07T03:44:01.900" v="1294" actId="1076"/>
          <ac:spMkLst>
            <pc:docMk/>
            <pc:sldMk cId="2731599334" sldId="282"/>
            <ac:spMk id="2" creationId="{82E46549-2BF2-49DC-94E1-AB1C80B67F5B}"/>
          </ac:spMkLst>
        </pc:spChg>
        <pc:spChg chg="del">
          <ac:chgData name="Tony Toe" userId="8901cf30983edc6b" providerId="LiveId" clId="{C1442F02-3345-4BB8-8B0E-23C8E3F94CAE}" dt="2018-11-07T03:44:10.784" v="1295" actId="478"/>
          <ac:spMkLst>
            <pc:docMk/>
            <pc:sldMk cId="2731599334" sldId="282"/>
            <ac:spMk id="3" creationId="{E80BD6E0-4760-46E4-A115-836CD89F0C03}"/>
          </ac:spMkLst>
        </pc:spChg>
        <pc:spChg chg="add mod">
          <ac:chgData name="Tony Toe" userId="8901cf30983edc6b" providerId="LiveId" clId="{C1442F02-3345-4BB8-8B0E-23C8E3F94CAE}" dt="2018-11-07T03:45:39.098" v="1308" actId="13926"/>
          <ac:spMkLst>
            <pc:docMk/>
            <pc:sldMk cId="2731599334" sldId="282"/>
            <ac:spMk id="5" creationId="{C7A88ABA-E7FF-48FA-90FA-236DFE77513F}"/>
          </ac:spMkLst>
        </pc:spChg>
        <pc:spChg chg="add mod">
          <ac:chgData name="Tony Toe" userId="8901cf30983edc6b" providerId="LiveId" clId="{C1442F02-3345-4BB8-8B0E-23C8E3F94CAE}" dt="2018-11-07T03:45:18.955" v="1306" actId="11529"/>
          <ac:spMkLst>
            <pc:docMk/>
            <pc:sldMk cId="2731599334" sldId="282"/>
            <ac:spMk id="6" creationId="{80CC9286-5D88-4997-B5DE-EC62946F42BA}"/>
          </ac:spMkLst>
        </pc:spChg>
        <pc:spChg chg="add mod">
          <ac:chgData name="Tony Toe" userId="8901cf30983edc6b" providerId="LiveId" clId="{C1442F02-3345-4BB8-8B0E-23C8E3F94CAE}" dt="2018-11-07T03:46:21.533" v="1312" actId="1076"/>
          <ac:spMkLst>
            <pc:docMk/>
            <pc:sldMk cId="2731599334" sldId="282"/>
            <ac:spMk id="7" creationId="{48C477FB-E3CD-484A-A319-69D7A1BCC76C}"/>
          </ac:spMkLst>
        </pc:spChg>
        <pc:graphicFrameChg chg="add mod modGraphic">
          <ac:chgData name="Tony Toe" userId="8901cf30983edc6b" providerId="LiveId" clId="{C1442F02-3345-4BB8-8B0E-23C8E3F94CAE}" dt="2018-11-07T03:44:42.164" v="1300" actId="13926"/>
          <ac:graphicFrameMkLst>
            <pc:docMk/>
            <pc:sldMk cId="2731599334" sldId="282"/>
            <ac:graphicFrameMk id="4" creationId="{C8705313-9BAF-46D7-BDD3-BF42C029BF80}"/>
          </ac:graphicFrameMkLst>
        </pc:graphicFrameChg>
      </pc:sldChg>
      <pc:sldChg chg="addSp delSp modSp add">
        <pc:chgData name="Tony Toe" userId="8901cf30983edc6b" providerId="LiveId" clId="{C1442F02-3345-4BB8-8B0E-23C8E3F94CAE}" dt="2018-11-07T03:47:43.289" v="1336" actId="11529"/>
        <pc:sldMkLst>
          <pc:docMk/>
          <pc:sldMk cId="224454288" sldId="283"/>
        </pc:sldMkLst>
        <pc:spChg chg="mod">
          <ac:chgData name="Tony Toe" userId="8901cf30983edc6b" providerId="LiveId" clId="{C1442F02-3345-4BB8-8B0E-23C8E3F94CAE}" dt="2018-11-07T03:46:36.728" v="1328" actId="20577"/>
          <ac:spMkLst>
            <pc:docMk/>
            <pc:sldMk cId="224454288" sldId="283"/>
            <ac:spMk id="2" creationId="{8C6843A6-A07F-4D10-A33D-9F9125BB865E}"/>
          </ac:spMkLst>
        </pc:spChg>
        <pc:spChg chg="del">
          <ac:chgData name="Tony Toe" userId="8901cf30983edc6b" providerId="LiveId" clId="{C1442F02-3345-4BB8-8B0E-23C8E3F94CAE}" dt="2018-11-07T03:46:43.888" v="1329" actId="478"/>
          <ac:spMkLst>
            <pc:docMk/>
            <pc:sldMk cId="224454288" sldId="283"/>
            <ac:spMk id="3" creationId="{38B80C75-8FB6-45DE-A341-B20E0A3EE076}"/>
          </ac:spMkLst>
        </pc:spChg>
        <pc:graphicFrameChg chg="add mod modGraphic">
          <ac:chgData name="Tony Toe" userId="8901cf30983edc6b" providerId="LiveId" clId="{C1442F02-3345-4BB8-8B0E-23C8E3F94CAE}" dt="2018-11-07T03:47:31.465" v="1335" actId="1076"/>
          <ac:graphicFrameMkLst>
            <pc:docMk/>
            <pc:sldMk cId="224454288" sldId="283"/>
            <ac:graphicFrameMk id="4" creationId="{195B6503-894C-4CD4-A82B-AC29E1B75DD7}"/>
          </ac:graphicFrameMkLst>
        </pc:graphicFrameChg>
        <pc:cxnChg chg="add mod">
          <ac:chgData name="Tony Toe" userId="8901cf30983edc6b" providerId="LiveId" clId="{C1442F02-3345-4BB8-8B0E-23C8E3F94CAE}" dt="2018-11-07T03:47:43.289" v="1336" actId="11529"/>
          <ac:cxnSpMkLst>
            <pc:docMk/>
            <pc:sldMk cId="224454288" sldId="283"/>
            <ac:cxnSpMk id="6" creationId="{C8ABCF21-64EE-448A-B4E5-CB7B047819F1}"/>
          </ac:cxnSpMkLst>
        </pc:cxnChg>
      </pc:sldChg>
      <pc:sldChg chg="addSp delSp modSp add">
        <pc:chgData name="Tony Toe" userId="8901cf30983edc6b" providerId="LiveId" clId="{C1442F02-3345-4BB8-8B0E-23C8E3F94CAE}" dt="2018-11-07T03:48:44.486" v="1366" actId="11529"/>
        <pc:sldMkLst>
          <pc:docMk/>
          <pc:sldMk cId="1353420490" sldId="284"/>
        </pc:sldMkLst>
        <pc:spChg chg="mod">
          <ac:chgData name="Tony Toe" userId="8901cf30983edc6b" providerId="LiveId" clId="{C1442F02-3345-4BB8-8B0E-23C8E3F94CAE}" dt="2018-11-07T03:48:07.102" v="1359" actId="313"/>
          <ac:spMkLst>
            <pc:docMk/>
            <pc:sldMk cId="1353420490" sldId="284"/>
            <ac:spMk id="2" creationId="{59CC1552-B16F-43C9-96C2-1F34D60FB217}"/>
          </ac:spMkLst>
        </pc:spChg>
        <pc:spChg chg="del">
          <ac:chgData name="Tony Toe" userId="8901cf30983edc6b" providerId="LiveId" clId="{C1442F02-3345-4BB8-8B0E-23C8E3F94CAE}" dt="2018-11-07T03:47:58.512" v="1357" actId="478"/>
          <ac:spMkLst>
            <pc:docMk/>
            <pc:sldMk cId="1353420490" sldId="284"/>
            <ac:spMk id="3" creationId="{FEBD7888-0B1E-4F9A-8969-CCA2CD033303}"/>
          </ac:spMkLst>
        </pc:spChg>
        <pc:graphicFrameChg chg="add mod modGraphic">
          <ac:chgData name="Tony Toe" userId="8901cf30983edc6b" providerId="LiveId" clId="{C1442F02-3345-4BB8-8B0E-23C8E3F94CAE}" dt="2018-11-07T03:48:36.819" v="1365" actId="1076"/>
          <ac:graphicFrameMkLst>
            <pc:docMk/>
            <pc:sldMk cId="1353420490" sldId="284"/>
            <ac:graphicFrameMk id="4" creationId="{2AACF460-ECA9-4BC9-881A-AA8A6D676B32}"/>
          </ac:graphicFrameMkLst>
        </pc:graphicFrameChg>
        <pc:cxnChg chg="add mod">
          <ac:chgData name="Tony Toe" userId="8901cf30983edc6b" providerId="LiveId" clId="{C1442F02-3345-4BB8-8B0E-23C8E3F94CAE}" dt="2018-11-07T03:48:44.486" v="1366" actId="11529"/>
          <ac:cxnSpMkLst>
            <pc:docMk/>
            <pc:sldMk cId="1353420490" sldId="284"/>
            <ac:cxnSpMk id="6" creationId="{5D2B5455-F3D5-4063-8979-A2D587E37E58}"/>
          </ac:cxnSpMkLst>
        </pc:cxnChg>
      </pc:sldChg>
      <pc:sldChg chg="modSp add">
        <pc:chgData name="Tony Toe" userId="8901cf30983edc6b" providerId="LiveId" clId="{C1442F02-3345-4BB8-8B0E-23C8E3F94CAE}" dt="2018-11-07T03:49:15.072" v="1414" actId="20577"/>
        <pc:sldMkLst>
          <pc:docMk/>
          <pc:sldMk cId="842387938" sldId="285"/>
        </pc:sldMkLst>
        <pc:spChg chg="mod">
          <ac:chgData name="Tony Toe" userId="8901cf30983edc6b" providerId="LiveId" clId="{C1442F02-3345-4BB8-8B0E-23C8E3F94CAE}" dt="2018-11-07T03:49:05.617" v="1379" actId="20577"/>
          <ac:spMkLst>
            <pc:docMk/>
            <pc:sldMk cId="842387938" sldId="285"/>
            <ac:spMk id="2" creationId="{87CC4303-961B-4F9E-8A46-0F809C33ED94}"/>
          </ac:spMkLst>
        </pc:spChg>
        <pc:spChg chg="mod">
          <ac:chgData name="Tony Toe" userId="8901cf30983edc6b" providerId="LiveId" clId="{C1442F02-3345-4BB8-8B0E-23C8E3F94CAE}" dt="2018-11-07T03:49:15.072" v="1414" actId="20577"/>
          <ac:spMkLst>
            <pc:docMk/>
            <pc:sldMk cId="842387938" sldId="285"/>
            <ac:spMk id="3" creationId="{D3635190-C5CA-45F1-B3DE-3ED97404023E}"/>
          </ac:spMkLst>
        </pc:spChg>
      </pc:sldChg>
      <pc:sldChg chg="modSp add">
        <pc:chgData name="Tony Toe" userId="8901cf30983edc6b" providerId="LiveId" clId="{C1442F02-3345-4BB8-8B0E-23C8E3F94CAE}" dt="2018-11-09T08:53:22.890" v="1735" actId="20577"/>
        <pc:sldMkLst>
          <pc:docMk/>
          <pc:sldMk cId="1800740791" sldId="286"/>
        </pc:sldMkLst>
        <pc:spChg chg="mod">
          <ac:chgData name="Tony Toe" userId="8901cf30983edc6b" providerId="LiveId" clId="{C1442F02-3345-4BB8-8B0E-23C8E3F94CAE}" dt="2018-11-09T08:51:20.450" v="1552" actId="20577"/>
          <ac:spMkLst>
            <pc:docMk/>
            <pc:sldMk cId="1800740791" sldId="286"/>
            <ac:spMk id="2" creationId="{B5015436-C8EC-4095-8DF1-C55DFC3843E5}"/>
          </ac:spMkLst>
        </pc:spChg>
        <pc:spChg chg="mod">
          <ac:chgData name="Tony Toe" userId="8901cf30983edc6b" providerId="LiveId" clId="{C1442F02-3345-4BB8-8B0E-23C8E3F94CAE}" dt="2018-11-09T08:53:22.890" v="1735" actId="20577"/>
          <ac:spMkLst>
            <pc:docMk/>
            <pc:sldMk cId="1800740791" sldId="286"/>
            <ac:spMk id="3" creationId="{63C27EF6-3248-4E49-A5C5-7826FDFEAB5D}"/>
          </ac:spMkLst>
        </pc:spChg>
      </pc:sldChg>
      <pc:sldMasterChg chg="modSldLayout">
        <pc:chgData name="Tony Toe" userId="8901cf30983edc6b" providerId="LiveId" clId="{C1442F02-3345-4BB8-8B0E-23C8E3F94CAE}" dt="2018-11-07T03:59:46.980" v="1540" actId="20577"/>
        <pc:sldMasterMkLst>
          <pc:docMk/>
          <pc:sldMasterMk cId="236828940" sldId="2147483648"/>
        </pc:sldMasterMkLst>
        <pc:sldLayoutChg chg="addSp">
          <pc:chgData name="Tony Toe" userId="8901cf30983edc6b" providerId="LiveId" clId="{C1442F02-3345-4BB8-8B0E-23C8E3F94CAE}" dt="2018-11-07T03:59:46.980" v="1540" actId="20577"/>
          <pc:sldLayoutMkLst>
            <pc:docMk/>
            <pc:sldMasterMk cId="236828940" sldId="2147483648"/>
            <pc:sldLayoutMk cId="4054162043" sldId="2147483649"/>
          </pc:sldLayoutMkLst>
          <pc:spChg chg="add">
            <ac:chgData name="Tony Toe" userId="8901cf30983edc6b" providerId="LiveId" clId="{C1442F02-3345-4BB8-8B0E-23C8E3F94CAE}" dt="2018-11-07T03:59:46.980" v="1540" actId="20577"/>
            <ac:spMkLst>
              <pc:docMk/>
              <pc:sldMasterMk cId="236828940" sldId="2147483648"/>
              <pc:sldLayoutMk cId="4054162043" sldId="2147483649"/>
              <ac:spMk id="8" creationId="{B9059644-BD68-48DA-B90B-E97D932F04F4}"/>
            </ac:spMkLst>
          </pc:spChg>
          <pc:spChg chg="add">
            <ac:chgData name="Tony Toe" userId="8901cf30983edc6b" providerId="LiveId" clId="{C1442F02-3345-4BB8-8B0E-23C8E3F94CAE}" dt="2018-11-07T03:59:46.980" v="1540" actId="20577"/>
            <ac:spMkLst>
              <pc:docMk/>
              <pc:sldMasterMk cId="236828940" sldId="2147483648"/>
              <pc:sldLayoutMk cId="4054162043" sldId="2147483649"/>
              <ac:spMk id="9" creationId="{3AEF5720-1197-40C8-BFBA-5BF0AC560111}"/>
            </ac:spMkLst>
          </pc:spChg>
          <pc:picChg chg="add">
            <ac:chgData name="Tony Toe" userId="8901cf30983edc6b" providerId="LiveId" clId="{C1442F02-3345-4BB8-8B0E-23C8E3F94CAE}" dt="2018-11-07T03:59:46.980" v="1540" actId="20577"/>
            <ac:picMkLst>
              <pc:docMk/>
              <pc:sldMasterMk cId="236828940" sldId="2147483648"/>
              <pc:sldLayoutMk cId="4054162043" sldId="2147483649"/>
              <ac:picMk id="10" creationId="{81CE94B4-04F5-4161-95DF-2EB53BA97E45}"/>
            </ac:picMkLst>
          </pc:picChg>
          <pc:cxnChg chg="add">
            <ac:chgData name="Tony Toe" userId="8901cf30983edc6b" providerId="LiveId" clId="{C1442F02-3345-4BB8-8B0E-23C8E3F94CAE}" dt="2018-11-07T03:59:46.980" v="1540" actId="20577"/>
            <ac:cxnSpMkLst>
              <pc:docMk/>
              <pc:sldMasterMk cId="236828940" sldId="2147483648"/>
              <pc:sldLayoutMk cId="4054162043" sldId="2147483649"/>
              <ac:cxnSpMk id="7" creationId="{35D354F6-1E43-4FE2-9416-04E184CE86D7}"/>
            </ac:cxnSpMkLst>
          </pc:cxnChg>
        </pc:sldLayoutChg>
        <pc:sldLayoutChg chg="addSp delSp modSp">
          <pc:chgData name="Tony Toe" userId="8901cf30983edc6b" providerId="LiveId" clId="{C1442F02-3345-4BB8-8B0E-23C8E3F94CAE}" dt="2018-11-07T03:59:12.708" v="1539" actId="167"/>
          <pc:sldLayoutMkLst>
            <pc:docMk/>
            <pc:sldMasterMk cId="236828940" sldId="2147483648"/>
            <pc:sldLayoutMk cId="1864361372" sldId="2147483650"/>
          </pc:sldLayoutMkLst>
          <pc:spChg chg="add mod">
            <ac:chgData name="Tony Toe" userId="8901cf30983edc6b" providerId="LiveId" clId="{C1442F02-3345-4BB8-8B0E-23C8E3F94CAE}" dt="2018-11-07T03:56:20.415" v="1462" actId="14100"/>
            <ac:spMkLst>
              <pc:docMk/>
              <pc:sldMasterMk cId="236828940" sldId="2147483648"/>
              <pc:sldLayoutMk cId="1864361372" sldId="2147483650"/>
              <ac:spMk id="9" creationId="{7F2E3DB5-B764-4A40-95A7-3FCFC0735F10}"/>
            </ac:spMkLst>
          </pc:spChg>
          <pc:spChg chg="add mod">
            <ac:chgData name="Tony Toe" userId="8901cf30983edc6b" providerId="LiveId" clId="{C1442F02-3345-4BB8-8B0E-23C8E3F94CAE}" dt="2018-11-07T03:57:48.350" v="1474" actId="14100"/>
            <ac:spMkLst>
              <pc:docMk/>
              <pc:sldMasterMk cId="236828940" sldId="2147483648"/>
              <pc:sldLayoutMk cId="1864361372" sldId="2147483650"/>
              <ac:spMk id="12" creationId="{8DDA959D-3244-40DF-8C39-48899F94628E}"/>
            </ac:spMkLst>
          </pc:spChg>
          <pc:picChg chg="add mod ord">
            <ac:chgData name="Tony Toe" userId="8901cf30983edc6b" providerId="LiveId" clId="{C1442F02-3345-4BB8-8B0E-23C8E3F94CAE}" dt="2018-11-07T03:57:53.712" v="1479" actId="1038"/>
            <ac:picMkLst>
              <pc:docMk/>
              <pc:sldMasterMk cId="236828940" sldId="2147483648"/>
              <pc:sldLayoutMk cId="1864361372" sldId="2147483650"/>
              <ac:picMk id="11" creationId="{0E49D956-4E7D-4FF0-9764-CA5EA52DF041}"/>
            </ac:picMkLst>
          </pc:picChg>
          <pc:cxnChg chg="add del mod">
            <ac:chgData name="Tony Toe" userId="8901cf30983edc6b" providerId="LiveId" clId="{C1442F02-3345-4BB8-8B0E-23C8E3F94CAE}" dt="2018-11-07T03:58:16.759" v="1526" actId="478"/>
            <ac:cxnSpMkLst>
              <pc:docMk/>
              <pc:sldMasterMk cId="236828940" sldId="2147483648"/>
              <pc:sldLayoutMk cId="1864361372" sldId="2147483650"/>
              <ac:cxnSpMk id="14" creationId="{5E4C11DD-567C-46CF-8316-3D294DCDDC45}"/>
            </ac:cxnSpMkLst>
          </pc:cxnChg>
          <pc:cxnChg chg="add mod ord">
            <ac:chgData name="Tony Toe" userId="8901cf30983edc6b" providerId="LiveId" clId="{C1442F02-3345-4BB8-8B0E-23C8E3F94CAE}" dt="2018-11-07T03:59:12.708" v="1539" actId="167"/>
            <ac:cxnSpMkLst>
              <pc:docMk/>
              <pc:sldMasterMk cId="236828940" sldId="2147483648"/>
              <pc:sldLayoutMk cId="1864361372" sldId="2147483650"/>
              <ac:cxnSpMk id="16" creationId="{3572CAD7-C006-4353-A7EB-D4461834FFBC}"/>
            </ac:cxnSpMkLst>
          </pc:cxnChg>
        </pc:sldLayoutChg>
      </pc:sldMaster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ata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4" Type="http://schemas.openxmlformats.org/officeDocument/2006/relationships/image" Target="../media/image1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4" Type="http://schemas.openxmlformats.org/officeDocument/2006/relationships/image" Target="../media/image15.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8EA3421-639E-4C30-987B-6900A7AE5E55}"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818033C-E6D4-48B0-8419-03E6D5EF7449}">
      <dgm:prSet custT="1"/>
      <dgm:spPr/>
      <dgm:t>
        <a:bodyPr/>
        <a:lstStyle/>
        <a:p>
          <a:pPr>
            <a:lnSpc>
              <a:spcPct val="100000"/>
            </a:lnSpc>
          </a:pPr>
          <a:r>
            <a:rPr lang="en-SG" sz="2400" dirty="0"/>
            <a:t>Commerce between a business and an individual</a:t>
          </a:r>
          <a:endParaRPr lang="en-US" sz="2400" dirty="0"/>
        </a:p>
      </dgm:t>
    </dgm:pt>
    <dgm:pt modelId="{E1020FD0-E72A-4291-8643-EAC7E78E5DF6}" type="parTrans" cxnId="{6A0133FD-F6EC-4784-A41A-1289768FB97D}">
      <dgm:prSet/>
      <dgm:spPr/>
      <dgm:t>
        <a:bodyPr/>
        <a:lstStyle/>
        <a:p>
          <a:endParaRPr lang="en-US"/>
        </a:p>
      </dgm:t>
    </dgm:pt>
    <dgm:pt modelId="{90B7BE3F-5739-4619-BDFC-EF69956267DC}" type="sibTrans" cxnId="{6A0133FD-F6EC-4784-A41A-1289768FB97D}">
      <dgm:prSet/>
      <dgm:spPr/>
      <dgm:t>
        <a:bodyPr/>
        <a:lstStyle/>
        <a:p>
          <a:endParaRPr lang="en-US"/>
        </a:p>
      </dgm:t>
    </dgm:pt>
    <dgm:pt modelId="{7E72D543-2D3A-49DC-AC62-26253FEF66BF}">
      <dgm:prSet/>
      <dgm:spPr/>
      <dgm:t>
        <a:bodyPr/>
        <a:lstStyle/>
        <a:p>
          <a:pPr>
            <a:lnSpc>
              <a:spcPct val="100000"/>
            </a:lnSpc>
          </a:pPr>
          <a:r>
            <a:rPr lang="en-SG" dirty="0"/>
            <a:t>Online selling or e-tailing</a:t>
          </a:r>
          <a:endParaRPr lang="en-US" dirty="0"/>
        </a:p>
      </dgm:t>
    </dgm:pt>
    <dgm:pt modelId="{048B7BE8-D950-4D8D-8D03-E96A4F007072}" type="parTrans" cxnId="{930634B3-CA2C-4242-8BC8-62AC02842108}">
      <dgm:prSet/>
      <dgm:spPr/>
      <dgm:t>
        <a:bodyPr/>
        <a:lstStyle/>
        <a:p>
          <a:endParaRPr lang="en-US"/>
        </a:p>
      </dgm:t>
    </dgm:pt>
    <dgm:pt modelId="{DA7CD030-16A6-4C6F-B3BE-3E6897A58957}" type="sibTrans" cxnId="{930634B3-CA2C-4242-8BC8-62AC02842108}">
      <dgm:prSet/>
      <dgm:spPr/>
      <dgm:t>
        <a:bodyPr/>
        <a:lstStyle/>
        <a:p>
          <a:endParaRPr lang="en-US"/>
        </a:p>
      </dgm:t>
    </dgm:pt>
    <dgm:pt modelId="{483A2989-8067-4BB5-AC06-028803A6C740}">
      <dgm:prSet/>
      <dgm:spPr/>
      <dgm:t>
        <a:bodyPr/>
        <a:lstStyle/>
        <a:p>
          <a:pPr>
            <a:lnSpc>
              <a:spcPct val="100000"/>
            </a:lnSpc>
          </a:pPr>
          <a:r>
            <a:rPr lang="en-SG"/>
            <a:t>Establishing online presence to stay competitive</a:t>
          </a:r>
          <a:endParaRPr lang="en-US"/>
        </a:p>
      </dgm:t>
    </dgm:pt>
    <dgm:pt modelId="{BE31887F-7470-43A8-882F-E9E645CBDD12}" type="parTrans" cxnId="{2F273D60-9297-4AF7-87EF-F4BC315B5D85}">
      <dgm:prSet/>
      <dgm:spPr/>
      <dgm:t>
        <a:bodyPr/>
        <a:lstStyle/>
        <a:p>
          <a:endParaRPr lang="en-US"/>
        </a:p>
      </dgm:t>
    </dgm:pt>
    <dgm:pt modelId="{50121963-C2E1-4D5E-8D32-3C25A70970C8}" type="sibTrans" cxnId="{2F273D60-9297-4AF7-87EF-F4BC315B5D85}">
      <dgm:prSet/>
      <dgm:spPr/>
      <dgm:t>
        <a:bodyPr/>
        <a:lstStyle/>
        <a:p>
          <a:endParaRPr lang="en-US"/>
        </a:p>
      </dgm:t>
    </dgm:pt>
    <dgm:pt modelId="{ADB28FD2-921E-4845-956F-6FA7CD43A1E6}" type="pres">
      <dgm:prSet presAssocID="{58EA3421-639E-4C30-987B-6900A7AE5E55}" presName="root" presStyleCnt="0">
        <dgm:presLayoutVars>
          <dgm:dir/>
          <dgm:resizeHandles val="exact"/>
        </dgm:presLayoutVars>
      </dgm:prSet>
      <dgm:spPr/>
    </dgm:pt>
    <dgm:pt modelId="{56EB5122-A37F-4AA4-BAB0-5B96F2A1BA47}" type="pres">
      <dgm:prSet presAssocID="{3818033C-E6D4-48B0-8419-03E6D5EF7449}" presName="compNode" presStyleCnt="0"/>
      <dgm:spPr/>
    </dgm:pt>
    <dgm:pt modelId="{D16BD00B-E3B2-4610-8CA8-E17058CD2016}" type="pres">
      <dgm:prSet presAssocID="{3818033C-E6D4-48B0-8419-03E6D5EF7449}"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itcoin"/>
        </a:ext>
      </dgm:extLst>
    </dgm:pt>
    <dgm:pt modelId="{16439035-27F8-451B-8DAC-F3DF9EDC1EE7}" type="pres">
      <dgm:prSet presAssocID="{3818033C-E6D4-48B0-8419-03E6D5EF7449}" presName="spaceRect" presStyleCnt="0"/>
      <dgm:spPr/>
    </dgm:pt>
    <dgm:pt modelId="{C3A22F6E-C0C5-4832-B351-5DDE0B63AF55}" type="pres">
      <dgm:prSet presAssocID="{3818033C-E6D4-48B0-8419-03E6D5EF7449}" presName="textRect" presStyleLbl="revTx" presStyleIdx="0" presStyleCnt="3">
        <dgm:presLayoutVars>
          <dgm:chMax val="1"/>
          <dgm:chPref val="1"/>
        </dgm:presLayoutVars>
      </dgm:prSet>
      <dgm:spPr/>
    </dgm:pt>
    <dgm:pt modelId="{A330A1ED-0EB8-464A-9D89-C13CF03104F7}" type="pres">
      <dgm:prSet presAssocID="{90B7BE3F-5739-4619-BDFC-EF69956267DC}" presName="sibTrans" presStyleCnt="0"/>
      <dgm:spPr/>
    </dgm:pt>
    <dgm:pt modelId="{4070841B-A58D-41FE-BDEC-6B15E314A80E}" type="pres">
      <dgm:prSet presAssocID="{7E72D543-2D3A-49DC-AC62-26253FEF66BF}" presName="compNode" presStyleCnt="0"/>
      <dgm:spPr/>
    </dgm:pt>
    <dgm:pt modelId="{077D6A12-5B95-4625-9477-2203463D59BD}" type="pres">
      <dgm:prSet presAssocID="{7E72D543-2D3A-49DC-AC62-26253FEF66BF}"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aptop"/>
        </a:ext>
      </dgm:extLst>
    </dgm:pt>
    <dgm:pt modelId="{6593DD62-C944-475E-82A3-396F7AD1B890}" type="pres">
      <dgm:prSet presAssocID="{7E72D543-2D3A-49DC-AC62-26253FEF66BF}" presName="spaceRect" presStyleCnt="0"/>
      <dgm:spPr/>
    </dgm:pt>
    <dgm:pt modelId="{E628686F-766A-4934-8502-8BA3E8EDE99E}" type="pres">
      <dgm:prSet presAssocID="{7E72D543-2D3A-49DC-AC62-26253FEF66BF}" presName="textRect" presStyleLbl="revTx" presStyleIdx="1" presStyleCnt="3">
        <dgm:presLayoutVars>
          <dgm:chMax val="1"/>
          <dgm:chPref val="1"/>
        </dgm:presLayoutVars>
      </dgm:prSet>
      <dgm:spPr/>
    </dgm:pt>
    <dgm:pt modelId="{27F50867-D772-46E8-A761-525C3F819CBC}" type="pres">
      <dgm:prSet presAssocID="{DA7CD030-16A6-4C6F-B3BE-3E6897A58957}" presName="sibTrans" presStyleCnt="0"/>
      <dgm:spPr/>
    </dgm:pt>
    <dgm:pt modelId="{E562C776-CA90-4C8F-A20F-00AE84603CE4}" type="pres">
      <dgm:prSet presAssocID="{483A2989-8067-4BB5-AC06-028803A6C740}" presName="compNode" presStyleCnt="0"/>
      <dgm:spPr/>
    </dgm:pt>
    <dgm:pt modelId="{3ACF2EBF-7E92-46E8-82A2-6E872365B474}" type="pres">
      <dgm:prSet presAssocID="{483A2989-8067-4BB5-AC06-028803A6C74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arker"/>
        </a:ext>
      </dgm:extLst>
    </dgm:pt>
    <dgm:pt modelId="{338784A1-8AD1-46C4-B4FB-4C1F04544E72}" type="pres">
      <dgm:prSet presAssocID="{483A2989-8067-4BB5-AC06-028803A6C740}" presName="spaceRect" presStyleCnt="0"/>
      <dgm:spPr/>
    </dgm:pt>
    <dgm:pt modelId="{5005B646-40E3-4E3E-9743-B3265FA87F3E}" type="pres">
      <dgm:prSet presAssocID="{483A2989-8067-4BB5-AC06-028803A6C740}" presName="textRect" presStyleLbl="revTx" presStyleIdx="2" presStyleCnt="3">
        <dgm:presLayoutVars>
          <dgm:chMax val="1"/>
          <dgm:chPref val="1"/>
        </dgm:presLayoutVars>
      </dgm:prSet>
      <dgm:spPr/>
    </dgm:pt>
  </dgm:ptLst>
  <dgm:cxnLst>
    <dgm:cxn modelId="{41308D23-3AB1-4272-A413-FFD6EE93537B}" type="presOf" srcId="{58EA3421-639E-4C30-987B-6900A7AE5E55}" destId="{ADB28FD2-921E-4845-956F-6FA7CD43A1E6}" srcOrd="0" destOrd="0" presId="urn:microsoft.com/office/officeart/2018/2/layout/IconLabelList"/>
    <dgm:cxn modelId="{2F273D60-9297-4AF7-87EF-F4BC315B5D85}" srcId="{58EA3421-639E-4C30-987B-6900A7AE5E55}" destId="{483A2989-8067-4BB5-AC06-028803A6C740}" srcOrd="2" destOrd="0" parTransId="{BE31887F-7470-43A8-882F-E9E645CBDD12}" sibTransId="{50121963-C2E1-4D5E-8D32-3C25A70970C8}"/>
    <dgm:cxn modelId="{0270534A-5012-469A-A11D-207F9E3279D8}" type="presOf" srcId="{7E72D543-2D3A-49DC-AC62-26253FEF66BF}" destId="{E628686F-766A-4934-8502-8BA3E8EDE99E}" srcOrd="0" destOrd="0" presId="urn:microsoft.com/office/officeart/2018/2/layout/IconLabelList"/>
    <dgm:cxn modelId="{B18D4F73-4EAA-456A-8835-D8D57CDE77C2}" type="presOf" srcId="{3818033C-E6D4-48B0-8419-03E6D5EF7449}" destId="{C3A22F6E-C0C5-4832-B351-5DDE0B63AF55}" srcOrd="0" destOrd="0" presId="urn:microsoft.com/office/officeart/2018/2/layout/IconLabelList"/>
    <dgm:cxn modelId="{930634B3-CA2C-4242-8BC8-62AC02842108}" srcId="{58EA3421-639E-4C30-987B-6900A7AE5E55}" destId="{7E72D543-2D3A-49DC-AC62-26253FEF66BF}" srcOrd="1" destOrd="0" parTransId="{048B7BE8-D950-4D8D-8D03-E96A4F007072}" sibTransId="{DA7CD030-16A6-4C6F-B3BE-3E6897A58957}"/>
    <dgm:cxn modelId="{F2E669C0-6C55-4121-BBEC-AE79E272D7EC}" type="presOf" srcId="{483A2989-8067-4BB5-AC06-028803A6C740}" destId="{5005B646-40E3-4E3E-9743-B3265FA87F3E}" srcOrd="0" destOrd="0" presId="urn:microsoft.com/office/officeart/2018/2/layout/IconLabelList"/>
    <dgm:cxn modelId="{6A0133FD-F6EC-4784-A41A-1289768FB97D}" srcId="{58EA3421-639E-4C30-987B-6900A7AE5E55}" destId="{3818033C-E6D4-48B0-8419-03E6D5EF7449}" srcOrd="0" destOrd="0" parTransId="{E1020FD0-E72A-4291-8643-EAC7E78E5DF6}" sibTransId="{90B7BE3F-5739-4619-BDFC-EF69956267DC}"/>
    <dgm:cxn modelId="{F6AD55DC-61EA-4DE2-9FAB-8293B9146CD2}" type="presParOf" srcId="{ADB28FD2-921E-4845-956F-6FA7CD43A1E6}" destId="{56EB5122-A37F-4AA4-BAB0-5B96F2A1BA47}" srcOrd="0" destOrd="0" presId="urn:microsoft.com/office/officeart/2018/2/layout/IconLabelList"/>
    <dgm:cxn modelId="{285927F5-72C5-46DB-B089-073732A489C8}" type="presParOf" srcId="{56EB5122-A37F-4AA4-BAB0-5B96F2A1BA47}" destId="{D16BD00B-E3B2-4610-8CA8-E17058CD2016}" srcOrd="0" destOrd="0" presId="urn:microsoft.com/office/officeart/2018/2/layout/IconLabelList"/>
    <dgm:cxn modelId="{58C7828C-5A5C-47E4-9F5E-EB53DB5D671C}" type="presParOf" srcId="{56EB5122-A37F-4AA4-BAB0-5B96F2A1BA47}" destId="{16439035-27F8-451B-8DAC-F3DF9EDC1EE7}" srcOrd="1" destOrd="0" presId="urn:microsoft.com/office/officeart/2018/2/layout/IconLabelList"/>
    <dgm:cxn modelId="{6D9CF5F1-AA49-40C4-8A97-35F39DD0E390}" type="presParOf" srcId="{56EB5122-A37F-4AA4-BAB0-5B96F2A1BA47}" destId="{C3A22F6E-C0C5-4832-B351-5DDE0B63AF55}" srcOrd="2" destOrd="0" presId="urn:microsoft.com/office/officeart/2018/2/layout/IconLabelList"/>
    <dgm:cxn modelId="{22C734D4-987D-40FF-9188-7778D96AB4DF}" type="presParOf" srcId="{ADB28FD2-921E-4845-956F-6FA7CD43A1E6}" destId="{A330A1ED-0EB8-464A-9D89-C13CF03104F7}" srcOrd="1" destOrd="0" presId="urn:microsoft.com/office/officeart/2018/2/layout/IconLabelList"/>
    <dgm:cxn modelId="{8731695F-192F-4620-8D51-29D17DA0CAF1}" type="presParOf" srcId="{ADB28FD2-921E-4845-956F-6FA7CD43A1E6}" destId="{4070841B-A58D-41FE-BDEC-6B15E314A80E}" srcOrd="2" destOrd="0" presId="urn:microsoft.com/office/officeart/2018/2/layout/IconLabelList"/>
    <dgm:cxn modelId="{E2D55178-79BF-4957-8BD8-0647FED13603}" type="presParOf" srcId="{4070841B-A58D-41FE-BDEC-6B15E314A80E}" destId="{077D6A12-5B95-4625-9477-2203463D59BD}" srcOrd="0" destOrd="0" presId="urn:microsoft.com/office/officeart/2018/2/layout/IconLabelList"/>
    <dgm:cxn modelId="{10B6ABD6-1673-4BA9-81FE-DBFCCB9E3D92}" type="presParOf" srcId="{4070841B-A58D-41FE-BDEC-6B15E314A80E}" destId="{6593DD62-C944-475E-82A3-396F7AD1B890}" srcOrd="1" destOrd="0" presId="urn:microsoft.com/office/officeart/2018/2/layout/IconLabelList"/>
    <dgm:cxn modelId="{B8B4E1B7-64C7-44BA-98FF-569840417744}" type="presParOf" srcId="{4070841B-A58D-41FE-BDEC-6B15E314A80E}" destId="{E628686F-766A-4934-8502-8BA3E8EDE99E}" srcOrd="2" destOrd="0" presId="urn:microsoft.com/office/officeart/2018/2/layout/IconLabelList"/>
    <dgm:cxn modelId="{C7AD08ED-BAB7-49F1-A071-6E0DF469029C}" type="presParOf" srcId="{ADB28FD2-921E-4845-956F-6FA7CD43A1E6}" destId="{27F50867-D772-46E8-A761-525C3F819CBC}" srcOrd="3" destOrd="0" presId="urn:microsoft.com/office/officeart/2018/2/layout/IconLabelList"/>
    <dgm:cxn modelId="{485718AC-2ADD-44A2-B7BD-C1DADD0CE280}" type="presParOf" srcId="{ADB28FD2-921E-4845-956F-6FA7CD43A1E6}" destId="{E562C776-CA90-4C8F-A20F-00AE84603CE4}" srcOrd="4" destOrd="0" presId="urn:microsoft.com/office/officeart/2018/2/layout/IconLabelList"/>
    <dgm:cxn modelId="{BA24FC6E-1FB2-467A-A99E-7E3B175A0343}" type="presParOf" srcId="{E562C776-CA90-4C8F-A20F-00AE84603CE4}" destId="{3ACF2EBF-7E92-46E8-82A2-6E872365B474}" srcOrd="0" destOrd="0" presId="urn:microsoft.com/office/officeart/2018/2/layout/IconLabelList"/>
    <dgm:cxn modelId="{7D6F0A1B-6CE6-45C8-92FC-408FB1D985F8}" type="presParOf" srcId="{E562C776-CA90-4C8F-A20F-00AE84603CE4}" destId="{338784A1-8AD1-46C4-B4FB-4C1F04544E72}" srcOrd="1" destOrd="0" presId="urn:microsoft.com/office/officeart/2018/2/layout/IconLabelList"/>
    <dgm:cxn modelId="{519D74F0-E683-456E-A143-5B92D52685EF}" type="presParOf" srcId="{E562C776-CA90-4C8F-A20F-00AE84603CE4}" destId="{5005B646-40E3-4E3E-9743-B3265FA87F3E}"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10C4971-A717-473E-8E05-79CF765FA916}" type="doc">
      <dgm:prSet loTypeId="urn:microsoft.com/office/officeart/2005/8/layout/hList1" loCatId="list" qsTypeId="urn:microsoft.com/office/officeart/2005/8/quickstyle/simple1" qsCatId="simple" csTypeId="urn:microsoft.com/office/officeart/2005/8/colors/colorful1" csCatId="colorful"/>
      <dgm:spPr/>
      <dgm:t>
        <a:bodyPr/>
        <a:lstStyle/>
        <a:p>
          <a:endParaRPr lang="en-US"/>
        </a:p>
      </dgm:t>
    </dgm:pt>
    <dgm:pt modelId="{EDF2ADF4-04D9-4162-B7CD-710B8128D2E4}">
      <dgm:prSet/>
      <dgm:spPr/>
      <dgm:t>
        <a:bodyPr/>
        <a:lstStyle/>
        <a:p>
          <a:r>
            <a:rPr lang="en-SG" b="1" u="sng"/>
            <a:t>Direct Selling</a:t>
          </a:r>
          <a:endParaRPr lang="en-US"/>
        </a:p>
      </dgm:t>
    </dgm:pt>
    <dgm:pt modelId="{C30FE081-4CA7-4598-A148-25D4364AA2A8}" type="parTrans" cxnId="{2512A428-8F82-4757-A497-8C30FD6C9257}">
      <dgm:prSet/>
      <dgm:spPr/>
      <dgm:t>
        <a:bodyPr/>
        <a:lstStyle/>
        <a:p>
          <a:endParaRPr lang="en-US"/>
        </a:p>
      </dgm:t>
    </dgm:pt>
    <dgm:pt modelId="{B8D69D4E-2C04-41C0-A048-33F5F53A9001}" type="sibTrans" cxnId="{2512A428-8F82-4757-A497-8C30FD6C9257}">
      <dgm:prSet/>
      <dgm:spPr/>
      <dgm:t>
        <a:bodyPr/>
        <a:lstStyle/>
        <a:p>
          <a:endParaRPr lang="en-US"/>
        </a:p>
      </dgm:t>
    </dgm:pt>
    <dgm:pt modelId="{5F174E24-7BCC-4B42-9A36-FEB64672AE4F}">
      <dgm:prSet/>
      <dgm:spPr/>
      <dgm:t>
        <a:bodyPr/>
        <a:lstStyle/>
        <a:p>
          <a:r>
            <a:rPr lang="en-SG"/>
            <a:t>Online Retail shops which consumer buy products</a:t>
          </a:r>
          <a:endParaRPr lang="en-US"/>
        </a:p>
      </dgm:t>
    </dgm:pt>
    <dgm:pt modelId="{4294A011-49F3-40AD-AFB4-4FB0201BACDC}" type="parTrans" cxnId="{32EE8C94-9927-4748-B6BC-85F706276FAF}">
      <dgm:prSet/>
      <dgm:spPr/>
      <dgm:t>
        <a:bodyPr/>
        <a:lstStyle/>
        <a:p>
          <a:endParaRPr lang="en-US"/>
        </a:p>
      </dgm:t>
    </dgm:pt>
    <dgm:pt modelId="{6A186EC9-6E38-405A-A216-D1B11F8A00D4}" type="sibTrans" cxnId="{32EE8C94-9927-4748-B6BC-85F706276FAF}">
      <dgm:prSet/>
      <dgm:spPr/>
      <dgm:t>
        <a:bodyPr/>
        <a:lstStyle/>
        <a:p>
          <a:endParaRPr lang="en-US"/>
        </a:p>
      </dgm:t>
    </dgm:pt>
    <dgm:pt modelId="{C38DB32F-2334-4399-A47C-13BB6F2EB419}">
      <dgm:prSet/>
      <dgm:spPr/>
      <dgm:t>
        <a:bodyPr/>
        <a:lstStyle/>
        <a:p>
          <a:r>
            <a:rPr lang="en-SG" b="1" u="sng"/>
            <a:t>Online Intermediaries</a:t>
          </a:r>
          <a:endParaRPr lang="en-US"/>
        </a:p>
      </dgm:t>
    </dgm:pt>
    <dgm:pt modelId="{7C998C70-8E0B-4F07-9534-21F89FC64BF1}" type="parTrans" cxnId="{AFD87E83-0319-4CDD-80D4-6728FB3A4D3F}">
      <dgm:prSet/>
      <dgm:spPr/>
      <dgm:t>
        <a:bodyPr/>
        <a:lstStyle/>
        <a:p>
          <a:endParaRPr lang="en-US"/>
        </a:p>
      </dgm:t>
    </dgm:pt>
    <dgm:pt modelId="{ADE08435-4111-44A2-8672-E325C9FDB947}" type="sibTrans" cxnId="{AFD87E83-0319-4CDD-80D4-6728FB3A4D3F}">
      <dgm:prSet/>
      <dgm:spPr/>
      <dgm:t>
        <a:bodyPr/>
        <a:lstStyle/>
        <a:p>
          <a:endParaRPr lang="en-US"/>
        </a:p>
      </dgm:t>
    </dgm:pt>
    <dgm:pt modelId="{CF45BDE5-B66E-4AC5-9F1B-0AE66F186B57}">
      <dgm:prSet/>
      <dgm:spPr/>
      <dgm:t>
        <a:bodyPr/>
        <a:lstStyle/>
        <a:p>
          <a:r>
            <a:rPr lang="en-SG"/>
            <a:t>Putting buyers and sellers without owning the products or services</a:t>
          </a:r>
          <a:endParaRPr lang="en-US"/>
        </a:p>
      </dgm:t>
    </dgm:pt>
    <dgm:pt modelId="{9B24FA95-2D5D-48F8-B76A-9D89FA0206F1}" type="parTrans" cxnId="{69B87F51-4E84-49C4-8B8A-528EDEC1BC70}">
      <dgm:prSet/>
      <dgm:spPr/>
      <dgm:t>
        <a:bodyPr/>
        <a:lstStyle/>
        <a:p>
          <a:endParaRPr lang="en-US"/>
        </a:p>
      </dgm:t>
    </dgm:pt>
    <dgm:pt modelId="{F831C834-5567-4CC6-A259-BC4E36DFA189}" type="sibTrans" cxnId="{69B87F51-4E84-49C4-8B8A-528EDEC1BC70}">
      <dgm:prSet/>
      <dgm:spPr/>
      <dgm:t>
        <a:bodyPr/>
        <a:lstStyle/>
        <a:p>
          <a:endParaRPr lang="en-US"/>
        </a:p>
      </dgm:t>
    </dgm:pt>
    <dgm:pt modelId="{FA110F56-91C8-4274-B4B2-F8ED5FE1F73D}">
      <dgm:prSet/>
      <dgm:spPr/>
      <dgm:t>
        <a:bodyPr/>
        <a:lstStyle/>
        <a:p>
          <a:r>
            <a:rPr lang="en-SG" b="1" u="sng"/>
            <a:t>Advertising-based</a:t>
          </a:r>
          <a:endParaRPr lang="en-US"/>
        </a:p>
      </dgm:t>
    </dgm:pt>
    <dgm:pt modelId="{C5408F69-5AB5-44E3-9902-400D5FFDDD35}" type="parTrans" cxnId="{7962A9F6-9CD5-438A-9ECE-16E74905511A}">
      <dgm:prSet/>
      <dgm:spPr/>
      <dgm:t>
        <a:bodyPr/>
        <a:lstStyle/>
        <a:p>
          <a:endParaRPr lang="en-US"/>
        </a:p>
      </dgm:t>
    </dgm:pt>
    <dgm:pt modelId="{78D7E5A0-141E-43B2-BEE1-6CE4619CFF61}" type="sibTrans" cxnId="{7962A9F6-9CD5-438A-9ECE-16E74905511A}">
      <dgm:prSet/>
      <dgm:spPr/>
      <dgm:t>
        <a:bodyPr/>
        <a:lstStyle/>
        <a:p>
          <a:endParaRPr lang="en-US"/>
        </a:p>
      </dgm:t>
    </dgm:pt>
    <dgm:pt modelId="{22A6D29E-80D5-494A-AC68-0F2F8BDEB3C3}">
      <dgm:prSet/>
      <dgm:spPr/>
      <dgm:t>
        <a:bodyPr/>
        <a:lstStyle/>
        <a:p>
          <a:r>
            <a:rPr lang="en-SG"/>
            <a:t>Uses </a:t>
          </a:r>
          <a:r>
            <a:rPr lang="en-US"/>
            <a:t>high-quality free content to attract site visitors, who then encounter online ads. </a:t>
          </a:r>
        </a:p>
      </dgm:t>
    </dgm:pt>
    <dgm:pt modelId="{34F82839-EDB5-4443-A56B-A4ACBC8B8495}" type="parTrans" cxnId="{4CC0AD8E-B4ED-41B3-90F6-67C4A0FBE90F}">
      <dgm:prSet/>
      <dgm:spPr/>
      <dgm:t>
        <a:bodyPr/>
        <a:lstStyle/>
        <a:p>
          <a:endParaRPr lang="en-US"/>
        </a:p>
      </dgm:t>
    </dgm:pt>
    <dgm:pt modelId="{F015402A-2F15-4E80-8591-4C95F81CE498}" type="sibTrans" cxnId="{4CC0AD8E-B4ED-41B3-90F6-67C4A0FBE90F}">
      <dgm:prSet/>
      <dgm:spPr/>
      <dgm:t>
        <a:bodyPr/>
        <a:lstStyle/>
        <a:p>
          <a:endParaRPr lang="en-US"/>
        </a:p>
      </dgm:t>
    </dgm:pt>
    <dgm:pt modelId="{678C20C9-3539-44FA-81DA-9A76D746FA47}">
      <dgm:prSet/>
      <dgm:spPr/>
      <dgm:t>
        <a:bodyPr/>
        <a:lstStyle/>
        <a:p>
          <a:r>
            <a:rPr lang="en-SG" b="1" u="sng"/>
            <a:t>Community-based</a:t>
          </a:r>
          <a:endParaRPr lang="en-US"/>
        </a:p>
      </dgm:t>
    </dgm:pt>
    <dgm:pt modelId="{7CFD1110-6025-495C-AA87-B112B2A03A6E}" type="parTrans" cxnId="{F93E4ECE-5F00-4D17-A7C9-4EE06805E7A2}">
      <dgm:prSet/>
      <dgm:spPr/>
      <dgm:t>
        <a:bodyPr/>
        <a:lstStyle/>
        <a:p>
          <a:endParaRPr lang="en-US"/>
        </a:p>
      </dgm:t>
    </dgm:pt>
    <dgm:pt modelId="{3505CC2A-16C8-496A-B375-DF7882F5552A}" type="sibTrans" cxnId="{F93E4ECE-5F00-4D17-A7C9-4EE06805E7A2}">
      <dgm:prSet/>
      <dgm:spPr/>
      <dgm:t>
        <a:bodyPr/>
        <a:lstStyle/>
        <a:p>
          <a:endParaRPr lang="en-US"/>
        </a:p>
      </dgm:t>
    </dgm:pt>
    <dgm:pt modelId="{D72BBC7F-962D-4D63-9A6C-F6CF29412B06}">
      <dgm:prSet/>
      <dgm:spPr/>
      <dgm:t>
        <a:bodyPr/>
        <a:lstStyle/>
        <a:p>
          <a:r>
            <a:rPr lang="en-SG"/>
            <a:t>Online communities built around shared interests to help advertisers market their product to users</a:t>
          </a:r>
          <a:endParaRPr lang="en-US"/>
        </a:p>
      </dgm:t>
    </dgm:pt>
    <dgm:pt modelId="{26F47D03-E22B-4B6E-AC94-1FA744851323}" type="parTrans" cxnId="{C346791F-E628-4097-A79E-30F3F17762F8}">
      <dgm:prSet/>
      <dgm:spPr/>
      <dgm:t>
        <a:bodyPr/>
        <a:lstStyle/>
        <a:p>
          <a:endParaRPr lang="en-US"/>
        </a:p>
      </dgm:t>
    </dgm:pt>
    <dgm:pt modelId="{8AC2E951-39C2-40B9-AF43-7495CDE1292C}" type="sibTrans" cxnId="{C346791F-E628-4097-A79E-30F3F17762F8}">
      <dgm:prSet/>
      <dgm:spPr/>
      <dgm:t>
        <a:bodyPr/>
        <a:lstStyle/>
        <a:p>
          <a:endParaRPr lang="en-US"/>
        </a:p>
      </dgm:t>
    </dgm:pt>
    <dgm:pt modelId="{08D1AB2E-29ED-4DBC-A078-7482E06E23C5}">
      <dgm:prSet/>
      <dgm:spPr/>
      <dgm:t>
        <a:bodyPr/>
        <a:lstStyle/>
        <a:p>
          <a:r>
            <a:rPr lang="en-SG" b="1" u="sng"/>
            <a:t>Fee-based</a:t>
          </a:r>
          <a:endParaRPr lang="en-US"/>
        </a:p>
      </dgm:t>
    </dgm:pt>
    <dgm:pt modelId="{1736FB73-128B-4B05-8C98-E71FE49EA4AD}" type="parTrans" cxnId="{C39A6D2B-F3A5-4F58-B1A3-441998E113E1}">
      <dgm:prSet/>
      <dgm:spPr/>
      <dgm:t>
        <a:bodyPr/>
        <a:lstStyle/>
        <a:p>
          <a:endParaRPr lang="en-US"/>
        </a:p>
      </dgm:t>
    </dgm:pt>
    <dgm:pt modelId="{A268F155-BC79-4E21-9C19-3A24F0F32589}" type="sibTrans" cxnId="{C39A6D2B-F3A5-4F58-B1A3-441998E113E1}">
      <dgm:prSet/>
      <dgm:spPr/>
      <dgm:t>
        <a:bodyPr/>
        <a:lstStyle/>
        <a:p>
          <a:endParaRPr lang="en-US"/>
        </a:p>
      </dgm:t>
    </dgm:pt>
    <dgm:pt modelId="{B9BB669A-7A3B-4A44-A7D2-2A67CAEFFB7E}">
      <dgm:prSet/>
      <dgm:spPr/>
      <dgm:t>
        <a:bodyPr/>
        <a:lstStyle/>
        <a:p>
          <a:r>
            <a:rPr lang="en-US"/>
            <a:t>Charge a subscription fee for access to their content. </a:t>
          </a:r>
        </a:p>
      </dgm:t>
    </dgm:pt>
    <dgm:pt modelId="{B248C8FB-18D0-45AD-8F3F-F089621C5214}" type="parTrans" cxnId="{C14900A8-A8F0-43C7-8786-928372603B23}">
      <dgm:prSet/>
      <dgm:spPr/>
      <dgm:t>
        <a:bodyPr/>
        <a:lstStyle/>
        <a:p>
          <a:endParaRPr lang="en-US"/>
        </a:p>
      </dgm:t>
    </dgm:pt>
    <dgm:pt modelId="{9CCF1875-CA80-4021-8962-CF126136F68C}" type="sibTrans" cxnId="{C14900A8-A8F0-43C7-8786-928372603B23}">
      <dgm:prSet/>
      <dgm:spPr/>
      <dgm:t>
        <a:bodyPr/>
        <a:lstStyle/>
        <a:p>
          <a:endParaRPr lang="en-US"/>
        </a:p>
      </dgm:t>
    </dgm:pt>
    <dgm:pt modelId="{D6E0E642-F6B9-408A-9BA4-99277BBB9978}" type="pres">
      <dgm:prSet presAssocID="{F10C4971-A717-473E-8E05-79CF765FA916}" presName="Name0" presStyleCnt="0">
        <dgm:presLayoutVars>
          <dgm:dir/>
          <dgm:animLvl val="lvl"/>
          <dgm:resizeHandles val="exact"/>
        </dgm:presLayoutVars>
      </dgm:prSet>
      <dgm:spPr/>
    </dgm:pt>
    <dgm:pt modelId="{BBE59BD4-0A87-4D99-AD49-DDF6399D0ED7}" type="pres">
      <dgm:prSet presAssocID="{EDF2ADF4-04D9-4162-B7CD-710B8128D2E4}" presName="composite" presStyleCnt="0"/>
      <dgm:spPr/>
    </dgm:pt>
    <dgm:pt modelId="{08F6DA22-E944-47DA-8256-3EA46668BDFB}" type="pres">
      <dgm:prSet presAssocID="{EDF2ADF4-04D9-4162-B7CD-710B8128D2E4}" presName="parTx" presStyleLbl="alignNode1" presStyleIdx="0" presStyleCnt="5">
        <dgm:presLayoutVars>
          <dgm:chMax val="0"/>
          <dgm:chPref val="0"/>
          <dgm:bulletEnabled val="1"/>
        </dgm:presLayoutVars>
      </dgm:prSet>
      <dgm:spPr/>
    </dgm:pt>
    <dgm:pt modelId="{C5621768-518A-43B3-876C-65C9555DC94F}" type="pres">
      <dgm:prSet presAssocID="{EDF2ADF4-04D9-4162-B7CD-710B8128D2E4}" presName="desTx" presStyleLbl="alignAccFollowNode1" presStyleIdx="0" presStyleCnt="5">
        <dgm:presLayoutVars>
          <dgm:bulletEnabled val="1"/>
        </dgm:presLayoutVars>
      </dgm:prSet>
      <dgm:spPr/>
    </dgm:pt>
    <dgm:pt modelId="{BAAAAC0C-3551-47FA-86EF-0E670C3B508E}" type="pres">
      <dgm:prSet presAssocID="{B8D69D4E-2C04-41C0-A048-33F5F53A9001}" presName="space" presStyleCnt="0"/>
      <dgm:spPr/>
    </dgm:pt>
    <dgm:pt modelId="{1224AAEB-C1AE-4165-9DB9-27DEE9E6BC3E}" type="pres">
      <dgm:prSet presAssocID="{C38DB32F-2334-4399-A47C-13BB6F2EB419}" presName="composite" presStyleCnt="0"/>
      <dgm:spPr/>
    </dgm:pt>
    <dgm:pt modelId="{FDD343A8-789B-4DAA-8EF8-10533469F182}" type="pres">
      <dgm:prSet presAssocID="{C38DB32F-2334-4399-A47C-13BB6F2EB419}" presName="parTx" presStyleLbl="alignNode1" presStyleIdx="1" presStyleCnt="5">
        <dgm:presLayoutVars>
          <dgm:chMax val="0"/>
          <dgm:chPref val="0"/>
          <dgm:bulletEnabled val="1"/>
        </dgm:presLayoutVars>
      </dgm:prSet>
      <dgm:spPr/>
    </dgm:pt>
    <dgm:pt modelId="{DBD4596C-5D6B-4C63-8C19-0E97198E3752}" type="pres">
      <dgm:prSet presAssocID="{C38DB32F-2334-4399-A47C-13BB6F2EB419}" presName="desTx" presStyleLbl="alignAccFollowNode1" presStyleIdx="1" presStyleCnt="5">
        <dgm:presLayoutVars>
          <dgm:bulletEnabled val="1"/>
        </dgm:presLayoutVars>
      </dgm:prSet>
      <dgm:spPr/>
    </dgm:pt>
    <dgm:pt modelId="{B903EE62-F9D5-4207-8D0F-EE85CB323142}" type="pres">
      <dgm:prSet presAssocID="{ADE08435-4111-44A2-8672-E325C9FDB947}" presName="space" presStyleCnt="0"/>
      <dgm:spPr/>
    </dgm:pt>
    <dgm:pt modelId="{993430A0-A474-42FB-B536-5DC4D4C859C4}" type="pres">
      <dgm:prSet presAssocID="{FA110F56-91C8-4274-B4B2-F8ED5FE1F73D}" presName="composite" presStyleCnt="0"/>
      <dgm:spPr/>
    </dgm:pt>
    <dgm:pt modelId="{36E30588-2DB9-4777-9BC8-B3CE0D54A58D}" type="pres">
      <dgm:prSet presAssocID="{FA110F56-91C8-4274-B4B2-F8ED5FE1F73D}" presName="parTx" presStyleLbl="alignNode1" presStyleIdx="2" presStyleCnt="5">
        <dgm:presLayoutVars>
          <dgm:chMax val="0"/>
          <dgm:chPref val="0"/>
          <dgm:bulletEnabled val="1"/>
        </dgm:presLayoutVars>
      </dgm:prSet>
      <dgm:spPr/>
    </dgm:pt>
    <dgm:pt modelId="{5D784EB4-D532-4133-B9BB-449ABAFC3735}" type="pres">
      <dgm:prSet presAssocID="{FA110F56-91C8-4274-B4B2-F8ED5FE1F73D}" presName="desTx" presStyleLbl="alignAccFollowNode1" presStyleIdx="2" presStyleCnt="5">
        <dgm:presLayoutVars>
          <dgm:bulletEnabled val="1"/>
        </dgm:presLayoutVars>
      </dgm:prSet>
      <dgm:spPr/>
    </dgm:pt>
    <dgm:pt modelId="{C014C226-39C3-4F51-876F-DE533A79C98C}" type="pres">
      <dgm:prSet presAssocID="{78D7E5A0-141E-43B2-BEE1-6CE4619CFF61}" presName="space" presStyleCnt="0"/>
      <dgm:spPr/>
    </dgm:pt>
    <dgm:pt modelId="{342860C1-69FF-4029-85E5-C4CED3C7D31C}" type="pres">
      <dgm:prSet presAssocID="{678C20C9-3539-44FA-81DA-9A76D746FA47}" presName="composite" presStyleCnt="0"/>
      <dgm:spPr/>
    </dgm:pt>
    <dgm:pt modelId="{C8C51C83-F9AB-4D86-9CE8-19FDC88F0837}" type="pres">
      <dgm:prSet presAssocID="{678C20C9-3539-44FA-81DA-9A76D746FA47}" presName="parTx" presStyleLbl="alignNode1" presStyleIdx="3" presStyleCnt="5">
        <dgm:presLayoutVars>
          <dgm:chMax val="0"/>
          <dgm:chPref val="0"/>
          <dgm:bulletEnabled val="1"/>
        </dgm:presLayoutVars>
      </dgm:prSet>
      <dgm:spPr/>
    </dgm:pt>
    <dgm:pt modelId="{725A3C5F-F413-44F9-A686-C71151752E7D}" type="pres">
      <dgm:prSet presAssocID="{678C20C9-3539-44FA-81DA-9A76D746FA47}" presName="desTx" presStyleLbl="alignAccFollowNode1" presStyleIdx="3" presStyleCnt="5">
        <dgm:presLayoutVars>
          <dgm:bulletEnabled val="1"/>
        </dgm:presLayoutVars>
      </dgm:prSet>
      <dgm:spPr/>
    </dgm:pt>
    <dgm:pt modelId="{EB67751F-5A7A-4DE8-958F-EAF25C30D510}" type="pres">
      <dgm:prSet presAssocID="{3505CC2A-16C8-496A-B375-DF7882F5552A}" presName="space" presStyleCnt="0"/>
      <dgm:spPr/>
    </dgm:pt>
    <dgm:pt modelId="{43BC4FC4-613A-491D-849B-4D745085FFA9}" type="pres">
      <dgm:prSet presAssocID="{08D1AB2E-29ED-4DBC-A078-7482E06E23C5}" presName="composite" presStyleCnt="0"/>
      <dgm:spPr/>
    </dgm:pt>
    <dgm:pt modelId="{F78762FA-AB67-4A0E-9ED5-5CD12E083D7C}" type="pres">
      <dgm:prSet presAssocID="{08D1AB2E-29ED-4DBC-A078-7482E06E23C5}" presName="parTx" presStyleLbl="alignNode1" presStyleIdx="4" presStyleCnt="5">
        <dgm:presLayoutVars>
          <dgm:chMax val="0"/>
          <dgm:chPref val="0"/>
          <dgm:bulletEnabled val="1"/>
        </dgm:presLayoutVars>
      </dgm:prSet>
      <dgm:spPr/>
    </dgm:pt>
    <dgm:pt modelId="{3B872677-234D-418B-8589-099EC922E9C5}" type="pres">
      <dgm:prSet presAssocID="{08D1AB2E-29ED-4DBC-A078-7482E06E23C5}" presName="desTx" presStyleLbl="alignAccFollowNode1" presStyleIdx="4" presStyleCnt="5">
        <dgm:presLayoutVars>
          <dgm:bulletEnabled val="1"/>
        </dgm:presLayoutVars>
      </dgm:prSet>
      <dgm:spPr/>
    </dgm:pt>
  </dgm:ptLst>
  <dgm:cxnLst>
    <dgm:cxn modelId="{C346791F-E628-4097-A79E-30F3F17762F8}" srcId="{678C20C9-3539-44FA-81DA-9A76D746FA47}" destId="{D72BBC7F-962D-4D63-9A6C-F6CF29412B06}" srcOrd="0" destOrd="0" parTransId="{26F47D03-E22B-4B6E-AC94-1FA744851323}" sibTransId="{8AC2E951-39C2-40B9-AF43-7495CDE1292C}"/>
    <dgm:cxn modelId="{2512A428-8F82-4757-A497-8C30FD6C9257}" srcId="{F10C4971-A717-473E-8E05-79CF765FA916}" destId="{EDF2ADF4-04D9-4162-B7CD-710B8128D2E4}" srcOrd="0" destOrd="0" parTransId="{C30FE081-4CA7-4598-A148-25D4364AA2A8}" sibTransId="{B8D69D4E-2C04-41C0-A048-33F5F53A9001}"/>
    <dgm:cxn modelId="{C39A6D2B-F3A5-4F58-B1A3-441998E113E1}" srcId="{F10C4971-A717-473E-8E05-79CF765FA916}" destId="{08D1AB2E-29ED-4DBC-A078-7482E06E23C5}" srcOrd="4" destOrd="0" parTransId="{1736FB73-128B-4B05-8C98-E71FE49EA4AD}" sibTransId="{A268F155-BC79-4E21-9C19-3A24F0F32589}"/>
    <dgm:cxn modelId="{0820A72D-93DF-4940-BD87-208E11DF5E60}" type="presOf" srcId="{B9BB669A-7A3B-4A44-A7D2-2A67CAEFFB7E}" destId="{3B872677-234D-418B-8589-099EC922E9C5}" srcOrd="0" destOrd="0" presId="urn:microsoft.com/office/officeart/2005/8/layout/hList1"/>
    <dgm:cxn modelId="{66B90132-C4E5-4C34-82EB-6C3C5C17E9CD}" type="presOf" srcId="{C38DB32F-2334-4399-A47C-13BB6F2EB419}" destId="{FDD343A8-789B-4DAA-8EF8-10533469F182}" srcOrd="0" destOrd="0" presId="urn:microsoft.com/office/officeart/2005/8/layout/hList1"/>
    <dgm:cxn modelId="{9CCD8E3E-CB4B-4287-9E5A-538441294B57}" type="presOf" srcId="{CF45BDE5-B66E-4AC5-9F1B-0AE66F186B57}" destId="{DBD4596C-5D6B-4C63-8C19-0E97198E3752}" srcOrd="0" destOrd="0" presId="urn:microsoft.com/office/officeart/2005/8/layout/hList1"/>
    <dgm:cxn modelId="{D9E3F04A-481E-4268-82A5-F4C0000B95C2}" type="presOf" srcId="{EDF2ADF4-04D9-4162-B7CD-710B8128D2E4}" destId="{08F6DA22-E944-47DA-8256-3EA46668BDFB}" srcOrd="0" destOrd="0" presId="urn:microsoft.com/office/officeart/2005/8/layout/hList1"/>
    <dgm:cxn modelId="{69B87F51-4E84-49C4-8B8A-528EDEC1BC70}" srcId="{C38DB32F-2334-4399-A47C-13BB6F2EB419}" destId="{CF45BDE5-B66E-4AC5-9F1B-0AE66F186B57}" srcOrd="0" destOrd="0" parTransId="{9B24FA95-2D5D-48F8-B76A-9D89FA0206F1}" sibTransId="{F831C834-5567-4CC6-A259-BC4E36DFA189}"/>
    <dgm:cxn modelId="{AFD87E83-0319-4CDD-80D4-6728FB3A4D3F}" srcId="{F10C4971-A717-473E-8E05-79CF765FA916}" destId="{C38DB32F-2334-4399-A47C-13BB6F2EB419}" srcOrd="1" destOrd="0" parTransId="{7C998C70-8E0B-4F07-9534-21F89FC64BF1}" sibTransId="{ADE08435-4111-44A2-8672-E325C9FDB947}"/>
    <dgm:cxn modelId="{66FB1886-5054-42BF-BCA7-B064C01A3820}" type="presOf" srcId="{FA110F56-91C8-4274-B4B2-F8ED5FE1F73D}" destId="{36E30588-2DB9-4777-9BC8-B3CE0D54A58D}" srcOrd="0" destOrd="0" presId="urn:microsoft.com/office/officeart/2005/8/layout/hList1"/>
    <dgm:cxn modelId="{EC66AF8D-8831-44D0-8E68-FF18FDA68805}" type="presOf" srcId="{F10C4971-A717-473E-8E05-79CF765FA916}" destId="{D6E0E642-F6B9-408A-9BA4-99277BBB9978}" srcOrd="0" destOrd="0" presId="urn:microsoft.com/office/officeart/2005/8/layout/hList1"/>
    <dgm:cxn modelId="{4CC0AD8E-B4ED-41B3-90F6-67C4A0FBE90F}" srcId="{FA110F56-91C8-4274-B4B2-F8ED5FE1F73D}" destId="{22A6D29E-80D5-494A-AC68-0F2F8BDEB3C3}" srcOrd="0" destOrd="0" parTransId="{34F82839-EDB5-4443-A56B-A4ACBC8B8495}" sibTransId="{F015402A-2F15-4E80-8591-4C95F81CE498}"/>
    <dgm:cxn modelId="{EF79FF93-C388-4BFF-B4FF-BB703F1BD094}" type="presOf" srcId="{5F174E24-7BCC-4B42-9A36-FEB64672AE4F}" destId="{C5621768-518A-43B3-876C-65C9555DC94F}" srcOrd="0" destOrd="0" presId="urn:microsoft.com/office/officeart/2005/8/layout/hList1"/>
    <dgm:cxn modelId="{32EE8C94-9927-4748-B6BC-85F706276FAF}" srcId="{EDF2ADF4-04D9-4162-B7CD-710B8128D2E4}" destId="{5F174E24-7BCC-4B42-9A36-FEB64672AE4F}" srcOrd="0" destOrd="0" parTransId="{4294A011-49F3-40AD-AFB4-4FB0201BACDC}" sibTransId="{6A186EC9-6E38-405A-A216-D1B11F8A00D4}"/>
    <dgm:cxn modelId="{C14900A8-A8F0-43C7-8786-928372603B23}" srcId="{08D1AB2E-29ED-4DBC-A078-7482E06E23C5}" destId="{B9BB669A-7A3B-4A44-A7D2-2A67CAEFFB7E}" srcOrd="0" destOrd="0" parTransId="{B248C8FB-18D0-45AD-8F3F-F089621C5214}" sibTransId="{9CCF1875-CA80-4021-8962-CF126136F68C}"/>
    <dgm:cxn modelId="{F93E4ECE-5F00-4D17-A7C9-4EE06805E7A2}" srcId="{F10C4971-A717-473E-8E05-79CF765FA916}" destId="{678C20C9-3539-44FA-81DA-9A76D746FA47}" srcOrd="3" destOrd="0" parTransId="{7CFD1110-6025-495C-AA87-B112B2A03A6E}" sibTransId="{3505CC2A-16C8-496A-B375-DF7882F5552A}"/>
    <dgm:cxn modelId="{BE2C32D8-8FF9-4505-9021-6B533B60D420}" type="presOf" srcId="{22A6D29E-80D5-494A-AC68-0F2F8BDEB3C3}" destId="{5D784EB4-D532-4133-B9BB-449ABAFC3735}" srcOrd="0" destOrd="0" presId="urn:microsoft.com/office/officeart/2005/8/layout/hList1"/>
    <dgm:cxn modelId="{5EF815DF-B3B3-4F18-B098-11C7F2126021}" type="presOf" srcId="{D72BBC7F-962D-4D63-9A6C-F6CF29412B06}" destId="{725A3C5F-F413-44F9-A686-C71151752E7D}" srcOrd="0" destOrd="0" presId="urn:microsoft.com/office/officeart/2005/8/layout/hList1"/>
    <dgm:cxn modelId="{D7B353F4-D01B-4FC1-87A2-FB202809DDF2}" type="presOf" srcId="{678C20C9-3539-44FA-81DA-9A76D746FA47}" destId="{C8C51C83-F9AB-4D86-9CE8-19FDC88F0837}" srcOrd="0" destOrd="0" presId="urn:microsoft.com/office/officeart/2005/8/layout/hList1"/>
    <dgm:cxn modelId="{7962A9F6-9CD5-438A-9ECE-16E74905511A}" srcId="{F10C4971-A717-473E-8E05-79CF765FA916}" destId="{FA110F56-91C8-4274-B4B2-F8ED5FE1F73D}" srcOrd="2" destOrd="0" parTransId="{C5408F69-5AB5-44E3-9902-400D5FFDDD35}" sibTransId="{78D7E5A0-141E-43B2-BEE1-6CE4619CFF61}"/>
    <dgm:cxn modelId="{A4CA3EFE-53DA-4208-BE11-70630D256DC5}" type="presOf" srcId="{08D1AB2E-29ED-4DBC-A078-7482E06E23C5}" destId="{F78762FA-AB67-4A0E-9ED5-5CD12E083D7C}" srcOrd="0" destOrd="0" presId="urn:microsoft.com/office/officeart/2005/8/layout/hList1"/>
    <dgm:cxn modelId="{724EFCE5-82BF-4700-B937-19E1E3922064}" type="presParOf" srcId="{D6E0E642-F6B9-408A-9BA4-99277BBB9978}" destId="{BBE59BD4-0A87-4D99-AD49-DDF6399D0ED7}" srcOrd="0" destOrd="0" presId="urn:microsoft.com/office/officeart/2005/8/layout/hList1"/>
    <dgm:cxn modelId="{BBB66D34-5C79-4117-8C3B-E47A80818EB4}" type="presParOf" srcId="{BBE59BD4-0A87-4D99-AD49-DDF6399D0ED7}" destId="{08F6DA22-E944-47DA-8256-3EA46668BDFB}" srcOrd="0" destOrd="0" presId="urn:microsoft.com/office/officeart/2005/8/layout/hList1"/>
    <dgm:cxn modelId="{FA0722DA-C541-4CB6-947D-63B17853F6D6}" type="presParOf" srcId="{BBE59BD4-0A87-4D99-AD49-DDF6399D0ED7}" destId="{C5621768-518A-43B3-876C-65C9555DC94F}" srcOrd="1" destOrd="0" presId="urn:microsoft.com/office/officeart/2005/8/layout/hList1"/>
    <dgm:cxn modelId="{AFB73994-2BA5-4A6E-A6FB-3A97F97FFBE7}" type="presParOf" srcId="{D6E0E642-F6B9-408A-9BA4-99277BBB9978}" destId="{BAAAAC0C-3551-47FA-86EF-0E670C3B508E}" srcOrd="1" destOrd="0" presId="urn:microsoft.com/office/officeart/2005/8/layout/hList1"/>
    <dgm:cxn modelId="{A3D77744-3B25-4A6A-9720-BC925E29649C}" type="presParOf" srcId="{D6E0E642-F6B9-408A-9BA4-99277BBB9978}" destId="{1224AAEB-C1AE-4165-9DB9-27DEE9E6BC3E}" srcOrd="2" destOrd="0" presId="urn:microsoft.com/office/officeart/2005/8/layout/hList1"/>
    <dgm:cxn modelId="{F3E9E45C-63D0-43DF-8BB2-D8CE896D3C12}" type="presParOf" srcId="{1224AAEB-C1AE-4165-9DB9-27DEE9E6BC3E}" destId="{FDD343A8-789B-4DAA-8EF8-10533469F182}" srcOrd="0" destOrd="0" presId="urn:microsoft.com/office/officeart/2005/8/layout/hList1"/>
    <dgm:cxn modelId="{70BDE89C-3677-4F9F-AFA2-D0BEB7C41B06}" type="presParOf" srcId="{1224AAEB-C1AE-4165-9DB9-27DEE9E6BC3E}" destId="{DBD4596C-5D6B-4C63-8C19-0E97198E3752}" srcOrd="1" destOrd="0" presId="urn:microsoft.com/office/officeart/2005/8/layout/hList1"/>
    <dgm:cxn modelId="{1A5D00DB-71FF-4B74-8180-4FAB4B591C43}" type="presParOf" srcId="{D6E0E642-F6B9-408A-9BA4-99277BBB9978}" destId="{B903EE62-F9D5-4207-8D0F-EE85CB323142}" srcOrd="3" destOrd="0" presId="urn:microsoft.com/office/officeart/2005/8/layout/hList1"/>
    <dgm:cxn modelId="{6C8AC949-C59A-4DB8-8F37-5D425B41D157}" type="presParOf" srcId="{D6E0E642-F6B9-408A-9BA4-99277BBB9978}" destId="{993430A0-A474-42FB-B536-5DC4D4C859C4}" srcOrd="4" destOrd="0" presId="urn:microsoft.com/office/officeart/2005/8/layout/hList1"/>
    <dgm:cxn modelId="{41DE1CD8-6529-4486-891A-8B08F33D90B0}" type="presParOf" srcId="{993430A0-A474-42FB-B536-5DC4D4C859C4}" destId="{36E30588-2DB9-4777-9BC8-B3CE0D54A58D}" srcOrd="0" destOrd="0" presId="urn:microsoft.com/office/officeart/2005/8/layout/hList1"/>
    <dgm:cxn modelId="{00E760B2-5B81-4CA4-AB54-06239354DC88}" type="presParOf" srcId="{993430A0-A474-42FB-B536-5DC4D4C859C4}" destId="{5D784EB4-D532-4133-B9BB-449ABAFC3735}" srcOrd="1" destOrd="0" presId="urn:microsoft.com/office/officeart/2005/8/layout/hList1"/>
    <dgm:cxn modelId="{0B8E9EF0-52B3-48D1-9EB5-A8013997512B}" type="presParOf" srcId="{D6E0E642-F6B9-408A-9BA4-99277BBB9978}" destId="{C014C226-39C3-4F51-876F-DE533A79C98C}" srcOrd="5" destOrd="0" presId="urn:microsoft.com/office/officeart/2005/8/layout/hList1"/>
    <dgm:cxn modelId="{0322D3EE-2553-407B-982A-B05B2196935C}" type="presParOf" srcId="{D6E0E642-F6B9-408A-9BA4-99277BBB9978}" destId="{342860C1-69FF-4029-85E5-C4CED3C7D31C}" srcOrd="6" destOrd="0" presId="urn:microsoft.com/office/officeart/2005/8/layout/hList1"/>
    <dgm:cxn modelId="{70827189-1384-472B-A948-F7CD58644165}" type="presParOf" srcId="{342860C1-69FF-4029-85E5-C4CED3C7D31C}" destId="{C8C51C83-F9AB-4D86-9CE8-19FDC88F0837}" srcOrd="0" destOrd="0" presId="urn:microsoft.com/office/officeart/2005/8/layout/hList1"/>
    <dgm:cxn modelId="{5AA3E267-3631-4BEC-BCC8-CD1020B69680}" type="presParOf" srcId="{342860C1-69FF-4029-85E5-C4CED3C7D31C}" destId="{725A3C5F-F413-44F9-A686-C71151752E7D}" srcOrd="1" destOrd="0" presId="urn:microsoft.com/office/officeart/2005/8/layout/hList1"/>
    <dgm:cxn modelId="{B2A16684-8E75-43C1-8F70-8F668B7CEF04}" type="presParOf" srcId="{D6E0E642-F6B9-408A-9BA4-99277BBB9978}" destId="{EB67751F-5A7A-4DE8-958F-EAF25C30D510}" srcOrd="7" destOrd="0" presId="urn:microsoft.com/office/officeart/2005/8/layout/hList1"/>
    <dgm:cxn modelId="{962AE79A-EF8E-444C-A126-874C56757CCE}" type="presParOf" srcId="{D6E0E642-F6B9-408A-9BA4-99277BBB9978}" destId="{43BC4FC4-613A-491D-849B-4D745085FFA9}" srcOrd="8" destOrd="0" presId="urn:microsoft.com/office/officeart/2005/8/layout/hList1"/>
    <dgm:cxn modelId="{F2553553-3A5C-4C6C-B8FA-ADB43B75EDF4}" type="presParOf" srcId="{43BC4FC4-613A-491D-849B-4D745085FFA9}" destId="{F78762FA-AB67-4A0E-9ED5-5CD12E083D7C}" srcOrd="0" destOrd="0" presId="urn:microsoft.com/office/officeart/2005/8/layout/hList1"/>
    <dgm:cxn modelId="{617B3AC6-C58F-4BBC-BA27-6DFB589A4C5B}" type="presParOf" srcId="{43BC4FC4-613A-491D-849B-4D745085FFA9}" destId="{3B872677-234D-418B-8589-099EC922E9C5}"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1576273-1EF4-48F7-99F7-F0FE526DFB08}" type="doc">
      <dgm:prSet loTypeId="urn:microsoft.com/office/officeart/2005/8/layout/default" loCatId="list" qsTypeId="urn:microsoft.com/office/officeart/2005/8/quickstyle/simple1" qsCatId="simple" csTypeId="urn:microsoft.com/office/officeart/2005/8/colors/accent0_1" csCatId="mainScheme"/>
      <dgm:spPr/>
      <dgm:t>
        <a:bodyPr/>
        <a:lstStyle/>
        <a:p>
          <a:endParaRPr lang="en-US"/>
        </a:p>
      </dgm:t>
    </dgm:pt>
    <dgm:pt modelId="{71691A01-0D7B-49CC-A03B-3F6AC708BC49}">
      <dgm:prSet/>
      <dgm:spPr/>
      <dgm:t>
        <a:bodyPr/>
        <a:lstStyle/>
        <a:p>
          <a:r>
            <a:rPr lang="en-US" dirty="0"/>
            <a:t>Shopify is a software that you pay for using the </a:t>
          </a:r>
          <a:r>
            <a:rPr lang="en-US" b="1" u="sng" dirty="0"/>
            <a:t>SaaS model </a:t>
          </a:r>
          <a:r>
            <a:rPr lang="en-US" dirty="0"/>
            <a:t>– in other words, you subscribe for the service. </a:t>
          </a:r>
        </a:p>
      </dgm:t>
    </dgm:pt>
    <dgm:pt modelId="{05C16D75-BB65-4ECA-9C63-33FB716506DC}" type="parTrans" cxnId="{84FAC7AD-CE69-4812-B1A9-48E5B7D29A2D}">
      <dgm:prSet/>
      <dgm:spPr/>
      <dgm:t>
        <a:bodyPr/>
        <a:lstStyle/>
        <a:p>
          <a:endParaRPr lang="en-US"/>
        </a:p>
      </dgm:t>
    </dgm:pt>
    <dgm:pt modelId="{F51080DA-9DF7-43E6-89C3-77DFEF3DEB81}" type="sibTrans" cxnId="{84FAC7AD-CE69-4812-B1A9-48E5B7D29A2D}">
      <dgm:prSet/>
      <dgm:spPr/>
      <dgm:t>
        <a:bodyPr/>
        <a:lstStyle/>
        <a:p>
          <a:endParaRPr lang="en-US"/>
        </a:p>
      </dgm:t>
    </dgm:pt>
    <dgm:pt modelId="{18BA4545-11C1-46AE-BD60-3A63E4C8FA2D}">
      <dgm:prSet/>
      <dgm:spPr/>
      <dgm:t>
        <a:bodyPr/>
        <a:lstStyle/>
        <a:p>
          <a:r>
            <a:rPr lang="en-US" dirty="0"/>
            <a:t>Owners and merchants can create a website and use an </a:t>
          </a:r>
          <a:r>
            <a:rPr lang="en-US" b="1" u="sng" dirty="0"/>
            <a:t>in-built shopping cart solution</a:t>
          </a:r>
          <a:r>
            <a:rPr lang="en-US" dirty="0"/>
            <a:t> to sell both digital and physical products to customers around the world.</a:t>
          </a:r>
        </a:p>
      </dgm:t>
    </dgm:pt>
    <dgm:pt modelId="{EDDABD14-0F82-4F84-B9EC-5E7A165B26A7}" type="parTrans" cxnId="{88A06A43-4314-47F5-B8F0-05C4621DAA0F}">
      <dgm:prSet/>
      <dgm:spPr/>
      <dgm:t>
        <a:bodyPr/>
        <a:lstStyle/>
        <a:p>
          <a:endParaRPr lang="en-US"/>
        </a:p>
      </dgm:t>
    </dgm:pt>
    <dgm:pt modelId="{2ACF40CF-2E43-4B50-AEC8-FA7F7607CEDD}" type="sibTrans" cxnId="{88A06A43-4314-47F5-B8F0-05C4621DAA0F}">
      <dgm:prSet/>
      <dgm:spPr/>
      <dgm:t>
        <a:bodyPr/>
        <a:lstStyle/>
        <a:p>
          <a:endParaRPr lang="en-US"/>
        </a:p>
      </dgm:t>
    </dgm:pt>
    <dgm:pt modelId="{18EC9531-F006-4D2D-B5AA-C091F4474C7A}" type="pres">
      <dgm:prSet presAssocID="{F1576273-1EF4-48F7-99F7-F0FE526DFB08}" presName="diagram" presStyleCnt="0">
        <dgm:presLayoutVars>
          <dgm:dir/>
          <dgm:resizeHandles val="exact"/>
        </dgm:presLayoutVars>
      </dgm:prSet>
      <dgm:spPr/>
    </dgm:pt>
    <dgm:pt modelId="{57F0A818-1A24-4707-90CD-6BA06910560F}" type="pres">
      <dgm:prSet presAssocID="{71691A01-0D7B-49CC-A03B-3F6AC708BC49}" presName="node" presStyleLbl="node1" presStyleIdx="0" presStyleCnt="2">
        <dgm:presLayoutVars>
          <dgm:bulletEnabled val="1"/>
        </dgm:presLayoutVars>
      </dgm:prSet>
      <dgm:spPr/>
    </dgm:pt>
    <dgm:pt modelId="{5F3AA7B2-3A72-4F51-9DF6-D5EF8ABFBAD0}" type="pres">
      <dgm:prSet presAssocID="{F51080DA-9DF7-43E6-89C3-77DFEF3DEB81}" presName="sibTrans" presStyleCnt="0"/>
      <dgm:spPr/>
    </dgm:pt>
    <dgm:pt modelId="{FFD1CCCC-6126-41E5-94F1-9CCE26E75760}" type="pres">
      <dgm:prSet presAssocID="{18BA4545-11C1-46AE-BD60-3A63E4C8FA2D}" presName="node" presStyleLbl="node1" presStyleIdx="1" presStyleCnt="2">
        <dgm:presLayoutVars>
          <dgm:bulletEnabled val="1"/>
        </dgm:presLayoutVars>
      </dgm:prSet>
      <dgm:spPr/>
    </dgm:pt>
  </dgm:ptLst>
  <dgm:cxnLst>
    <dgm:cxn modelId="{88A06A43-4314-47F5-B8F0-05C4621DAA0F}" srcId="{F1576273-1EF4-48F7-99F7-F0FE526DFB08}" destId="{18BA4545-11C1-46AE-BD60-3A63E4C8FA2D}" srcOrd="1" destOrd="0" parTransId="{EDDABD14-0F82-4F84-B9EC-5E7A165B26A7}" sibTransId="{2ACF40CF-2E43-4B50-AEC8-FA7F7607CEDD}"/>
    <dgm:cxn modelId="{65A3B943-1E45-4895-A67C-E60898146288}" type="presOf" srcId="{71691A01-0D7B-49CC-A03B-3F6AC708BC49}" destId="{57F0A818-1A24-4707-90CD-6BA06910560F}" srcOrd="0" destOrd="0" presId="urn:microsoft.com/office/officeart/2005/8/layout/default"/>
    <dgm:cxn modelId="{2720658D-1B74-43CA-9036-F6F6BC71ECB3}" type="presOf" srcId="{F1576273-1EF4-48F7-99F7-F0FE526DFB08}" destId="{18EC9531-F006-4D2D-B5AA-C091F4474C7A}" srcOrd="0" destOrd="0" presId="urn:microsoft.com/office/officeart/2005/8/layout/default"/>
    <dgm:cxn modelId="{84FAC7AD-CE69-4812-B1A9-48E5B7D29A2D}" srcId="{F1576273-1EF4-48F7-99F7-F0FE526DFB08}" destId="{71691A01-0D7B-49CC-A03B-3F6AC708BC49}" srcOrd="0" destOrd="0" parTransId="{05C16D75-BB65-4ECA-9C63-33FB716506DC}" sibTransId="{F51080DA-9DF7-43E6-89C3-77DFEF3DEB81}"/>
    <dgm:cxn modelId="{CBD3AEDD-9883-444B-A78B-1D2B6241D5B5}" type="presOf" srcId="{18BA4545-11C1-46AE-BD60-3A63E4C8FA2D}" destId="{FFD1CCCC-6126-41E5-94F1-9CCE26E75760}" srcOrd="0" destOrd="0" presId="urn:microsoft.com/office/officeart/2005/8/layout/default"/>
    <dgm:cxn modelId="{21266E04-BDCB-42DB-AD93-1EDD3C102A3A}" type="presParOf" srcId="{18EC9531-F006-4D2D-B5AA-C091F4474C7A}" destId="{57F0A818-1A24-4707-90CD-6BA06910560F}" srcOrd="0" destOrd="0" presId="urn:microsoft.com/office/officeart/2005/8/layout/default"/>
    <dgm:cxn modelId="{45159D36-1975-48FA-9C26-3016BB6879E8}" type="presParOf" srcId="{18EC9531-F006-4D2D-B5AA-C091F4474C7A}" destId="{5F3AA7B2-3A72-4F51-9DF6-D5EF8ABFBAD0}" srcOrd="1" destOrd="0" presId="urn:microsoft.com/office/officeart/2005/8/layout/default"/>
    <dgm:cxn modelId="{0E5EF094-A60F-419B-80D6-2CABDCB4FC87}" type="presParOf" srcId="{18EC9531-F006-4D2D-B5AA-C091F4474C7A}" destId="{FFD1CCCC-6126-41E5-94F1-9CCE26E75760}" srcOrd="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F5BDEC2-1466-4DEC-ACFE-9EACF69608D2}" type="doc">
      <dgm:prSet loTypeId="urn:microsoft.com/office/officeart/2018/2/layout/IconVerticalSolidList" loCatId="icon" qsTypeId="urn:microsoft.com/office/officeart/2005/8/quickstyle/3d3" qsCatId="3D" csTypeId="urn:microsoft.com/office/officeart/2005/8/colors/colorful1" csCatId="colorful" phldr="1"/>
      <dgm:spPr/>
      <dgm:t>
        <a:bodyPr/>
        <a:lstStyle/>
        <a:p>
          <a:endParaRPr lang="en-US"/>
        </a:p>
      </dgm:t>
    </dgm:pt>
    <dgm:pt modelId="{970D12E6-62F2-4CFA-A411-A8824788318A}">
      <dgm:prSet custT="1"/>
      <dgm:spPr/>
      <dgm:t>
        <a:bodyPr/>
        <a:lstStyle/>
        <a:p>
          <a:pPr>
            <a:lnSpc>
              <a:spcPct val="100000"/>
            </a:lnSpc>
          </a:pPr>
          <a:r>
            <a:rPr lang="en-US" sz="2800" dirty="0"/>
            <a:t>Before you sign up for your free trial or choose a Shopify plan you are going to want to do some preplanning. </a:t>
          </a:r>
        </a:p>
      </dgm:t>
    </dgm:pt>
    <dgm:pt modelId="{2E2975DE-97F4-4F4B-B221-7FD9D56E3397}" type="parTrans" cxnId="{64E657CF-B5C8-4264-89B9-C8B17312F3B0}">
      <dgm:prSet/>
      <dgm:spPr/>
      <dgm:t>
        <a:bodyPr/>
        <a:lstStyle/>
        <a:p>
          <a:endParaRPr lang="en-US"/>
        </a:p>
      </dgm:t>
    </dgm:pt>
    <dgm:pt modelId="{54430403-75FD-42CF-9FBF-139F4BB977A3}" type="sibTrans" cxnId="{64E657CF-B5C8-4264-89B9-C8B17312F3B0}">
      <dgm:prSet/>
      <dgm:spPr/>
      <dgm:t>
        <a:bodyPr/>
        <a:lstStyle/>
        <a:p>
          <a:endParaRPr lang="en-US"/>
        </a:p>
      </dgm:t>
    </dgm:pt>
    <dgm:pt modelId="{F0F053D5-11FC-446F-983B-3861096CA77A}">
      <dgm:prSet custT="1"/>
      <dgm:spPr/>
      <dgm:t>
        <a:bodyPr/>
        <a:lstStyle/>
        <a:p>
          <a:pPr>
            <a:lnSpc>
              <a:spcPct val="100000"/>
            </a:lnSpc>
          </a:pPr>
          <a:r>
            <a:rPr lang="en-US" sz="2800" dirty="0"/>
            <a:t>As the axiom goes: if you don’t have a destination in mind you have very little chance of arriving there, which means that unless you plan out your store beforehand you are probably not going to be able to laser target it to a niche like you want.</a:t>
          </a:r>
        </a:p>
      </dgm:t>
    </dgm:pt>
    <dgm:pt modelId="{78F45159-8B2F-4003-A87E-06C9D87AAFA1}" type="parTrans" cxnId="{19326E90-83A8-4423-B0D9-650C2DBB1FF1}">
      <dgm:prSet/>
      <dgm:spPr/>
      <dgm:t>
        <a:bodyPr/>
        <a:lstStyle/>
        <a:p>
          <a:endParaRPr lang="en-US"/>
        </a:p>
      </dgm:t>
    </dgm:pt>
    <dgm:pt modelId="{AE8BD74D-E469-452D-BF77-DAD20AC67BAF}" type="sibTrans" cxnId="{19326E90-83A8-4423-B0D9-650C2DBB1FF1}">
      <dgm:prSet/>
      <dgm:spPr/>
      <dgm:t>
        <a:bodyPr/>
        <a:lstStyle/>
        <a:p>
          <a:endParaRPr lang="en-US"/>
        </a:p>
      </dgm:t>
    </dgm:pt>
    <dgm:pt modelId="{F838A744-4E3A-42A3-AD1B-7999A71049D7}" type="pres">
      <dgm:prSet presAssocID="{2F5BDEC2-1466-4DEC-ACFE-9EACF69608D2}" presName="root" presStyleCnt="0">
        <dgm:presLayoutVars>
          <dgm:dir/>
          <dgm:resizeHandles val="exact"/>
        </dgm:presLayoutVars>
      </dgm:prSet>
      <dgm:spPr/>
    </dgm:pt>
    <dgm:pt modelId="{1E3A298F-1F15-4B2D-B508-62151E03FDDE}" type="pres">
      <dgm:prSet presAssocID="{970D12E6-62F2-4CFA-A411-A8824788318A}" presName="compNode" presStyleCnt="0"/>
      <dgm:spPr/>
    </dgm:pt>
    <dgm:pt modelId="{8B3E4DB9-2D36-4C48-A324-F38833850832}" type="pres">
      <dgm:prSet presAssocID="{970D12E6-62F2-4CFA-A411-A8824788318A}" presName="bgRect" presStyleLbl="bgShp" presStyleIdx="0" presStyleCnt="2" custLinFactNeighborX="-348" custLinFactNeighborY="-1254"/>
      <dgm:spPr/>
    </dgm:pt>
    <dgm:pt modelId="{248DDA80-71BA-45BB-96CC-6C4BA069F3A6}" type="pres">
      <dgm:prSet presAssocID="{970D12E6-62F2-4CFA-A411-A8824788318A}"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resentation with Checklist"/>
        </a:ext>
      </dgm:extLst>
    </dgm:pt>
    <dgm:pt modelId="{2BE1A5B4-E4F7-4D7A-A6A8-F19118748DC5}" type="pres">
      <dgm:prSet presAssocID="{970D12E6-62F2-4CFA-A411-A8824788318A}" presName="spaceRect" presStyleCnt="0"/>
      <dgm:spPr/>
    </dgm:pt>
    <dgm:pt modelId="{62D3AC76-A4EB-4B1A-B556-07445190A914}" type="pres">
      <dgm:prSet presAssocID="{970D12E6-62F2-4CFA-A411-A8824788318A}" presName="parTx" presStyleLbl="revTx" presStyleIdx="0" presStyleCnt="2">
        <dgm:presLayoutVars>
          <dgm:chMax val="0"/>
          <dgm:chPref val="0"/>
        </dgm:presLayoutVars>
      </dgm:prSet>
      <dgm:spPr/>
    </dgm:pt>
    <dgm:pt modelId="{43FBAA0A-A739-4C13-B38E-FD9F0E630F94}" type="pres">
      <dgm:prSet presAssocID="{54430403-75FD-42CF-9FBF-139F4BB977A3}" presName="sibTrans" presStyleCnt="0"/>
      <dgm:spPr/>
    </dgm:pt>
    <dgm:pt modelId="{37B20963-530D-4BB0-8357-9F37A706C1C4}" type="pres">
      <dgm:prSet presAssocID="{F0F053D5-11FC-446F-983B-3861096CA77A}" presName="compNode" presStyleCnt="0"/>
      <dgm:spPr/>
    </dgm:pt>
    <dgm:pt modelId="{D56BE0EB-5E4B-49C2-B5D6-FC855C4FD491}" type="pres">
      <dgm:prSet presAssocID="{F0F053D5-11FC-446F-983B-3861096CA77A}" presName="bgRect" presStyleLbl="bgShp" presStyleIdx="1" presStyleCnt="2"/>
      <dgm:spPr/>
    </dgm:pt>
    <dgm:pt modelId="{1D3B19A2-FCEB-4F0B-92AB-BA41E90C6C03}" type="pres">
      <dgm:prSet presAssocID="{F0F053D5-11FC-446F-983B-3861096CA77A}"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Influencer"/>
        </a:ext>
      </dgm:extLst>
    </dgm:pt>
    <dgm:pt modelId="{809BAF60-72EF-42F0-92AD-CB94DEDC118D}" type="pres">
      <dgm:prSet presAssocID="{F0F053D5-11FC-446F-983B-3861096CA77A}" presName="spaceRect" presStyleCnt="0"/>
      <dgm:spPr/>
    </dgm:pt>
    <dgm:pt modelId="{97D07463-9B78-423F-8195-CFFA3FC102AF}" type="pres">
      <dgm:prSet presAssocID="{F0F053D5-11FC-446F-983B-3861096CA77A}" presName="parTx" presStyleLbl="revTx" presStyleIdx="1" presStyleCnt="2">
        <dgm:presLayoutVars>
          <dgm:chMax val="0"/>
          <dgm:chPref val="0"/>
        </dgm:presLayoutVars>
      </dgm:prSet>
      <dgm:spPr/>
    </dgm:pt>
  </dgm:ptLst>
  <dgm:cxnLst>
    <dgm:cxn modelId="{2CE62566-C180-4933-868F-3D8286C3A450}" type="presOf" srcId="{2F5BDEC2-1466-4DEC-ACFE-9EACF69608D2}" destId="{F838A744-4E3A-42A3-AD1B-7999A71049D7}" srcOrd="0" destOrd="0" presId="urn:microsoft.com/office/officeart/2018/2/layout/IconVerticalSolidList"/>
    <dgm:cxn modelId="{C2F01F52-ABCB-4BFF-AF9A-D832F3E2C7FF}" type="presOf" srcId="{F0F053D5-11FC-446F-983B-3861096CA77A}" destId="{97D07463-9B78-423F-8195-CFFA3FC102AF}" srcOrd="0" destOrd="0" presId="urn:microsoft.com/office/officeart/2018/2/layout/IconVerticalSolidList"/>
    <dgm:cxn modelId="{19326E90-83A8-4423-B0D9-650C2DBB1FF1}" srcId="{2F5BDEC2-1466-4DEC-ACFE-9EACF69608D2}" destId="{F0F053D5-11FC-446F-983B-3861096CA77A}" srcOrd="1" destOrd="0" parTransId="{78F45159-8B2F-4003-A87E-06C9D87AAFA1}" sibTransId="{AE8BD74D-E469-452D-BF77-DAD20AC67BAF}"/>
    <dgm:cxn modelId="{64E657CF-B5C8-4264-89B9-C8B17312F3B0}" srcId="{2F5BDEC2-1466-4DEC-ACFE-9EACF69608D2}" destId="{970D12E6-62F2-4CFA-A411-A8824788318A}" srcOrd="0" destOrd="0" parTransId="{2E2975DE-97F4-4F4B-B221-7FD9D56E3397}" sibTransId="{54430403-75FD-42CF-9FBF-139F4BB977A3}"/>
    <dgm:cxn modelId="{D6D017E3-E009-4F27-8C67-1D3FA69804B1}" type="presOf" srcId="{970D12E6-62F2-4CFA-A411-A8824788318A}" destId="{62D3AC76-A4EB-4B1A-B556-07445190A914}" srcOrd="0" destOrd="0" presId="urn:microsoft.com/office/officeart/2018/2/layout/IconVerticalSolidList"/>
    <dgm:cxn modelId="{ED43CBE8-2B1B-4A77-84D8-9193C785820A}" type="presParOf" srcId="{F838A744-4E3A-42A3-AD1B-7999A71049D7}" destId="{1E3A298F-1F15-4B2D-B508-62151E03FDDE}" srcOrd="0" destOrd="0" presId="urn:microsoft.com/office/officeart/2018/2/layout/IconVerticalSolidList"/>
    <dgm:cxn modelId="{2EA3E225-F9DB-4D95-9234-537D9CFD6E1D}" type="presParOf" srcId="{1E3A298F-1F15-4B2D-B508-62151E03FDDE}" destId="{8B3E4DB9-2D36-4C48-A324-F38833850832}" srcOrd="0" destOrd="0" presId="urn:microsoft.com/office/officeart/2018/2/layout/IconVerticalSolidList"/>
    <dgm:cxn modelId="{B64F5FC4-613F-4274-A738-A4BD1BF62095}" type="presParOf" srcId="{1E3A298F-1F15-4B2D-B508-62151E03FDDE}" destId="{248DDA80-71BA-45BB-96CC-6C4BA069F3A6}" srcOrd="1" destOrd="0" presId="urn:microsoft.com/office/officeart/2018/2/layout/IconVerticalSolidList"/>
    <dgm:cxn modelId="{B1B776BB-AFE7-4024-A8C9-0F265FEF235B}" type="presParOf" srcId="{1E3A298F-1F15-4B2D-B508-62151E03FDDE}" destId="{2BE1A5B4-E4F7-4D7A-A6A8-F19118748DC5}" srcOrd="2" destOrd="0" presId="urn:microsoft.com/office/officeart/2018/2/layout/IconVerticalSolidList"/>
    <dgm:cxn modelId="{41972949-98FB-492C-9162-DB7F6A74CA1C}" type="presParOf" srcId="{1E3A298F-1F15-4B2D-B508-62151E03FDDE}" destId="{62D3AC76-A4EB-4B1A-B556-07445190A914}" srcOrd="3" destOrd="0" presId="urn:microsoft.com/office/officeart/2018/2/layout/IconVerticalSolidList"/>
    <dgm:cxn modelId="{7E64C4B4-8B86-497C-91E4-320040F0CFFD}" type="presParOf" srcId="{F838A744-4E3A-42A3-AD1B-7999A71049D7}" destId="{43FBAA0A-A739-4C13-B38E-FD9F0E630F94}" srcOrd="1" destOrd="0" presId="urn:microsoft.com/office/officeart/2018/2/layout/IconVerticalSolidList"/>
    <dgm:cxn modelId="{D028800B-C1EC-46E8-B39E-7B02BA3BF737}" type="presParOf" srcId="{F838A744-4E3A-42A3-AD1B-7999A71049D7}" destId="{37B20963-530D-4BB0-8357-9F37A706C1C4}" srcOrd="2" destOrd="0" presId="urn:microsoft.com/office/officeart/2018/2/layout/IconVerticalSolidList"/>
    <dgm:cxn modelId="{BEBD6273-8F89-4771-90A8-3B5DD3D1ADF3}" type="presParOf" srcId="{37B20963-530D-4BB0-8357-9F37A706C1C4}" destId="{D56BE0EB-5E4B-49C2-B5D6-FC855C4FD491}" srcOrd="0" destOrd="0" presId="urn:microsoft.com/office/officeart/2018/2/layout/IconVerticalSolidList"/>
    <dgm:cxn modelId="{F8DC0BCF-F862-4F88-BB49-60942FA863AB}" type="presParOf" srcId="{37B20963-530D-4BB0-8357-9F37A706C1C4}" destId="{1D3B19A2-FCEB-4F0B-92AB-BA41E90C6C03}" srcOrd="1" destOrd="0" presId="urn:microsoft.com/office/officeart/2018/2/layout/IconVerticalSolidList"/>
    <dgm:cxn modelId="{31CC07A2-45CA-47A8-BA98-9C7CC091A33C}" type="presParOf" srcId="{37B20963-530D-4BB0-8357-9F37A706C1C4}" destId="{809BAF60-72EF-42F0-92AD-CB94DEDC118D}" srcOrd="2" destOrd="0" presId="urn:microsoft.com/office/officeart/2018/2/layout/IconVerticalSolidList"/>
    <dgm:cxn modelId="{6F9DDD78-ADAC-4417-934C-3C426CA5F8C1}" type="presParOf" srcId="{37B20963-530D-4BB0-8357-9F37A706C1C4}" destId="{97D07463-9B78-423F-8195-CFFA3FC102A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6BD00B-E3B2-4610-8CA8-E17058CD2016}">
      <dsp:nvSpPr>
        <dsp:cNvPr id="0" name=""/>
        <dsp:cNvSpPr/>
      </dsp:nvSpPr>
      <dsp:spPr>
        <a:xfrm>
          <a:off x="1212569" y="749002"/>
          <a:ext cx="1300252" cy="130025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3A22F6E-C0C5-4832-B351-5DDE0B63AF55}">
      <dsp:nvSpPr>
        <dsp:cNvPr id="0" name=""/>
        <dsp:cNvSpPr/>
      </dsp:nvSpPr>
      <dsp:spPr>
        <a:xfrm>
          <a:off x="417971" y="2477335"/>
          <a:ext cx="2889450" cy="112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n-SG" sz="2400" kern="1200" dirty="0"/>
            <a:t>Commerce between a business and an individual</a:t>
          </a:r>
          <a:endParaRPr lang="en-US" sz="2400" kern="1200" dirty="0"/>
        </a:p>
      </dsp:txBody>
      <dsp:txXfrm>
        <a:off x="417971" y="2477335"/>
        <a:ext cx="2889450" cy="1125000"/>
      </dsp:txXfrm>
    </dsp:sp>
    <dsp:sp modelId="{077D6A12-5B95-4625-9477-2203463D59BD}">
      <dsp:nvSpPr>
        <dsp:cNvPr id="0" name=""/>
        <dsp:cNvSpPr/>
      </dsp:nvSpPr>
      <dsp:spPr>
        <a:xfrm>
          <a:off x="4607673" y="749002"/>
          <a:ext cx="1300252" cy="130025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628686F-766A-4934-8502-8BA3E8EDE99E}">
      <dsp:nvSpPr>
        <dsp:cNvPr id="0" name=""/>
        <dsp:cNvSpPr/>
      </dsp:nvSpPr>
      <dsp:spPr>
        <a:xfrm>
          <a:off x="3813075" y="2477335"/>
          <a:ext cx="2889450" cy="112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n-SG" sz="2400" kern="1200" dirty="0"/>
            <a:t>Online selling or e-tailing</a:t>
          </a:r>
          <a:endParaRPr lang="en-US" sz="2400" kern="1200" dirty="0"/>
        </a:p>
      </dsp:txBody>
      <dsp:txXfrm>
        <a:off x="3813075" y="2477335"/>
        <a:ext cx="2889450" cy="1125000"/>
      </dsp:txXfrm>
    </dsp:sp>
    <dsp:sp modelId="{3ACF2EBF-7E92-46E8-82A2-6E872365B474}">
      <dsp:nvSpPr>
        <dsp:cNvPr id="0" name=""/>
        <dsp:cNvSpPr/>
      </dsp:nvSpPr>
      <dsp:spPr>
        <a:xfrm>
          <a:off x="8002777" y="749002"/>
          <a:ext cx="1300252" cy="130025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005B646-40E3-4E3E-9743-B3265FA87F3E}">
      <dsp:nvSpPr>
        <dsp:cNvPr id="0" name=""/>
        <dsp:cNvSpPr/>
      </dsp:nvSpPr>
      <dsp:spPr>
        <a:xfrm>
          <a:off x="7208178" y="2477335"/>
          <a:ext cx="2889450" cy="112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n-SG" sz="2400" kern="1200"/>
            <a:t>Establishing online presence to stay competitive</a:t>
          </a:r>
          <a:endParaRPr lang="en-US" sz="2400" kern="1200"/>
        </a:p>
      </dsp:txBody>
      <dsp:txXfrm>
        <a:off x="7208178" y="2477335"/>
        <a:ext cx="2889450" cy="1125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F6DA22-E944-47DA-8256-3EA46668BDFB}">
      <dsp:nvSpPr>
        <dsp:cNvPr id="0" name=""/>
        <dsp:cNvSpPr/>
      </dsp:nvSpPr>
      <dsp:spPr>
        <a:xfrm>
          <a:off x="5112" y="60621"/>
          <a:ext cx="1959939" cy="761578"/>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en-SG" sz="2100" b="1" u="sng" kern="1200"/>
            <a:t>Direct Selling</a:t>
          </a:r>
          <a:endParaRPr lang="en-US" sz="2100" kern="1200"/>
        </a:p>
      </dsp:txBody>
      <dsp:txXfrm>
        <a:off x="5112" y="60621"/>
        <a:ext cx="1959939" cy="761578"/>
      </dsp:txXfrm>
    </dsp:sp>
    <dsp:sp modelId="{C5621768-518A-43B3-876C-65C9555DC94F}">
      <dsp:nvSpPr>
        <dsp:cNvPr id="0" name=""/>
        <dsp:cNvSpPr/>
      </dsp:nvSpPr>
      <dsp:spPr>
        <a:xfrm>
          <a:off x="5112" y="822200"/>
          <a:ext cx="1959939" cy="3212100"/>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r>
            <a:rPr lang="en-SG" sz="2100" kern="1200"/>
            <a:t>Online Retail shops which consumer buy products</a:t>
          </a:r>
          <a:endParaRPr lang="en-US" sz="2100" kern="1200"/>
        </a:p>
      </dsp:txBody>
      <dsp:txXfrm>
        <a:off x="5112" y="822200"/>
        <a:ext cx="1959939" cy="3212100"/>
      </dsp:txXfrm>
    </dsp:sp>
    <dsp:sp modelId="{FDD343A8-789B-4DAA-8EF8-10533469F182}">
      <dsp:nvSpPr>
        <dsp:cNvPr id="0" name=""/>
        <dsp:cNvSpPr/>
      </dsp:nvSpPr>
      <dsp:spPr>
        <a:xfrm>
          <a:off x="2239444" y="60621"/>
          <a:ext cx="1959939" cy="761578"/>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en-SG" sz="2100" b="1" u="sng" kern="1200"/>
            <a:t>Online Intermediaries</a:t>
          </a:r>
          <a:endParaRPr lang="en-US" sz="2100" kern="1200"/>
        </a:p>
      </dsp:txBody>
      <dsp:txXfrm>
        <a:off x="2239444" y="60621"/>
        <a:ext cx="1959939" cy="761578"/>
      </dsp:txXfrm>
    </dsp:sp>
    <dsp:sp modelId="{DBD4596C-5D6B-4C63-8C19-0E97198E3752}">
      <dsp:nvSpPr>
        <dsp:cNvPr id="0" name=""/>
        <dsp:cNvSpPr/>
      </dsp:nvSpPr>
      <dsp:spPr>
        <a:xfrm>
          <a:off x="2239444" y="822200"/>
          <a:ext cx="1959939" cy="3212100"/>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r>
            <a:rPr lang="en-SG" sz="2100" kern="1200"/>
            <a:t>Putting buyers and sellers without owning the products or services</a:t>
          </a:r>
          <a:endParaRPr lang="en-US" sz="2100" kern="1200"/>
        </a:p>
      </dsp:txBody>
      <dsp:txXfrm>
        <a:off x="2239444" y="822200"/>
        <a:ext cx="1959939" cy="3212100"/>
      </dsp:txXfrm>
    </dsp:sp>
    <dsp:sp modelId="{36E30588-2DB9-4777-9BC8-B3CE0D54A58D}">
      <dsp:nvSpPr>
        <dsp:cNvPr id="0" name=""/>
        <dsp:cNvSpPr/>
      </dsp:nvSpPr>
      <dsp:spPr>
        <a:xfrm>
          <a:off x="4473775" y="60621"/>
          <a:ext cx="1959939" cy="761578"/>
        </a:xfrm>
        <a:prstGeom prst="rect">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en-SG" sz="2100" b="1" u="sng" kern="1200"/>
            <a:t>Advertising-based</a:t>
          </a:r>
          <a:endParaRPr lang="en-US" sz="2100" kern="1200"/>
        </a:p>
      </dsp:txBody>
      <dsp:txXfrm>
        <a:off x="4473775" y="60621"/>
        <a:ext cx="1959939" cy="761578"/>
      </dsp:txXfrm>
    </dsp:sp>
    <dsp:sp modelId="{5D784EB4-D532-4133-B9BB-449ABAFC3735}">
      <dsp:nvSpPr>
        <dsp:cNvPr id="0" name=""/>
        <dsp:cNvSpPr/>
      </dsp:nvSpPr>
      <dsp:spPr>
        <a:xfrm>
          <a:off x="4473775" y="822200"/>
          <a:ext cx="1959939" cy="3212100"/>
        </a:xfrm>
        <a:prstGeom prst="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r>
            <a:rPr lang="en-SG" sz="2100" kern="1200"/>
            <a:t>Uses </a:t>
          </a:r>
          <a:r>
            <a:rPr lang="en-US" sz="2100" kern="1200"/>
            <a:t>high-quality free content to attract site visitors, who then encounter online ads. </a:t>
          </a:r>
        </a:p>
      </dsp:txBody>
      <dsp:txXfrm>
        <a:off x="4473775" y="822200"/>
        <a:ext cx="1959939" cy="3212100"/>
      </dsp:txXfrm>
    </dsp:sp>
    <dsp:sp modelId="{C8C51C83-F9AB-4D86-9CE8-19FDC88F0837}">
      <dsp:nvSpPr>
        <dsp:cNvPr id="0" name=""/>
        <dsp:cNvSpPr/>
      </dsp:nvSpPr>
      <dsp:spPr>
        <a:xfrm>
          <a:off x="6708106" y="60621"/>
          <a:ext cx="1959939" cy="761578"/>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en-SG" sz="2100" b="1" u="sng" kern="1200"/>
            <a:t>Community-based</a:t>
          </a:r>
          <a:endParaRPr lang="en-US" sz="2100" kern="1200"/>
        </a:p>
      </dsp:txBody>
      <dsp:txXfrm>
        <a:off x="6708106" y="60621"/>
        <a:ext cx="1959939" cy="761578"/>
      </dsp:txXfrm>
    </dsp:sp>
    <dsp:sp modelId="{725A3C5F-F413-44F9-A686-C71151752E7D}">
      <dsp:nvSpPr>
        <dsp:cNvPr id="0" name=""/>
        <dsp:cNvSpPr/>
      </dsp:nvSpPr>
      <dsp:spPr>
        <a:xfrm>
          <a:off x="6708106" y="822200"/>
          <a:ext cx="1959939" cy="3212100"/>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r>
            <a:rPr lang="en-SG" sz="2100" kern="1200"/>
            <a:t>Online communities built around shared interests to help advertisers market their product to users</a:t>
          </a:r>
          <a:endParaRPr lang="en-US" sz="2100" kern="1200"/>
        </a:p>
      </dsp:txBody>
      <dsp:txXfrm>
        <a:off x="6708106" y="822200"/>
        <a:ext cx="1959939" cy="3212100"/>
      </dsp:txXfrm>
    </dsp:sp>
    <dsp:sp modelId="{F78762FA-AB67-4A0E-9ED5-5CD12E083D7C}">
      <dsp:nvSpPr>
        <dsp:cNvPr id="0" name=""/>
        <dsp:cNvSpPr/>
      </dsp:nvSpPr>
      <dsp:spPr>
        <a:xfrm>
          <a:off x="8942437" y="60621"/>
          <a:ext cx="1959939" cy="761578"/>
        </a:xfrm>
        <a:prstGeom prst="rect">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en-SG" sz="2100" b="1" u="sng" kern="1200"/>
            <a:t>Fee-based</a:t>
          </a:r>
          <a:endParaRPr lang="en-US" sz="2100" kern="1200"/>
        </a:p>
      </dsp:txBody>
      <dsp:txXfrm>
        <a:off x="8942437" y="60621"/>
        <a:ext cx="1959939" cy="761578"/>
      </dsp:txXfrm>
    </dsp:sp>
    <dsp:sp modelId="{3B872677-234D-418B-8589-099EC922E9C5}">
      <dsp:nvSpPr>
        <dsp:cNvPr id="0" name=""/>
        <dsp:cNvSpPr/>
      </dsp:nvSpPr>
      <dsp:spPr>
        <a:xfrm>
          <a:off x="8942437" y="822200"/>
          <a:ext cx="1959939" cy="3212100"/>
        </a:xfrm>
        <a:prstGeom prst="rect">
          <a:avLst/>
        </a:prstGeom>
        <a:solidFill>
          <a:schemeClr val="accent6">
            <a:tint val="40000"/>
            <a:alpha val="90000"/>
            <a:hueOff val="0"/>
            <a:satOff val="0"/>
            <a:lumOff val="0"/>
            <a:alphaOff val="0"/>
          </a:schemeClr>
        </a:solidFill>
        <a:ln w="12700" cap="flat" cmpd="sng" algn="ctr">
          <a:solidFill>
            <a:schemeClr val="accent6">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r>
            <a:rPr lang="en-US" sz="2100" kern="1200"/>
            <a:t>Charge a subscription fee for access to their content. </a:t>
          </a:r>
        </a:p>
      </dsp:txBody>
      <dsp:txXfrm>
        <a:off x="8942437" y="822200"/>
        <a:ext cx="1959939" cy="32121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F0A818-1A24-4707-90CD-6BA06910560F}">
      <dsp:nvSpPr>
        <dsp:cNvPr id="0" name=""/>
        <dsp:cNvSpPr/>
      </dsp:nvSpPr>
      <dsp:spPr>
        <a:xfrm>
          <a:off x="1283" y="674410"/>
          <a:ext cx="5006206" cy="3003723"/>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a:t>Shopify is a software that you pay for using the </a:t>
          </a:r>
          <a:r>
            <a:rPr lang="en-US" sz="3100" b="1" u="sng" kern="1200" dirty="0"/>
            <a:t>SaaS model </a:t>
          </a:r>
          <a:r>
            <a:rPr lang="en-US" sz="3100" kern="1200" dirty="0"/>
            <a:t>– in other words, you subscribe for the service. </a:t>
          </a:r>
        </a:p>
      </dsp:txBody>
      <dsp:txXfrm>
        <a:off x="1283" y="674410"/>
        <a:ext cx="5006206" cy="3003723"/>
      </dsp:txXfrm>
    </dsp:sp>
    <dsp:sp modelId="{FFD1CCCC-6126-41E5-94F1-9CCE26E75760}">
      <dsp:nvSpPr>
        <dsp:cNvPr id="0" name=""/>
        <dsp:cNvSpPr/>
      </dsp:nvSpPr>
      <dsp:spPr>
        <a:xfrm>
          <a:off x="5508110" y="674410"/>
          <a:ext cx="5006206" cy="3003723"/>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a:t>Owners and merchants can create a website and use an </a:t>
          </a:r>
          <a:r>
            <a:rPr lang="en-US" sz="3100" b="1" u="sng" kern="1200" dirty="0"/>
            <a:t>in-built shopping cart solution</a:t>
          </a:r>
          <a:r>
            <a:rPr lang="en-US" sz="3100" kern="1200" dirty="0"/>
            <a:t> to sell both digital and physical products to customers around the world.</a:t>
          </a:r>
        </a:p>
      </dsp:txBody>
      <dsp:txXfrm>
        <a:off x="5508110" y="674410"/>
        <a:ext cx="5006206" cy="300372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3E4DB9-2D36-4C48-A324-F38833850832}">
      <dsp:nvSpPr>
        <dsp:cNvPr id="0" name=""/>
        <dsp:cNvSpPr/>
      </dsp:nvSpPr>
      <dsp:spPr>
        <a:xfrm>
          <a:off x="0" y="0"/>
          <a:ext cx="10963275" cy="2277925"/>
        </a:xfrm>
        <a:prstGeom prst="roundRect">
          <a:avLst>
            <a:gd name="adj" fmla="val 10000"/>
          </a:avLst>
        </a:prstGeom>
        <a:solidFill>
          <a:schemeClr val="accent2">
            <a:tint val="40000"/>
            <a:hueOff val="0"/>
            <a:satOff val="0"/>
            <a:lumOff val="0"/>
            <a:alphaOff val="0"/>
          </a:schemeClr>
        </a:solidFill>
        <a:ln w="6350" cap="flat" cmpd="sng" algn="ctr">
          <a:solidFill>
            <a:schemeClr val="dk1">
              <a:hueOff val="0"/>
              <a:satOff val="0"/>
              <a:lumOff val="0"/>
              <a:alphaOff val="0"/>
            </a:schemeClr>
          </a:solidFill>
          <a:prstDash val="solid"/>
          <a:miter lim="800000"/>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sp>
    <dsp:sp modelId="{248DDA80-71BA-45BB-96CC-6C4BA069F3A6}">
      <dsp:nvSpPr>
        <dsp:cNvPr id="0" name=""/>
        <dsp:cNvSpPr/>
      </dsp:nvSpPr>
      <dsp:spPr>
        <a:xfrm>
          <a:off x="689072" y="513126"/>
          <a:ext cx="1252859" cy="125285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62D3AC76-A4EB-4B1A-B556-07445190A914}">
      <dsp:nvSpPr>
        <dsp:cNvPr id="0" name=""/>
        <dsp:cNvSpPr/>
      </dsp:nvSpPr>
      <dsp:spPr>
        <a:xfrm>
          <a:off x="2631004" y="592"/>
          <a:ext cx="8057835" cy="2277925"/>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241080" tIns="241080" rIns="241080" bIns="241080" numCol="1" spcCol="1270" anchor="ctr" anchorCtr="0">
          <a:noAutofit/>
        </a:bodyPr>
        <a:lstStyle/>
        <a:p>
          <a:pPr marL="0" lvl="0" indent="0" algn="l" defTabSz="1244600">
            <a:lnSpc>
              <a:spcPct val="100000"/>
            </a:lnSpc>
            <a:spcBef>
              <a:spcPct val="0"/>
            </a:spcBef>
            <a:spcAft>
              <a:spcPct val="35000"/>
            </a:spcAft>
            <a:buNone/>
          </a:pPr>
          <a:r>
            <a:rPr lang="en-US" sz="2800" kern="1200" dirty="0"/>
            <a:t>Before you sign up for your free trial or choose a Shopify plan you are going to want to do some preplanning. </a:t>
          </a:r>
        </a:p>
      </dsp:txBody>
      <dsp:txXfrm>
        <a:off x="2631004" y="592"/>
        <a:ext cx="8057835" cy="2277925"/>
      </dsp:txXfrm>
    </dsp:sp>
    <dsp:sp modelId="{D56BE0EB-5E4B-49C2-B5D6-FC855C4FD491}">
      <dsp:nvSpPr>
        <dsp:cNvPr id="0" name=""/>
        <dsp:cNvSpPr/>
      </dsp:nvSpPr>
      <dsp:spPr>
        <a:xfrm>
          <a:off x="0" y="2577262"/>
          <a:ext cx="10963275" cy="2277925"/>
        </a:xfrm>
        <a:prstGeom prst="roundRect">
          <a:avLst>
            <a:gd name="adj" fmla="val 10000"/>
          </a:avLst>
        </a:prstGeom>
        <a:solidFill>
          <a:schemeClr val="accent2">
            <a:tint val="40000"/>
            <a:hueOff val="0"/>
            <a:satOff val="0"/>
            <a:lumOff val="0"/>
            <a:alphaOff val="0"/>
          </a:schemeClr>
        </a:solidFill>
        <a:ln w="6350" cap="flat" cmpd="sng" algn="ctr">
          <a:solidFill>
            <a:schemeClr val="dk1">
              <a:hueOff val="0"/>
              <a:satOff val="0"/>
              <a:lumOff val="0"/>
              <a:alphaOff val="0"/>
            </a:schemeClr>
          </a:solidFill>
          <a:prstDash val="solid"/>
          <a:miter lim="800000"/>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sp>
    <dsp:sp modelId="{1D3B19A2-FCEB-4F0B-92AB-BA41E90C6C03}">
      <dsp:nvSpPr>
        <dsp:cNvPr id="0" name=""/>
        <dsp:cNvSpPr/>
      </dsp:nvSpPr>
      <dsp:spPr>
        <a:xfrm>
          <a:off x="689072" y="3089795"/>
          <a:ext cx="1252859" cy="125285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97D07463-9B78-423F-8195-CFFA3FC102AF}">
      <dsp:nvSpPr>
        <dsp:cNvPr id="0" name=""/>
        <dsp:cNvSpPr/>
      </dsp:nvSpPr>
      <dsp:spPr>
        <a:xfrm>
          <a:off x="2631004" y="2577262"/>
          <a:ext cx="8057835" cy="2277925"/>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241080" tIns="241080" rIns="241080" bIns="241080" numCol="1" spcCol="1270" anchor="ctr" anchorCtr="0">
          <a:noAutofit/>
        </a:bodyPr>
        <a:lstStyle/>
        <a:p>
          <a:pPr marL="0" lvl="0" indent="0" algn="l" defTabSz="1244600">
            <a:lnSpc>
              <a:spcPct val="100000"/>
            </a:lnSpc>
            <a:spcBef>
              <a:spcPct val="0"/>
            </a:spcBef>
            <a:spcAft>
              <a:spcPct val="35000"/>
            </a:spcAft>
            <a:buNone/>
          </a:pPr>
          <a:r>
            <a:rPr lang="en-US" sz="2800" kern="1200" dirty="0"/>
            <a:t>As the axiom goes: if you don’t have a destination in mind you have very little chance of arriving there, which means that unless you plan out your store beforehand you are probably not going to be able to laser target it to a niche like you want.</a:t>
          </a:r>
        </a:p>
      </dsp:txBody>
      <dsp:txXfrm>
        <a:off x="2631004" y="2577262"/>
        <a:ext cx="8057835" cy="2277925"/>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17000B-7DC9-49F9-AC88-2169B6A36257}" type="datetimeFigureOut">
              <a:rPr lang="en-SG" smtClean="0"/>
              <a:t>15/4/2020</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081601-C851-40DE-95AD-C36D47D7E00B}" type="slidenum">
              <a:rPr lang="en-SG" smtClean="0"/>
              <a:t>‹#›</a:t>
            </a:fld>
            <a:endParaRPr lang="en-SG"/>
          </a:p>
        </p:txBody>
      </p:sp>
    </p:spTree>
    <p:extLst>
      <p:ext uri="{BB962C8B-B14F-4D97-AF65-F5344CB8AC3E}">
        <p14:creationId xmlns:p14="http://schemas.microsoft.com/office/powerpoint/2010/main" val="33646887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72B97-BF01-4A6E-A887-3F68610F451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8A017F3B-3C8D-44EC-B168-4DF402D980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cxnSp>
        <p:nvCxnSpPr>
          <p:cNvPr id="7" name="Straight Connector 6">
            <a:extLst>
              <a:ext uri="{FF2B5EF4-FFF2-40B4-BE49-F238E27FC236}">
                <a16:creationId xmlns:a16="http://schemas.microsoft.com/office/drawing/2014/main" id="{35D354F6-1E43-4FE2-9416-04E184CE86D7}"/>
              </a:ext>
            </a:extLst>
          </p:cNvPr>
          <p:cNvCxnSpPr/>
          <p:nvPr userDrawn="1"/>
        </p:nvCxnSpPr>
        <p:spPr>
          <a:xfrm>
            <a:off x="11968120" y="-1"/>
            <a:ext cx="0" cy="6858001"/>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8" name="Rectangle 7">
            <a:extLst>
              <a:ext uri="{FF2B5EF4-FFF2-40B4-BE49-F238E27FC236}">
                <a16:creationId xmlns:a16="http://schemas.microsoft.com/office/drawing/2014/main" id="{B9059644-BD68-48DA-B90B-E97D932F04F4}"/>
              </a:ext>
            </a:extLst>
          </p:cNvPr>
          <p:cNvSpPr/>
          <p:nvPr userDrawn="1"/>
        </p:nvSpPr>
        <p:spPr>
          <a:xfrm rot="16200000">
            <a:off x="-3149825" y="3149825"/>
            <a:ext cx="6858000" cy="558350"/>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t>L07-Setting a Shopify Site (B2C) Part 1</a:t>
            </a:r>
          </a:p>
        </p:txBody>
      </p:sp>
      <p:sp>
        <p:nvSpPr>
          <p:cNvPr id="9" name="Rectangle 8">
            <a:extLst>
              <a:ext uri="{FF2B5EF4-FFF2-40B4-BE49-F238E27FC236}">
                <a16:creationId xmlns:a16="http://schemas.microsoft.com/office/drawing/2014/main" id="{3AEF5720-1197-40C8-BFBA-5BF0AC560111}"/>
              </a:ext>
            </a:extLst>
          </p:cNvPr>
          <p:cNvSpPr/>
          <p:nvPr userDrawn="1"/>
        </p:nvSpPr>
        <p:spPr>
          <a:xfrm rot="16200000">
            <a:off x="8708043" y="3359882"/>
            <a:ext cx="6858000" cy="138235"/>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pic>
        <p:nvPicPr>
          <p:cNvPr id="10" name="Picture 9" descr="A picture containing clipart&#10;&#10;Description automatically generated">
            <a:extLst>
              <a:ext uri="{FF2B5EF4-FFF2-40B4-BE49-F238E27FC236}">
                <a16:creationId xmlns:a16="http://schemas.microsoft.com/office/drawing/2014/main" id="{81CE94B4-04F5-4161-95DF-2EB53BA97E4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402565" y="223838"/>
            <a:ext cx="1364857" cy="737891"/>
          </a:xfrm>
          <a:prstGeom prst="rect">
            <a:avLst/>
          </a:prstGeom>
        </p:spPr>
      </p:pic>
    </p:spTree>
    <p:extLst>
      <p:ext uri="{BB962C8B-B14F-4D97-AF65-F5344CB8AC3E}">
        <p14:creationId xmlns:p14="http://schemas.microsoft.com/office/powerpoint/2010/main" val="40541620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3572CAD7-C006-4353-A7EB-D4461834FFBC}"/>
              </a:ext>
            </a:extLst>
          </p:cNvPr>
          <p:cNvCxnSpPr/>
          <p:nvPr userDrawn="1"/>
        </p:nvCxnSpPr>
        <p:spPr>
          <a:xfrm>
            <a:off x="11968120" y="-1"/>
            <a:ext cx="0" cy="6858001"/>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2" name="Title 1">
            <a:extLst>
              <a:ext uri="{FF2B5EF4-FFF2-40B4-BE49-F238E27FC236}">
                <a16:creationId xmlns:a16="http://schemas.microsoft.com/office/drawing/2014/main" id="{47B28D83-E4C8-4915-BA61-71ABB0F33829}"/>
              </a:ext>
            </a:extLst>
          </p:cNvPr>
          <p:cNvSpPr>
            <a:spLocks noGrp="1"/>
          </p:cNvSpPr>
          <p:nvPr>
            <p:ph type="title"/>
          </p:nvPr>
        </p:nvSpPr>
        <p:spPr/>
        <p:txBody>
          <a:bodyPr/>
          <a:lstStyle/>
          <a:p>
            <a:r>
              <a:rPr lang="en-US" dirty="0"/>
              <a:t>Click to edit Master title style</a:t>
            </a:r>
            <a:endParaRPr lang="en-SG" dirty="0"/>
          </a:p>
        </p:txBody>
      </p:sp>
      <p:sp>
        <p:nvSpPr>
          <p:cNvPr id="3" name="Content Placeholder 2">
            <a:extLst>
              <a:ext uri="{FF2B5EF4-FFF2-40B4-BE49-F238E27FC236}">
                <a16:creationId xmlns:a16="http://schemas.microsoft.com/office/drawing/2014/main" id="{A14FA9BB-BB69-451E-A09E-59180997522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Footer Placeholder 4">
            <a:extLst>
              <a:ext uri="{FF2B5EF4-FFF2-40B4-BE49-F238E27FC236}">
                <a16:creationId xmlns:a16="http://schemas.microsoft.com/office/drawing/2014/main" id="{A481BA36-121F-4271-BF92-82AF8DFB304A}"/>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6B2813FB-3A55-4A8D-AEBA-1AF76B7ADB7A}"/>
              </a:ext>
            </a:extLst>
          </p:cNvPr>
          <p:cNvSpPr>
            <a:spLocks noGrp="1"/>
          </p:cNvSpPr>
          <p:nvPr>
            <p:ph type="sldNum" sz="quarter" idx="12"/>
          </p:nvPr>
        </p:nvSpPr>
        <p:spPr/>
        <p:txBody>
          <a:bodyPr/>
          <a:lstStyle/>
          <a:p>
            <a:fld id="{C3874EC8-7A34-473C-985C-63460AF7DDB5}" type="slidenum">
              <a:rPr lang="en-SG" smtClean="0"/>
              <a:t>‹#›</a:t>
            </a:fld>
            <a:endParaRPr lang="en-SG"/>
          </a:p>
        </p:txBody>
      </p:sp>
      <p:sp>
        <p:nvSpPr>
          <p:cNvPr id="12" name="Rectangle 11">
            <a:extLst>
              <a:ext uri="{FF2B5EF4-FFF2-40B4-BE49-F238E27FC236}">
                <a16:creationId xmlns:a16="http://schemas.microsoft.com/office/drawing/2014/main" id="{8DDA959D-3244-40DF-8C39-48899F94628E}"/>
              </a:ext>
            </a:extLst>
          </p:cNvPr>
          <p:cNvSpPr/>
          <p:nvPr userDrawn="1"/>
        </p:nvSpPr>
        <p:spPr>
          <a:xfrm rot="16200000">
            <a:off x="8708043" y="3359882"/>
            <a:ext cx="6858000" cy="138235"/>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pic>
        <p:nvPicPr>
          <p:cNvPr id="11" name="Picture 10" descr="A picture containing clipart&#10;&#10;Description automatically generated">
            <a:extLst>
              <a:ext uri="{FF2B5EF4-FFF2-40B4-BE49-F238E27FC236}">
                <a16:creationId xmlns:a16="http://schemas.microsoft.com/office/drawing/2014/main" id="{0E49D956-4E7D-4FF0-9764-CA5EA52DF04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431140" y="185738"/>
            <a:ext cx="1364857" cy="737891"/>
          </a:xfrm>
          <a:prstGeom prst="rect">
            <a:avLst/>
          </a:prstGeom>
        </p:spPr>
      </p:pic>
      <p:sp>
        <p:nvSpPr>
          <p:cNvPr id="13" name="Rectangle 12">
            <a:extLst>
              <a:ext uri="{FF2B5EF4-FFF2-40B4-BE49-F238E27FC236}">
                <a16:creationId xmlns:a16="http://schemas.microsoft.com/office/drawing/2014/main" id="{FD01539C-0758-4C79-AC19-091CD19281DD}"/>
              </a:ext>
            </a:extLst>
          </p:cNvPr>
          <p:cNvSpPr/>
          <p:nvPr userDrawn="1"/>
        </p:nvSpPr>
        <p:spPr>
          <a:xfrm rot="16200000">
            <a:off x="-3149825" y="3149825"/>
            <a:ext cx="6858000" cy="558350"/>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t>L07-Setting a Shopify Site (B2C) Part 1</a:t>
            </a:r>
          </a:p>
        </p:txBody>
      </p:sp>
    </p:spTree>
    <p:extLst>
      <p:ext uri="{BB962C8B-B14F-4D97-AF65-F5344CB8AC3E}">
        <p14:creationId xmlns:p14="http://schemas.microsoft.com/office/powerpoint/2010/main" val="1864361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ACBC9-E257-4172-AC12-4AC9239B497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676C25E9-6D4F-4823-AE7C-483A3110D39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C4586F1-3FAF-4510-86BF-33A8937095D9}"/>
              </a:ext>
            </a:extLst>
          </p:cNvPr>
          <p:cNvSpPr>
            <a:spLocks noGrp="1"/>
          </p:cNvSpPr>
          <p:nvPr>
            <p:ph type="dt" sz="half" idx="10"/>
          </p:nvPr>
        </p:nvSpPr>
        <p:spPr/>
        <p:txBody>
          <a:bodyPr/>
          <a:lstStyle/>
          <a:p>
            <a:fld id="{4D0E5ED6-F25D-41F1-AAC9-E78DC995B25D}" type="datetimeFigureOut">
              <a:rPr lang="en-SG" smtClean="0"/>
              <a:t>15/4/2020</a:t>
            </a:fld>
            <a:endParaRPr lang="en-SG"/>
          </a:p>
        </p:txBody>
      </p:sp>
      <p:sp>
        <p:nvSpPr>
          <p:cNvPr id="5" name="Footer Placeholder 4">
            <a:extLst>
              <a:ext uri="{FF2B5EF4-FFF2-40B4-BE49-F238E27FC236}">
                <a16:creationId xmlns:a16="http://schemas.microsoft.com/office/drawing/2014/main" id="{BF0F3B4C-BEC0-49A2-A45C-7D334E886834}"/>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1A640D68-B742-47B0-9398-98B0F76BD945}"/>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9147050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82605-5E95-4ACC-B9CD-4903C97CA65B}"/>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5DDD9895-7D0C-431B-9D5A-C31AC039C4C2}"/>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32A779E9-397B-4F66-B41D-BB342E6724DE}"/>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BDC374F6-3A40-4E65-ABFB-7A2C68D89CC3}"/>
              </a:ext>
            </a:extLst>
          </p:cNvPr>
          <p:cNvSpPr>
            <a:spLocks noGrp="1"/>
          </p:cNvSpPr>
          <p:nvPr>
            <p:ph type="dt" sz="half" idx="10"/>
          </p:nvPr>
        </p:nvSpPr>
        <p:spPr/>
        <p:txBody>
          <a:bodyPr/>
          <a:lstStyle/>
          <a:p>
            <a:fld id="{4D0E5ED6-F25D-41F1-AAC9-E78DC995B25D}" type="datetimeFigureOut">
              <a:rPr lang="en-SG" smtClean="0"/>
              <a:t>15/4/2020</a:t>
            </a:fld>
            <a:endParaRPr lang="en-SG"/>
          </a:p>
        </p:txBody>
      </p:sp>
      <p:sp>
        <p:nvSpPr>
          <p:cNvPr id="6" name="Footer Placeholder 5">
            <a:extLst>
              <a:ext uri="{FF2B5EF4-FFF2-40B4-BE49-F238E27FC236}">
                <a16:creationId xmlns:a16="http://schemas.microsoft.com/office/drawing/2014/main" id="{569C9A97-5042-465C-BBED-81AF8C2A0730}"/>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8C7A5479-C27D-45D9-AE08-EE452A49D1D6}"/>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938026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A4891-15D3-4754-84C2-E5543F06473E}"/>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11F4E125-0BF0-46DA-AE52-B6C10FC94C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17377E3B-ACAA-4F9F-8D86-14B8758E62FE}"/>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749E3A2A-3233-44D6-AF71-16EEA602A2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513C41A-D68A-46DA-855E-E1D8D4885EB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2ACD9258-6F83-419D-9540-19D71D803B18}"/>
              </a:ext>
            </a:extLst>
          </p:cNvPr>
          <p:cNvSpPr>
            <a:spLocks noGrp="1"/>
          </p:cNvSpPr>
          <p:nvPr>
            <p:ph type="dt" sz="half" idx="10"/>
          </p:nvPr>
        </p:nvSpPr>
        <p:spPr/>
        <p:txBody>
          <a:bodyPr/>
          <a:lstStyle/>
          <a:p>
            <a:fld id="{4D0E5ED6-F25D-41F1-AAC9-E78DC995B25D}" type="datetimeFigureOut">
              <a:rPr lang="en-SG" smtClean="0"/>
              <a:t>15/4/2020</a:t>
            </a:fld>
            <a:endParaRPr lang="en-SG"/>
          </a:p>
        </p:txBody>
      </p:sp>
      <p:sp>
        <p:nvSpPr>
          <p:cNvPr id="8" name="Footer Placeholder 7">
            <a:extLst>
              <a:ext uri="{FF2B5EF4-FFF2-40B4-BE49-F238E27FC236}">
                <a16:creationId xmlns:a16="http://schemas.microsoft.com/office/drawing/2014/main" id="{E7564971-15B4-4DC3-B2CB-00DCE6E60C9F}"/>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DDABA4FE-DF9D-40D9-82D2-6D0F00B268DF}"/>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1202637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1FC2B-977A-40CD-9CC9-22479607B315}"/>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A6BA7718-914F-4E13-AC0C-C7C5BE9FCD1A}"/>
              </a:ext>
            </a:extLst>
          </p:cNvPr>
          <p:cNvSpPr>
            <a:spLocks noGrp="1"/>
          </p:cNvSpPr>
          <p:nvPr>
            <p:ph type="dt" sz="half" idx="10"/>
          </p:nvPr>
        </p:nvSpPr>
        <p:spPr/>
        <p:txBody>
          <a:bodyPr/>
          <a:lstStyle/>
          <a:p>
            <a:fld id="{4D0E5ED6-F25D-41F1-AAC9-E78DC995B25D}" type="datetimeFigureOut">
              <a:rPr lang="en-SG" smtClean="0"/>
              <a:t>15/4/2020</a:t>
            </a:fld>
            <a:endParaRPr lang="en-SG"/>
          </a:p>
        </p:txBody>
      </p:sp>
      <p:sp>
        <p:nvSpPr>
          <p:cNvPr id="4" name="Footer Placeholder 3">
            <a:extLst>
              <a:ext uri="{FF2B5EF4-FFF2-40B4-BE49-F238E27FC236}">
                <a16:creationId xmlns:a16="http://schemas.microsoft.com/office/drawing/2014/main" id="{A970CF05-D59E-4AF3-842B-7C757C16A0B8}"/>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96A77DE9-3557-46EE-B523-7207E0EA6073}"/>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4131545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549786-F49C-4973-8751-25E29B2A0071}"/>
              </a:ext>
            </a:extLst>
          </p:cNvPr>
          <p:cNvSpPr>
            <a:spLocks noGrp="1"/>
          </p:cNvSpPr>
          <p:nvPr>
            <p:ph type="dt" sz="half" idx="10"/>
          </p:nvPr>
        </p:nvSpPr>
        <p:spPr/>
        <p:txBody>
          <a:bodyPr/>
          <a:lstStyle/>
          <a:p>
            <a:fld id="{4D0E5ED6-F25D-41F1-AAC9-E78DC995B25D}" type="datetimeFigureOut">
              <a:rPr lang="en-SG" smtClean="0"/>
              <a:t>15/4/2020</a:t>
            </a:fld>
            <a:endParaRPr lang="en-SG"/>
          </a:p>
        </p:txBody>
      </p:sp>
      <p:sp>
        <p:nvSpPr>
          <p:cNvPr id="3" name="Footer Placeholder 2">
            <a:extLst>
              <a:ext uri="{FF2B5EF4-FFF2-40B4-BE49-F238E27FC236}">
                <a16:creationId xmlns:a16="http://schemas.microsoft.com/office/drawing/2014/main" id="{6271183E-762E-4B73-9B17-A3DA24F18521}"/>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D4FB1A84-DF94-4F99-A49C-B03B19E00320}"/>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12066350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4D841-3D44-423C-91C3-F7A515D00F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ED5C97E8-4AF6-4659-BEA1-898853C4E17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6494655B-56F3-4B61-A474-67D86A379F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B0E7BC3-2791-4AB5-ADAE-0C7F4E707D9A}"/>
              </a:ext>
            </a:extLst>
          </p:cNvPr>
          <p:cNvSpPr>
            <a:spLocks noGrp="1"/>
          </p:cNvSpPr>
          <p:nvPr>
            <p:ph type="dt" sz="half" idx="10"/>
          </p:nvPr>
        </p:nvSpPr>
        <p:spPr/>
        <p:txBody>
          <a:bodyPr/>
          <a:lstStyle/>
          <a:p>
            <a:fld id="{4D0E5ED6-F25D-41F1-AAC9-E78DC995B25D}" type="datetimeFigureOut">
              <a:rPr lang="en-SG" smtClean="0"/>
              <a:t>15/4/2020</a:t>
            </a:fld>
            <a:endParaRPr lang="en-SG"/>
          </a:p>
        </p:txBody>
      </p:sp>
      <p:sp>
        <p:nvSpPr>
          <p:cNvPr id="6" name="Footer Placeholder 5">
            <a:extLst>
              <a:ext uri="{FF2B5EF4-FFF2-40B4-BE49-F238E27FC236}">
                <a16:creationId xmlns:a16="http://schemas.microsoft.com/office/drawing/2014/main" id="{68C31823-8CDE-4274-A19F-1E39E5E07967}"/>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A5FF46A9-8465-4B40-86FD-D275335D3C4C}"/>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28829404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54D9A-D792-4F7E-AA19-63A97B96C2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517937E6-2053-48FC-B428-429E20BDE7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B91DE880-7950-4911-AC27-4B0D372E7A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92A2BD9-F85B-45B4-91FB-9240F62DDC59}"/>
              </a:ext>
            </a:extLst>
          </p:cNvPr>
          <p:cNvSpPr>
            <a:spLocks noGrp="1"/>
          </p:cNvSpPr>
          <p:nvPr>
            <p:ph type="dt" sz="half" idx="10"/>
          </p:nvPr>
        </p:nvSpPr>
        <p:spPr/>
        <p:txBody>
          <a:bodyPr/>
          <a:lstStyle/>
          <a:p>
            <a:fld id="{4D0E5ED6-F25D-41F1-AAC9-E78DC995B25D}" type="datetimeFigureOut">
              <a:rPr lang="en-SG" smtClean="0"/>
              <a:t>15/4/2020</a:t>
            </a:fld>
            <a:endParaRPr lang="en-SG"/>
          </a:p>
        </p:txBody>
      </p:sp>
      <p:sp>
        <p:nvSpPr>
          <p:cNvPr id="6" name="Footer Placeholder 5">
            <a:extLst>
              <a:ext uri="{FF2B5EF4-FFF2-40B4-BE49-F238E27FC236}">
                <a16:creationId xmlns:a16="http://schemas.microsoft.com/office/drawing/2014/main" id="{6FA3668D-7030-4594-8DC9-C9B44E451DD8}"/>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7FE3C865-F7B5-4870-8694-ED39F9CA476A}"/>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5460166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9EC3D-9000-436C-BBFF-06FD2E29A6F5}"/>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F4E3804C-57F6-4D6F-88D1-0FD3BE6F1F0D}"/>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8A74962E-FC03-49B4-8F16-72F0A6D13434}"/>
              </a:ext>
            </a:extLst>
          </p:cNvPr>
          <p:cNvSpPr>
            <a:spLocks noGrp="1"/>
          </p:cNvSpPr>
          <p:nvPr>
            <p:ph type="dt" sz="half" idx="10"/>
          </p:nvPr>
        </p:nvSpPr>
        <p:spPr/>
        <p:txBody>
          <a:bodyPr/>
          <a:lstStyle/>
          <a:p>
            <a:fld id="{4D0E5ED6-F25D-41F1-AAC9-E78DC995B25D}" type="datetimeFigureOut">
              <a:rPr lang="en-SG" smtClean="0"/>
              <a:t>15/4/2020</a:t>
            </a:fld>
            <a:endParaRPr lang="en-SG"/>
          </a:p>
        </p:txBody>
      </p:sp>
      <p:sp>
        <p:nvSpPr>
          <p:cNvPr id="5" name="Footer Placeholder 4">
            <a:extLst>
              <a:ext uri="{FF2B5EF4-FFF2-40B4-BE49-F238E27FC236}">
                <a16:creationId xmlns:a16="http://schemas.microsoft.com/office/drawing/2014/main" id="{5E696B7B-C59A-47E6-A797-2064020725BC}"/>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2A727256-871B-433F-8D7F-15EAF8E9354F}"/>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4940916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6E79DC-D4AB-4EF5-AD3D-FEF8208239C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2D9851C7-3427-41D1-A1F2-6C3D09DD51B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0C5323B8-0D9A-406A-9FB6-2441F678D650}"/>
              </a:ext>
            </a:extLst>
          </p:cNvPr>
          <p:cNvSpPr>
            <a:spLocks noGrp="1"/>
          </p:cNvSpPr>
          <p:nvPr>
            <p:ph type="dt" sz="half" idx="10"/>
          </p:nvPr>
        </p:nvSpPr>
        <p:spPr/>
        <p:txBody>
          <a:bodyPr/>
          <a:lstStyle/>
          <a:p>
            <a:fld id="{4D0E5ED6-F25D-41F1-AAC9-E78DC995B25D}" type="datetimeFigureOut">
              <a:rPr lang="en-SG" smtClean="0"/>
              <a:t>15/4/2020</a:t>
            </a:fld>
            <a:endParaRPr lang="en-SG"/>
          </a:p>
        </p:txBody>
      </p:sp>
      <p:sp>
        <p:nvSpPr>
          <p:cNvPr id="5" name="Footer Placeholder 4">
            <a:extLst>
              <a:ext uri="{FF2B5EF4-FFF2-40B4-BE49-F238E27FC236}">
                <a16:creationId xmlns:a16="http://schemas.microsoft.com/office/drawing/2014/main" id="{8F1172E5-006A-4155-9842-087F938A78D6}"/>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E73F49D6-B941-48B9-94A0-5AC0211F88D0}"/>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9872121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25C447-9B03-43B9-828E-4720858298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869C0CED-A812-4110-9DA5-48D7C03E67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3C160008-9FE4-4F40-8C1A-C5DDCF6A2E2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0E5ED6-F25D-41F1-AAC9-E78DC995B25D}" type="datetimeFigureOut">
              <a:rPr lang="en-SG" smtClean="0"/>
              <a:t>15/4/2020</a:t>
            </a:fld>
            <a:endParaRPr lang="en-SG"/>
          </a:p>
        </p:txBody>
      </p:sp>
      <p:sp>
        <p:nvSpPr>
          <p:cNvPr id="5" name="Footer Placeholder 4">
            <a:extLst>
              <a:ext uri="{FF2B5EF4-FFF2-40B4-BE49-F238E27FC236}">
                <a16:creationId xmlns:a16="http://schemas.microsoft.com/office/drawing/2014/main" id="{8D7D3F37-DD31-4315-B770-3F9CFD21FD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a:extLst>
              <a:ext uri="{FF2B5EF4-FFF2-40B4-BE49-F238E27FC236}">
                <a16:creationId xmlns:a16="http://schemas.microsoft.com/office/drawing/2014/main" id="{83BE67E0-94D2-47F8-BE7F-19DE87874C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874EC8-7A34-473C-985C-63460AF7DDB5}" type="slidenum">
              <a:rPr lang="en-SG" smtClean="0"/>
              <a:t>‹#›</a:t>
            </a:fld>
            <a:endParaRPr lang="en-SG"/>
          </a:p>
        </p:txBody>
      </p:sp>
    </p:spTree>
    <p:extLst>
      <p:ext uri="{BB962C8B-B14F-4D97-AF65-F5344CB8AC3E}">
        <p14:creationId xmlns:p14="http://schemas.microsoft.com/office/powerpoint/2010/main" val="2368289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help.shopify.com/en/manual/products/details"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2AD23-F2F8-4063-BECD-46D330AE9465}"/>
              </a:ext>
            </a:extLst>
          </p:cNvPr>
          <p:cNvSpPr>
            <a:spLocks noGrp="1"/>
          </p:cNvSpPr>
          <p:nvPr>
            <p:ph type="ctrTitle"/>
          </p:nvPr>
        </p:nvSpPr>
        <p:spPr/>
        <p:txBody>
          <a:bodyPr/>
          <a:lstStyle/>
          <a:p>
            <a:r>
              <a:rPr lang="en-SG" dirty="0"/>
              <a:t>Digital Business and               E-Commerce Management</a:t>
            </a:r>
          </a:p>
        </p:txBody>
      </p:sp>
      <p:sp>
        <p:nvSpPr>
          <p:cNvPr id="3" name="TextBox 2">
            <a:extLst>
              <a:ext uri="{FF2B5EF4-FFF2-40B4-BE49-F238E27FC236}">
                <a16:creationId xmlns:a16="http://schemas.microsoft.com/office/drawing/2014/main" id="{F41BFC50-F776-4C51-876C-0FBE15360ED2}"/>
              </a:ext>
            </a:extLst>
          </p:cNvPr>
          <p:cNvSpPr txBox="1"/>
          <p:nvPr/>
        </p:nvSpPr>
        <p:spPr>
          <a:xfrm>
            <a:off x="895350" y="4457700"/>
            <a:ext cx="10848975" cy="1384995"/>
          </a:xfrm>
          <a:prstGeom prst="rect">
            <a:avLst/>
          </a:prstGeom>
          <a:noFill/>
        </p:spPr>
        <p:txBody>
          <a:bodyPr wrap="square" rtlCol="0">
            <a:spAutoFit/>
          </a:bodyPr>
          <a:lstStyle/>
          <a:p>
            <a:pPr algn="ctr"/>
            <a:r>
              <a:rPr lang="en-SG" sz="4800" dirty="0">
                <a:latin typeface="Abadi" panose="020B0604020202020204" pitchFamily="34" charset="0"/>
              </a:rPr>
              <a:t>Lesson 7</a:t>
            </a:r>
          </a:p>
          <a:p>
            <a:pPr algn="ctr"/>
            <a:r>
              <a:rPr lang="en-SG" sz="3600" dirty="0">
                <a:latin typeface="Abadi" panose="020B0604020202020204" pitchFamily="34" charset="0"/>
              </a:rPr>
              <a:t>Setting a Shopify Site (B2C) Part 1</a:t>
            </a:r>
          </a:p>
        </p:txBody>
      </p:sp>
    </p:spTree>
    <p:extLst>
      <p:ext uri="{BB962C8B-B14F-4D97-AF65-F5344CB8AC3E}">
        <p14:creationId xmlns:p14="http://schemas.microsoft.com/office/powerpoint/2010/main" val="28561436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2F88A-68F7-4655-8A42-CD311E858579}"/>
              </a:ext>
            </a:extLst>
          </p:cNvPr>
          <p:cNvSpPr>
            <a:spLocks noGrp="1"/>
          </p:cNvSpPr>
          <p:nvPr>
            <p:ph type="title"/>
          </p:nvPr>
        </p:nvSpPr>
        <p:spPr/>
        <p:txBody>
          <a:bodyPr/>
          <a:lstStyle/>
          <a:p>
            <a:r>
              <a:rPr lang="en-SG" dirty="0"/>
              <a:t>Setting a Shopify Site (B2C) Part 1</a:t>
            </a:r>
          </a:p>
        </p:txBody>
      </p:sp>
      <p:sp>
        <p:nvSpPr>
          <p:cNvPr id="3" name="Content Placeholder 2">
            <a:extLst>
              <a:ext uri="{FF2B5EF4-FFF2-40B4-BE49-F238E27FC236}">
                <a16:creationId xmlns:a16="http://schemas.microsoft.com/office/drawing/2014/main" id="{E06C8290-7477-4920-92F8-89337E771A02}"/>
              </a:ext>
            </a:extLst>
          </p:cNvPr>
          <p:cNvSpPr>
            <a:spLocks noGrp="1"/>
          </p:cNvSpPr>
          <p:nvPr>
            <p:ph idx="1"/>
          </p:nvPr>
        </p:nvSpPr>
        <p:spPr/>
        <p:txBody>
          <a:bodyPr/>
          <a:lstStyle/>
          <a:p>
            <a:pPr marL="0" indent="0">
              <a:buNone/>
            </a:pPr>
            <a:r>
              <a:rPr lang="en-SG" sz="3600" dirty="0"/>
              <a:t>At the end of this lesson, you will be able to</a:t>
            </a:r>
          </a:p>
          <a:p>
            <a:pPr marL="0" indent="0">
              <a:buNone/>
            </a:pPr>
            <a:r>
              <a:rPr lang="en-SG" dirty="0"/>
              <a:t> </a:t>
            </a:r>
          </a:p>
          <a:p>
            <a:r>
              <a:rPr lang="en-SG" sz="3200" dirty="0"/>
              <a:t>Familiar with E-commerce Business-to-Consumer platform</a:t>
            </a:r>
          </a:p>
          <a:p>
            <a:r>
              <a:rPr lang="en-SG" sz="3200" dirty="0"/>
              <a:t>Use E-commerce B2C platform to implement digital business strategies</a:t>
            </a:r>
          </a:p>
          <a:p>
            <a:r>
              <a:rPr lang="en-SG" sz="3200" dirty="0"/>
              <a:t>Create an account in a B2C platform (Shopify)</a:t>
            </a:r>
          </a:p>
          <a:p>
            <a:r>
              <a:rPr lang="en-SG" sz="3200" dirty="0"/>
              <a:t>Explore B2C platform account (Shopify)</a:t>
            </a:r>
          </a:p>
          <a:p>
            <a:endParaRPr lang="en-SG" dirty="0"/>
          </a:p>
          <a:p>
            <a:endParaRPr lang="en-SG" dirty="0"/>
          </a:p>
          <a:p>
            <a:endParaRPr lang="en-SG" dirty="0"/>
          </a:p>
          <a:p>
            <a:pPr lvl="0"/>
            <a:endParaRPr lang="en-SG" dirty="0"/>
          </a:p>
        </p:txBody>
      </p:sp>
    </p:spTree>
    <p:extLst>
      <p:ext uri="{BB962C8B-B14F-4D97-AF65-F5344CB8AC3E}">
        <p14:creationId xmlns:p14="http://schemas.microsoft.com/office/powerpoint/2010/main" val="37742958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D339F-CD4B-4FCC-AADD-4449CCA42FB7}"/>
              </a:ext>
            </a:extLst>
          </p:cNvPr>
          <p:cNvSpPr>
            <a:spLocks noGrp="1"/>
          </p:cNvSpPr>
          <p:nvPr>
            <p:ph type="title"/>
          </p:nvPr>
        </p:nvSpPr>
        <p:spPr/>
        <p:txBody>
          <a:bodyPr/>
          <a:lstStyle/>
          <a:p>
            <a:r>
              <a:rPr lang="en-SG" dirty="0"/>
              <a:t>Activity 7.1</a:t>
            </a:r>
          </a:p>
        </p:txBody>
      </p:sp>
      <p:sp>
        <p:nvSpPr>
          <p:cNvPr id="3" name="Content Placeholder 2">
            <a:extLst>
              <a:ext uri="{FF2B5EF4-FFF2-40B4-BE49-F238E27FC236}">
                <a16:creationId xmlns:a16="http://schemas.microsoft.com/office/drawing/2014/main" id="{1040C2EB-69A2-43FE-875B-BD02C0C4F430}"/>
              </a:ext>
            </a:extLst>
          </p:cNvPr>
          <p:cNvSpPr>
            <a:spLocks noGrp="1"/>
          </p:cNvSpPr>
          <p:nvPr>
            <p:ph idx="1"/>
          </p:nvPr>
        </p:nvSpPr>
        <p:spPr/>
        <p:txBody>
          <a:bodyPr/>
          <a:lstStyle/>
          <a:p>
            <a:r>
              <a:rPr lang="en-SG" dirty="0"/>
              <a:t>Refer to your book for Activity 7.1</a:t>
            </a:r>
          </a:p>
        </p:txBody>
      </p:sp>
    </p:spTree>
    <p:extLst>
      <p:ext uri="{BB962C8B-B14F-4D97-AF65-F5344CB8AC3E}">
        <p14:creationId xmlns:p14="http://schemas.microsoft.com/office/powerpoint/2010/main" val="30990118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9A45A-4287-4BC6-B352-301CFB7F2F2F}"/>
              </a:ext>
            </a:extLst>
          </p:cNvPr>
          <p:cNvSpPr>
            <a:spLocks noGrp="1"/>
          </p:cNvSpPr>
          <p:nvPr>
            <p:ph type="title"/>
          </p:nvPr>
        </p:nvSpPr>
        <p:spPr>
          <a:xfrm>
            <a:off x="838200" y="365125"/>
            <a:ext cx="10515600" cy="1325563"/>
          </a:xfrm>
        </p:spPr>
        <p:txBody>
          <a:bodyPr>
            <a:normAutofit/>
          </a:bodyPr>
          <a:lstStyle/>
          <a:p>
            <a:r>
              <a:rPr lang="en-SG"/>
              <a:t>What is Business-to-Consumer (B2C)?</a:t>
            </a:r>
            <a:endParaRPr lang="en-SG" dirty="0"/>
          </a:p>
        </p:txBody>
      </p:sp>
      <p:graphicFrame>
        <p:nvGraphicFramePr>
          <p:cNvPr id="7" name="Content Placeholder 2">
            <a:extLst>
              <a:ext uri="{FF2B5EF4-FFF2-40B4-BE49-F238E27FC236}">
                <a16:creationId xmlns:a16="http://schemas.microsoft.com/office/drawing/2014/main" id="{9DDBEAB7-8190-4C71-8E0A-EB9841547BA0}"/>
              </a:ext>
            </a:extLst>
          </p:cNvPr>
          <p:cNvGraphicFramePr>
            <a:graphicFrameLocks noGrp="1"/>
          </p:cNvGraphicFramePr>
          <p:nvPr>
            <p:ph idx="1"/>
            <p:extLst>
              <p:ext uri="{D42A27DB-BD31-4B8C-83A1-F6EECF244321}">
                <p14:modId xmlns:p14="http://schemas.microsoft.com/office/powerpoint/2010/main" val="313855602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16504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22F9423-F4B1-45D4-8445-E9991ECCB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A8ADC3-6E06-4A9A-A5DE-CBE5F0F5E862}"/>
              </a:ext>
            </a:extLst>
          </p:cNvPr>
          <p:cNvSpPr>
            <a:spLocks noGrp="1"/>
          </p:cNvSpPr>
          <p:nvPr>
            <p:ph type="title"/>
          </p:nvPr>
        </p:nvSpPr>
        <p:spPr>
          <a:xfrm>
            <a:off x="1812896" y="101600"/>
            <a:ext cx="10450223" cy="1484683"/>
          </a:xfrm>
        </p:spPr>
        <p:txBody>
          <a:bodyPr anchor="ctr">
            <a:normAutofit/>
          </a:bodyPr>
          <a:lstStyle/>
          <a:p>
            <a:r>
              <a:rPr lang="en-SG" dirty="0"/>
              <a:t>What is Business-to-Consumer (B2C)?</a:t>
            </a:r>
            <a:br>
              <a:rPr lang="en-SG" sz="3200" dirty="0"/>
            </a:br>
            <a:r>
              <a:rPr lang="en-SG" sz="3200" dirty="0">
                <a:solidFill>
                  <a:schemeClr val="accent4">
                    <a:lumMod val="75000"/>
                  </a:schemeClr>
                </a:solidFill>
              </a:rPr>
              <a:t>(Five business models of B2C sales)</a:t>
            </a:r>
          </a:p>
        </p:txBody>
      </p:sp>
      <p:grpSp>
        <p:nvGrpSpPr>
          <p:cNvPr id="12" name="Group 11">
            <a:extLst>
              <a:ext uri="{FF2B5EF4-FFF2-40B4-BE49-F238E27FC236}">
                <a16:creationId xmlns:a16="http://schemas.microsoft.com/office/drawing/2014/main" id="{770AE191-D2EA-45C9-A44D-830C188F74C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72021" y="628863"/>
            <a:ext cx="1128382" cy="847206"/>
            <a:chOff x="8183879" y="1000124"/>
            <a:chExt cx="1562267" cy="1172973"/>
          </a:xfrm>
        </p:grpSpPr>
        <p:sp>
          <p:nvSpPr>
            <p:cNvPr id="13" name="Freeform 5">
              <a:extLst>
                <a:ext uri="{FF2B5EF4-FFF2-40B4-BE49-F238E27FC236}">
                  <a16:creationId xmlns:a16="http://schemas.microsoft.com/office/drawing/2014/main" id="{23A0E4C1-B7A6-4637-AC51-4A5AE3841FF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183879" y="1348782"/>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sp>
          <p:nvSpPr>
            <p:cNvPr id="14" name="Freeform 5">
              <a:extLst>
                <a:ext uri="{FF2B5EF4-FFF2-40B4-BE49-F238E27FC236}">
                  <a16:creationId xmlns:a16="http://schemas.microsoft.com/office/drawing/2014/main" id="{F4E8C039-CC58-44F3-8A7B-E0A934C1D01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983979" y="1000124"/>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grpSp>
      <p:graphicFrame>
        <p:nvGraphicFramePr>
          <p:cNvPr id="5" name="Content Placeholder 2">
            <a:extLst>
              <a:ext uri="{FF2B5EF4-FFF2-40B4-BE49-F238E27FC236}">
                <a16:creationId xmlns:a16="http://schemas.microsoft.com/office/drawing/2014/main" id="{CD70033C-7E73-4C21-8486-4D35C3222B74}"/>
              </a:ext>
            </a:extLst>
          </p:cNvPr>
          <p:cNvGraphicFramePr>
            <a:graphicFrameLocks noGrp="1"/>
          </p:cNvGraphicFramePr>
          <p:nvPr>
            <p:ph idx="1"/>
            <p:extLst>
              <p:ext uri="{D42A27DB-BD31-4B8C-83A1-F6EECF244321}">
                <p14:modId xmlns:p14="http://schemas.microsoft.com/office/powerpoint/2010/main" val="3185309249"/>
              </p:ext>
            </p:extLst>
          </p:nvPr>
        </p:nvGraphicFramePr>
        <p:xfrm>
          <a:off x="629854" y="1860604"/>
          <a:ext cx="10907490" cy="40949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049596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C2995-681E-4642-99E3-FFDB0475E9A3}"/>
              </a:ext>
            </a:extLst>
          </p:cNvPr>
          <p:cNvSpPr>
            <a:spLocks noGrp="1"/>
          </p:cNvSpPr>
          <p:nvPr>
            <p:ph type="title"/>
          </p:nvPr>
        </p:nvSpPr>
        <p:spPr/>
        <p:txBody>
          <a:bodyPr/>
          <a:lstStyle/>
          <a:p>
            <a:r>
              <a:rPr lang="en-SG" dirty="0"/>
              <a:t>E-commerce Platforms and Shopping Cart Software</a:t>
            </a:r>
          </a:p>
        </p:txBody>
      </p:sp>
      <p:pic>
        <p:nvPicPr>
          <p:cNvPr id="4" name="Picture 3">
            <a:extLst>
              <a:ext uri="{FF2B5EF4-FFF2-40B4-BE49-F238E27FC236}">
                <a16:creationId xmlns:a16="http://schemas.microsoft.com/office/drawing/2014/main" id="{E6AE7D74-79B5-4672-AD92-C01CE8D075F7}"/>
              </a:ext>
            </a:extLst>
          </p:cNvPr>
          <p:cNvPicPr>
            <a:picLocks noChangeAspect="1"/>
          </p:cNvPicPr>
          <p:nvPr/>
        </p:nvPicPr>
        <p:blipFill rotWithShape="1">
          <a:blip r:embed="rId2"/>
          <a:srcRect l="2999" t="21334" r="13978" b="5325"/>
          <a:stretch/>
        </p:blipFill>
        <p:spPr>
          <a:xfrm>
            <a:off x="1028700" y="1619250"/>
            <a:ext cx="10515600" cy="5121656"/>
          </a:xfrm>
          <a:prstGeom prst="rect">
            <a:avLst/>
          </a:prstGeom>
        </p:spPr>
      </p:pic>
    </p:spTree>
    <p:extLst>
      <p:ext uri="{BB962C8B-B14F-4D97-AF65-F5344CB8AC3E}">
        <p14:creationId xmlns:p14="http://schemas.microsoft.com/office/powerpoint/2010/main" val="6084752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C2995-681E-4642-99E3-FFDB0475E9A3}"/>
              </a:ext>
            </a:extLst>
          </p:cNvPr>
          <p:cNvSpPr>
            <a:spLocks noGrp="1"/>
          </p:cNvSpPr>
          <p:nvPr>
            <p:ph type="title"/>
          </p:nvPr>
        </p:nvSpPr>
        <p:spPr/>
        <p:txBody>
          <a:bodyPr/>
          <a:lstStyle/>
          <a:p>
            <a:r>
              <a:rPr lang="en-SG" dirty="0"/>
              <a:t>E-commerce Platforms and Shopping Cart Software</a:t>
            </a:r>
          </a:p>
        </p:txBody>
      </p:sp>
      <p:pic>
        <p:nvPicPr>
          <p:cNvPr id="3" name="Picture 2">
            <a:extLst>
              <a:ext uri="{FF2B5EF4-FFF2-40B4-BE49-F238E27FC236}">
                <a16:creationId xmlns:a16="http://schemas.microsoft.com/office/drawing/2014/main" id="{03B7E079-98E2-4EF9-81A1-3147DDA6A7A6}"/>
              </a:ext>
            </a:extLst>
          </p:cNvPr>
          <p:cNvPicPr>
            <a:picLocks noChangeAspect="1"/>
          </p:cNvPicPr>
          <p:nvPr/>
        </p:nvPicPr>
        <p:blipFill rotWithShape="1">
          <a:blip r:embed="rId2"/>
          <a:srcRect l="2667" t="18074" r="13781" b="10666"/>
          <a:stretch/>
        </p:blipFill>
        <p:spPr>
          <a:xfrm>
            <a:off x="1047751" y="1690688"/>
            <a:ext cx="10306049" cy="4991862"/>
          </a:xfrm>
          <a:prstGeom prst="rect">
            <a:avLst/>
          </a:prstGeom>
        </p:spPr>
      </p:pic>
    </p:spTree>
    <p:extLst>
      <p:ext uri="{BB962C8B-B14F-4D97-AF65-F5344CB8AC3E}">
        <p14:creationId xmlns:p14="http://schemas.microsoft.com/office/powerpoint/2010/main" val="17085366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C2995-681E-4642-99E3-FFDB0475E9A3}"/>
              </a:ext>
            </a:extLst>
          </p:cNvPr>
          <p:cNvSpPr>
            <a:spLocks noGrp="1"/>
          </p:cNvSpPr>
          <p:nvPr>
            <p:ph type="title"/>
          </p:nvPr>
        </p:nvSpPr>
        <p:spPr/>
        <p:txBody>
          <a:bodyPr/>
          <a:lstStyle/>
          <a:p>
            <a:r>
              <a:rPr lang="en-SG" dirty="0"/>
              <a:t>E-commerce Platforms and Shopping Cart Software</a:t>
            </a:r>
          </a:p>
        </p:txBody>
      </p:sp>
      <p:pic>
        <p:nvPicPr>
          <p:cNvPr id="4" name="Picture 3">
            <a:extLst>
              <a:ext uri="{FF2B5EF4-FFF2-40B4-BE49-F238E27FC236}">
                <a16:creationId xmlns:a16="http://schemas.microsoft.com/office/drawing/2014/main" id="{A0C3F191-A4D7-4A56-9F3F-86CB7FE8E938}"/>
              </a:ext>
            </a:extLst>
          </p:cNvPr>
          <p:cNvPicPr>
            <a:picLocks noChangeAspect="1"/>
          </p:cNvPicPr>
          <p:nvPr/>
        </p:nvPicPr>
        <p:blipFill rotWithShape="1">
          <a:blip r:embed="rId2"/>
          <a:srcRect l="2500" t="18222" r="14500" b="13333"/>
          <a:stretch/>
        </p:blipFill>
        <p:spPr>
          <a:xfrm>
            <a:off x="1052468" y="1572896"/>
            <a:ext cx="10770984" cy="4996179"/>
          </a:xfrm>
          <a:prstGeom prst="rect">
            <a:avLst/>
          </a:prstGeom>
        </p:spPr>
      </p:pic>
    </p:spTree>
    <p:extLst>
      <p:ext uri="{BB962C8B-B14F-4D97-AF65-F5344CB8AC3E}">
        <p14:creationId xmlns:p14="http://schemas.microsoft.com/office/powerpoint/2010/main" val="15052309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C2995-681E-4642-99E3-FFDB0475E9A3}"/>
              </a:ext>
            </a:extLst>
          </p:cNvPr>
          <p:cNvSpPr>
            <a:spLocks noGrp="1"/>
          </p:cNvSpPr>
          <p:nvPr>
            <p:ph type="title"/>
          </p:nvPr>
        </p:nvSpPr>
        <p:spPr/>
        <p:txBody>
          <a:bodyPr/>
          <a:lstStyle/>
          <a:p>
            <a:r>
              <a:rPr lang="en-SG" dirty="0"/>
              <a:t>E-commerce Platforms and Shopping Cart Software</a:t>
            </a:r>
          </a:p>
        </p:txBody>
      </p:sp>
      <p:pic>
        <p:nvPicPr>
          <p:cNvPr id="3" name="Picture 2">
            <a:extLst>
              <a:ext uri="{FF2B5EF4-FFF2-40B4-BE49-F238E27FC236}">
                <a16:creationId xmlns:a16="http://schemas.microsoft.com/office/drawing/2014/main" id="{57AE7B2F-D6B4-49F5-934B-F3ECFA12F512}"/>
              </a:ext>
            </a:extLst>
          </p:cNvPr>
          <p:cNvPicPr>
            <a:picLocks noChangeAspect="1"/>
          </p:cNvPicPr>
          <p:nvPr/>
        </p:nvPicPr>
        <p:blipFill rotWithShape="1">
          <a:blip r:embed="rId2"/>
          <a:srcRect l="2167" t="16889" r="13083" b="11250"/>
          <a:stretch/>
        </p:blipFill>
        <p:spPr>
          <a:xfrm>
            <a:off x="939727" y="1595438"/>
            <a:ext cx="10766497" cy="5135128"/>
          </a:xfrm>
          <a:prstGeom prst="rect">
            <a:avLst/>
          </a:prstGeom>
        </p:spPr>
      </p:pic>
    </p:spTree>
    <p:extLst>
      <p:ext uri="{BB962C8B-B14F-4D97-AF65-F5344CB8AC3E}">
        <p14:creationId xmlns:p14="http://schemas.microsoft.com/office/powerpoint/2010/main" val="39126350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D339F-CD4B-4FCC-AADD-4449CCA42FB7}"/>
              </a:ext>
            </a:extLst>
          </p:cNvPr>
          <p:cNvSpPr>
            <a:spLocks noGrp="1"/>
          </p:cNvSpPr>
          <p:nvPr>
            <p:ph type="title"/>
          </p:nvPr>
        </p:nvSpPr>
        <p:spPr/>
        <p:txBody>
          <a:bodyPr/>
          <a:lstStyle/>
          <a:p>
            <a:r>
              <a:rPr lang="en-SG" dirty="0"/>
              <a:t>Activity 7.2</a:t>
            </a:r>
          </a:p>
        </p:txBody>
      </p:sp>
      <p:sp>
        <p:nvSpPr>
          <p:cNvPr id="3" name="Content Placeholder 2">
            <a:extLst>
              <a:ext uri="{FF2B5EF4-FFF2-40B4-BE49-F238E27FC236}">
                <a16:creationId xmlns:a16="http://schemas.microsoft.com/office/drawing/2014/main" id="{1040C2EB-69A2-43FE-875B-BD02C0C4F430}"/>
              </a:ext>
            </a:extLst>
          </p:cNvPr>
          <p:cNvSpPr>
            <a:spLocks noGrp="1"/>
          </p:cNvSpPr>
          <p:nvPr>
            <p:ph idx="1"/>
          </p:nvPr>
        </p:nvSpPr>
        <p:spPr/>
        <p:txBody>
          <a:bodyPr/>
          <a:lstStyle/>
          <a:p>
            <a:r>
              <a:rPr lang="en-SG" dirty="0"/>
              <a:t>Refer to your book for Activity 7.2</a:t>
            </a:r>
          </a:p>
        </p:txBody>
      </p:sp>
    </p:spTree>
    <p:extLst>
      <p:ext uri="{BB962C8B-B14F-4D97-AF65-F5344CB8AC3E}">
        <p14:creationId xmlns:p14="http://schemas.microsoft.com/office/powerpoint/2010/main" val="15395608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36B43-5582-490B-898E-97F9E99AE3E9}"/>
              </a:ext>
            </a:extLst>
          </p:cNvPr>
          <p:cNvSpPr>
            <a:spLocks noGrp="1"/>
          </p:cNvSpPr>
          <p:nvPr>
            <p:ph type="title"/>
          </p:nvPr>
        </p:nvSpPr>
        <p:spPr>
          <a:xfrm>
            <a:off x="195209" y="0"/>
            <a:ext cx="10515600" cy="1325563"/>
          </a:xfrm>
        </p:spPr>
        <p:txBody>
          <a:bodyPr>
            <a:normAutofit/>
          </a:bodyPr>
          <a:lstStyle/>
          <a:p>
            <a:pPr algn="ctr"/>
            <a:r>
              <a:rPr lang="en-SG" sz="4800" dirty="0"/>
              <a:t>What is Shopify and how does it work?</a:t>
            </a:r>
          </a:p>
        </p:txBody>
      </p:sp>
      <p:graphicFrame>
        <p:nvGraphicFramePr>
          <p:cNvPr id="5" name="Content Placeholder 2">
            <a:extLst>
              <a:ext uri="{FF2B5EF4-FFF2-40B4-BE49-F238E27FC236}">
                <a16:creationId xmlns:a16="http://schemas.microsoft.com/office/drawing/2014/main" id="{4AD225EA-ACB4-4558-B088-CB5CB5B599DE}"/>
              </a:ext>
            </a:extLst>
          </p:cNvPr>
          <p:cNvGraphicFramePr>
            <a:graphicFrameLocks noGrp="1"/>
          </p:cNvGraphicFramePr>
          <p:nvPr>
            <p:ph idx="1"/>
            <p:extLst>
              <p:ext uri="{D42A27DB-BD31-4B8C-83A1-F6EECF244321}">
                <p14:modId xmlns:p14="http://schemas.microsoft.com/office/powerpoint/2010/main" val="2614760019"/>
              </p:ext>
            </p:extLst>
          </p:nvPr>
        </p:nvGraphicFramePr>
        <p:xfrm>
          <a:off x="962025" y="165735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76B84717-9E0E-49AD-B136-6E513F67A112}"/>
              </a:ext>
            </a:extLst>
          </p:cNvPr>
          <p:cNvSpPr txBox="1"/>
          <p:nvPr/>
        </p:nvSpPr>
        <p:spPr>
          <a:xfrm>
            <a:off x="1253447" y="5818461"/>
            <a:ext cx="4500081" cy="523220"/>
          </a:xfrm>
          <a:prstGeom prst="rect">
            <a:avLst/>
          </a:prstGeom>
          <a:noFill/>
        </p:spPr>
        <p:txBody>
          <a:bodyPr wrap="square" rtlCol="0">
            <a:spAutoFit/>
          </a:bodyPr>
          <a:lstStyle/>
          <a:p>
            <a:r>
              <a:rPr lang="en-SG" sz="2800" b="1" dirty="0"/>
              <a:t>SaaS – Software as a Service</a:t>
            </a:r>
          </a:p>
        </p:txBody>
      </p:sp>
    </p:spTree>
    <p:extLst>
      <p:ext uri="{BB962C8B-B14F-4D97-AF65-F5344CB8AC3E}">
        <p14:creationId xmlns:p14="http://schemas.microsoft.com/office/powerpoint/2010/main" val="10382875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 name="Rectangle 7">
            <a:extLst>
              <a:ext uri="{FF2B5EF4-FFF2-40B4-BE49-F238E27FC236}">
                <a16:creationId xmlns:a16="http://schemas.microsoft.com/office/drawing/2014/main" id="{6BEF4656-0683-4420-BED2-A1C88CED7D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9" name="Group 9">
            <a:extLst>
              <a:ext uri="{FF2B5EF4-FFF2-40B4-BE49-F238E27FC236}">
                <a16:creationId xmlns:a16="http://schemas.microsoft.com/office/drawing/2014/main" id="{C40C6DFE-A65D-4403-B6BC-B3955D185AF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1" name="Freeform 5">
              <a:extLst>
                <a:ext uri="{FF2B5EF4-FFF2-40B4-BE49-F238E27FC236}">
                  <a16:creationId xmlns:a16="http://schemas.microsoft.com/office/drawing/2014/main" id="{61570451-0F79-49FA-9006-DDA34158AF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rgbClr val="FFFFFF">
                  <a:alpha val="35000"/>
                </a:srgb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2" name="Freeform 6">
              <a:extLst>
                <a:ext uri="{FF2B5EF4-FFF2-40B4-BE49-F238E27FC236}">
                  <a16:creationId xmlns:a16="http://schemas.microsoft.com/office/drawing/2014/main" id="{73ED4693-3203-430A-B494-E5572D882B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rgbClr val="FFFFFF">
                  <a:alpha val="35000"/>
                </a:srgb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3" name="Freeform 7">
              <a:extLst>
                <a:ext uri="{FF2B5EF4-FFF2-40B4-BE49-F238E27FC236}">
                  <a16:creationId xmlns:a16="http://schemas.microsoft.com/office/drawing/2014/main" id="{92C81946-966A-4F98-B6D5-39416D8569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rgbClr val="FFFFFF">
                  <a:alpha val="35000"/>
                </a:srgb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 name="Freeform 8">
              <a:extLst>
                <a:ext uri="{FF2B5EF4-FFF2-40B4-BE49-F238E27FC236}">
                  <a16:creationId xmlns:a16="http://schemas.microsoft.com/office/drawing/2014/main" id="{CFF22F7A-2A49-4D98-8016-E3ADF34E9B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rgbClr val="FFFFFF">
                  <a:alpha val="35000"/>
                </a:srgb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5" name="Freeform 9">
              <a:extLst>
                <a:ext uri="{FF2B5EF4-FFF2-40B4-BE49-F238E27FC236}">
                  <a16:creationId xmlns:a16="http://schemas.microsoft.com/office/drawing/2014/main" id="{5E47559A-3055-4BF1-A481-FF0888273B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rgbClr val="FFFFFF">
                  <a:alpha val="35000"/>
                </a:srgb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6" name="Freeform 10">
              <a:extLst>
                <a:ext uri="{FF2B5EF4-FFF2-40B4-BE49-F238E27FC236}">
                  <a16:creationId xmlns:a16="http://schemas.microsoft.com/office/drawing/2014/main" id="{7FC3188E-62A8-41B8-A8E7-7343971006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rgbClr val="FFFFFF">
                  <a:alpha val="35000"/>
                </a:srgb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7" name="Freeform 11">
              <a:extLst>
                <a:ext uri="{FF2B5EF4-FFF2-40B4-BE49-F238E27FC236}">
                  <a16:creationId xmlns:a16="http://schemas.microsoft.com/office/drawing/2014/main" id="{AACB5179-11E1-483B-9F71-605DFF0DF0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rgbClr val="FFFFFF">
                  <a:alpha val="35000"/>
                </a:srgb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8" name="Freeform 12">
              <a:extLst>
                <a:ext uri="{FF2B5EF4-FFF2-40B4-BE49-F238E27FC236}">
                  <a16:creationId xmlns:a16="http://schemas.microsoft.com/office/drawing/2014/main" id="{08077595-049F-4D02-BE55-694962FBD3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rgbClr val="FFFFFF">
                  <a:alpha val="35000"/>
                </a:srgb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9" name="Freeform 13">
              <a:extLst>
                <a:ext uri="{FF2B5EF4-FFF2-40B4-BE49-F238E27FC236}">
                  <a16:creationId xmlns:a16="http://schemas.microsoft.com/office/drawing/2014/main" id="{0BD6263D-1C03-40DF-9628-88542C63BC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rgbClr val="FFFFFF">
                  <a:alpha val="35000"/>
                </a:srgb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0" name="Freeform 14">
              <a:extLst>
                <a:ext uri="{FF2B5EF4-FFF2-40B4-BE49-F238E27FC236}">
                  <a16:creationId xmlns:a16="http://schemas.microsoft.com/office/drawing/2014/main" id="{7D5A3CBA-EC92-49C5-BA5D-14C628D55D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rgbClr val="FFFFFF">
                  <a:alpha val="35000"/>
                </a:srgb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1" name="Freeform 15">
              <a:extLst>
                <a:ext uri="{FF2B5EF4-FFF2-40B4-BE49-F238E27FC236}">
                  <a16:creationId xmlns:a16="http://schemas.microsoft.com/office/drawing/2014/main" id="{680A3DC5-4E47-4F87-9328-A7B07168B1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rgbClr val="FFFFFF">
                  <a:alpha val="35000"/>
                </a:srgb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2" name="Freeform 16">
              <a:extLst>
                <a:ext uri="{FF2B5EF4-FFF2-40B4-BE49-F238E27FC236}">
                  <a16:creationId xmlns:a16="http://schemas.microsoft.com/office/drawing/2014/main" id="{8B207045-4F4A-4CF9-BD4B-F82BE21BEE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rgbClr val="FFFFFF">
                  <a:alpha val="35000"/>
                </a:srgb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3" name="Freeform 17">
              <a:extLst>
                <a:ext uri="{FF2B5EF4-FFF2-40B4-BE49-F238E27FC236}">
                  <a16:creationId xmlns:a16="http://schemas.microsoft.com/office/drawing/2014/main" id="{D1A09BB2-6A65-49E5-B6DA-86330A7E68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rgbClr val="FFFFFF">
                  <a:alpha val="35000"/>
                </a:srgb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4" name="Freeform 18">
              <a:extLst>
                <a:ext uri="{FF2B5EF4-FFF2-40B4-BE49-F238E27FC236}">
                  <a16:creationId xmlns:a16="http://schemas.microsoft.com/office/drawing/2014/main" id="{AA0550FC-A296-4ED3-8025-0857A9AD16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rgbClr val="FFFFFF">
                  <a:alpha val="35000"/>
                </a:srgb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 name="Freeform 19">
              <a:extLst>
                <a:ext uri="{FF2B5EF4-FFF2-40B4-BE49-F238E27FC236}">
                  <a16:creationId xmlns:a16="http://schemas.microsoft.com/office/drawing/2014/main" id="{94BB60CD-EF3A-436F-93A3-45DE0D1D8A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rgbClr val="FFFFFF">
                  <a:alpha val="35000"/>
                </a:srgb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20">
              <a:extLst>
                <a:ext uri="{FF2B5EF4-FFF2-40B4-BE49-F238E27FC236}">
                  <a16:creationId xmlns:a16="http://schemas.microsoft.com/office/drawing/2014/main" id="{AB302E06-FB93-40A4-9442-A22CAACB96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rgbClr val="FFFFFF">
                  <a:alpha val="35000"/>
                </a:srgb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7" name="Freeform 21">
              <a:extLst>
                <a:ext uri="{FF2B5EF4-FFF2-40B4-BE49-F238E27FC236}">
                  <a16:creationId xmlns:a16="http://schemas.microsoft.com/office/drawing/2014/main" id="{37294D15-9328-422C-A53D-A3FE7C3942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rgbClr val="FFFFFF">
                  <a:alpha val="35000"/>
                </a:srgb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28" name="Freeform 22">
              <a:extLst>
                <a:ext uri="{FF2B5EF4-FFF2-40B4-BE49-F238E27FC236}">
                  <a16:creationId xmlns:a16="http://schemas.microsoft.com/office/drawing/2014/main" id="{C225D3FA-9D52-4638-8B28-75FA605A42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rgbClr val="FFFFFF">
                  <a:alpha val="35000"/>
                </a:srgb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9" name="Freeform 23">
              <a:extLst>
                <a:ext uri="{FF2B5EF4-FFF2-40B4-BE49-F238E27FC236}">
                  <a16:creationId xmlns:a16="http://schemas.microsoft.com/office/drawing/2014/main" id="{9EE46D05-61E5-4A82-BDF8-2CB05405C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rgbClr val="FFFFFF">
                  <a:alpha val="35000"/>
                </a:srgb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0" name="Freeform 24">
              <a:extLst>
                <a:ext uri="{FF2B5EF4-FFF2-40B4-BE49-F238E27FC236}">
                  <a16:creationId xmlns:a16="http://schemas.microsoft.com/office/drawing/2014/main" id="{3CC2F79D-17F2-44CB-93AF-FF6E1E184F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rgbClr val="FFFFFF">
                  <a:alpha val="35000"/>
                </a:srgb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1" name="Freeform 25">
              <a:extLst>
                <a:ext uri="{FF2B5EF4-FFF2-40B4-BE49-F238E27FC236}">
                  <a16:creationId xmlns:a16="http://schemas.microsoft.com/office/drawing/2014/main" id="{75C66F41-CC84-445A-A14E-69FB88ABC6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rgbClr val="FFFFFF">
                  <a:alpha val="35000"/>
                </a:srgb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40" name="Rectangle 32">
            <a:extLst>
              <a:ext uri="{FF2B5EF4-FFF2-40B4-BE49-F238E27FC236}">
                <a16:creationId xmlns:a16="http://schemas.microsoft.com/office/drawing/2014/main" id="{C4CCB850-8E75-43A0-AE24-BEE25764B1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5788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636B43-5582-490B-898E-97F9E99AE3E9}"/>
              </a:ext>
            </a:extLst>
          </p:cNvPr>
          <p:cNvSpPr>
            <a:spLocks noGrp="1"/>
          </p:cNvSpPr>
          <p:nvPr>
            <p:ph type="title"/>
          </p:nvPr>
        </p:nvSpPr>
        <p:spPr>
          <a:xfrm>
            <a:off x="649224" y="960120"/>
            <a:ext cx="3867912" cy="4169664"/>
          </a:xfrm>
        </p:spPr>
        <p:txBody>
          <a:bodyPr>
            <a:normAutofit/>
          </a:bodyPr>
          <a:lstStyle/>
          <a:p>
            <a:pPr algn="r"/>
            <a:r>
              <a:rPr lang="en-SG" sz="4800" dirty="0"/>
              <a:t>What is Shopify and how does it work?</a:t>
            </a:r>
          </a:p>
        </p:txBody>
      </p:sp>
      <p:cxnSp>
        <p:nvCxnSpPr>
          <p:cNvPr id="35" name="Straight Connector 34">
            <a:extLst>
              <a:ext uri="{FF2B5EF4-FFF2-40B4-BE49-F238E27FC236}">
                <a16:creationId xmlns:a16="http://schemas.microsoft.com/office/drawing/2014/main" id="{3E2D009B-70F6-4703-A06F-6829E40A11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52263" y="1200150"/>
            <a:ext cx="0" cy="3543972"/>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9215216-CE10-42B2-BD15-3D0665CDD84E}"/>
              </a:ext>
            </a:extLst>
          </p:cNvPr>
          <p:cNvSpPr>
            <a:spLocks noGrp="1"/>
          </p:cNvSpPr>
          <p:nvPr>
            <p:ph idx="1"/>
          </p:nvPr>
        </p:nvSpPr>
        <p:spPr>
          <a:xfrm>
            <a:off x="5689156" y="974630"/>
            <a:ext cx="6018656" cy="4169664"/>
          </a:xfrm>
        </p:spPr>
        <p:txBody>
          <a:bodyPr anchor="ctr">
            <a:normAutofit/>
          </a:bodyPr>
          <a:lstStyle/>
          <a:p>
            <a:pPr marL="0" indent="0">
              <a:buNone/>
            </a:pPr>
            <a:r>
              <a:rPr lang="en-US" sz="3600" dirty="0"/>
              <a:t>Shopify is a platform that allows you to create a store without any need for major web design skills, programming or any further knowledge that the casual user of the web probably has.</a:t>
            </a:r>
          </a:p>
        </p:txBody>
      </p:sp>
    </p:spTree>
    <p:extLst>
      <p:ext uri="{BB962C8B-B14F-4D97-AF65-F5344CB8AC3E}">
        <p14:creationId xmlns:p14="http://schemas.microsoft.com/office/powerpoint/2010/main" val="1082361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FF88C-2E47-4CA6-919D-8C077215AD72}"/>
              </a:ext>
            </a:extLst>
          </p:cNvPr>
          <p:cNvSpPr>
            <a:spLocks noGrp="1"/>
          </p:cNvSpPr>
          <p:nvPr>
            <p:ph type="title"/>
          </p:nvPr>
        </p:nvSpPr>
        <p:spPr>
          <a:xfrm>
            <a:off x="590550" y="13874"/>
            <a:ext cx="10515600" cy="1325563"/>
          </a:xfrm>
        </p:spPr>
        <p:txBody>
          <a:bodyPr>
            <a:normAutofit/>
          </a:bodyPr>
          <a:lstStyle/>
          <a:p>
            <a:r>
              <a:rPr lang="en-SG" dirty="0"/>
              <a:t>Pre-Planning your Shopify Store</a:t>
            </a:r>
          </a:p>
        </p:txBody>
      </p:sp>
      <p:graphicFrame>
        <p:nvGraphicFramePr>
          <p:cNvPr id="5" name="Content Placeholder 2">
            <a:extLst>
              <a:ext uri="{FF2B5EF4-FFF2-40B4-BE49-F238E27FC236}">
                <a16:creationId xmlns:a16="http://schemas.microsoft.com/office/drawing/2014/main" id="{9509E89E-ABE1-488B-8DA1-9EC232E97535}"/>
              </a:ext>
            </a:extLst>
          </p:cNvPr>
          <p:cNvGraphicFramePr>
            <a:graphicFrameLocks noGrp="1"/>
          </p:cNvGraphicFramePr>
          <p:nvPr>
            <p:ph idx="1"/>
            <p:extLst>
              <p:ext uri="{D42A27DB-BD31-4B8C-83A1-F6EECF244321}">
                <p14:modId xmlns:p14="http://schemas.microsoft.com/office/powerpoint/2010/main" val="2586585971"/>
              </p:ext>
            </p:extLst>
          </p:nvPr>
        </p:nvGraphicFramePr>
        <p:xfrm>
          <a:off x="761999" y="1525588"/>
          <a:ext cx="10963275" cy="48557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873550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FF88C-2E47-4CA6-919D-8C077215AD72}"/>
              </a:ext>
            </a:extLst>
          </p:cNvPr>
          <p:cNvSpPr>
            <a:spLocks noGrp="1"/>
          </p:cNvSpPr>
          <p:nvPr>
            <p:ph type="title"/>
          </p:nvPr>
        </p:nvSpPr>
        <p:spPr>
          <a:xfrm>
            <a:off x="632342" y="121275"/>
            <a:ext cx="9353144" cy="1325563"/>
          </a:xfrm>
        </p:spPr>
        <p:txBody>
          <a:bodyPr>
            <a:normAutofit fontScale="90000"/>
          </a:bodyPr>
          <a:lstStyle/>
          <a:p>
            <a:r>
              <a:rPr lang="en-SG" dirty="0"/>
              <a:t>Pre-Planning your Shopify Store</a:t>
            </a:r>
            <a:br>
              <a:rPr lang="en-SG" sz="2800" dirty="0"/>
            </a:br>
            <a:r>
              <a:rPr lang="en-SG" sz="2800" dirty="0">
                <a:solidFill>
                  <a:schemeClr val="accent4">
                    <a:lumMod val="75000"/>
                  </a:schemeClr>
                </a:solidFill>
              </a:rPr>
              <a:t>(The way to start your Shopify store is asking by yourself some questions like these)</a:t>
            </a:r>
          </a:p>
        </p:txBody>
      </p:sp>
      <p:sp>
        <p:nvSpPr>
          <p:cNvPr id="4" name="Content Placeholder 3">
            <a:extLst>
              <a:ext uri="{FF2B5EF4-FFF2-40B4-BE49-F238E27FC236}">
                <a16:creationId xmlns:a16="http://schemas.microsoft.com/office/drawing/2014/main" id="{1352EB7F-8EED-4065-9D09-432902A4CFC4}"/>
              </a:ext>
            </a:extLst>
          </p:cNvPr>
          <p:cNvSpPr>
            <a:spLocks noGrp="1"/>
          </p:cNvSpPr>
          <p:nvPr>
            <p:ph idx="1"/>
          </p:nvPr>
        </p:nvSpPr>
        <p:spPr>
          <a:xfrm>
            <a:off x="742950" y="1446839"/>
            <a:ext cx="7877175" cy="4281948"/>
          </a:xfrm>
        </p:spPr>
        <p:txBody>
          <a:bodyPr anchor="ctr">
            <a:normAutofit/>
          </a:bodyPr>
          <a:lstStyle/>
          <a:p>
            <a:r>
              <a:rPr lang="en-US" dirty="0"/>
              <a:t>Do you plan on selling real-world products, digital products or services? Is your pricing based upon a purchase model or a subscription model? </a:t>
            </a:r>
          </a:p>
          <a:p>
            <a:pPr marL="0" indent="0">
              <a:buNone/>
            </a:pPr>
            <a:endParaRPr lang="en-US" dirty="0"/>
          </a:p>
          <a:p>
            <a:r>
              <a:rPr lang="en-US" dirty="0"/>
              <a:t>Do you have enough products within that niche to fill a store? Do you have the budget to buy enough inventory to be assured of appealing to enough people? </a:t>
            </a:r>
          </a:p>
        </p:txBody>
      </p:sp>
      <p:sp>
        <p:nvSpPr>
          <p:cNvPr id="15" name="Rectangle 10">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88880" y="0"/>
            <a:ext cx="210312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2">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15400" y="2358913"/>
            <a:ext cx="2140172" cy="2140172"/>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Graphic 7" descr="Kiosk">
            <a:extLst>
              <a:ext uri="{FF2B5EF4-FFF2-40B4-BE49-F238E27FC236}">
                <a16:creationId xmlns:a16="http://schemas.microsoft.com/office/drawing/2014/main" id="{383B8F8B-794B-429E-B992-5497D7E3576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13987" y="2857501"/>
            <a:ext cx="1142998" cy="1142998"/>
          </a:xfrm>
          <a:prstGeom prst="rect">
            <a:avLst/>
          </a:prstGeom>
        </p:spPr>
      </p:pic>
    </p:spTree>
    <p:extLst>
      <p:ext uri="{BB962C8B-B14F-4D97-AF65-F5344CB8AC3E}">
        <p14:creationId xmlns:p14="http://schemas.microsoft.com/office/powerpoint/2010/main" val="5106371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FF88C-2E47-4CA6-919D-8C077215AD72}"/>
              </a:ext>
            </a:extLst>
          </p:cNvPr>
          <p:cNvSpPr>
            <a:spLocks noGrp="1"/>
          </p:cNvSpPr>
          <p:nvPr>
            <p:ph type="title"/>
          </p:nvPr>
        </p:nvSpPr>
        <p:spPr>
          <a:xfrm>
            <a:off x="602171" y="40535"/>
            <a:ext cx="9271293" cy="1325563"/>
          </a:xfrm>
        </p:spPr>
        <p:txBody>
          <a:bodyPr>
            <a:normAutofit fontScale="90000"/>
          </a:bodyPr>
          <a:lstStyle/>
          <a:p>
            <a:r>
              <a:rPr lang="en-SG" sz="4000" dirty="0"/>
              <a:t>Pre-Planning your Shopify Store</a:t>
            </a:r>
            <a:br>
              <a:rPr lang="en-SG" sz="2800" dirty="0"/>
            </a:br>
            <a:r>
              <a:rPr lang="en-SG" sz="2800" dirty="0">
                <a:solidFill>
                  <a:schemeClr val="accent4">
                    <a:lumMod val="75000"/>
                  </a:schemeClr>
                </a:solidFill>
              </a:rPr>
              <a:t>(The way to start your Shopify store is asking by yourself some questions like these)</a:t>
            </a:r>
          </a:p>
        </p:txBody>
      </p:sp>
      <p:sp>
        <p:nvSpPr>
          <p:cNvPr id="4" name="Content Placeholder 3">
            <a:extLst>
              <a:ext uri="{FF2B5EF4-FFF2-40B4-BE49-F238E27FC236}">
                <a16:creationId xmlns:a16="http://schemas.microsoft.com/office/drawing/2014/main" id="{1352EB7F-8EED-4065-9D09-432902A4CFC4}"/>
              </a:ext>
            </a:extLst>
          </p:cNvPr>
          <p:cNvSpPr>
            <a:spLocks noGrp="1"/>
          </p:cNvSpPr>
          <p:nvPr>
            <p:ph idx="1"/>
          </p:nvPr>
        </p:nvSpPr>
        <p:spPr>
          <a:xfrm>
            <a:off x="714375" y="1533525"/>
            <a:ext cx="8067675" cy="5057775"/>
          </a:xfrm>
        </p:spPr>
        <p:txBody>
          <a:bodyPr anchor="ctr">
            <a:normAutofit/>
          </a:bodyPr>
          <a:lstStyle/>
          <a:p>
            <a:r>
              <a:rPr lang="en-US" dirty="0"/>
              <a:t>What basic store design are you looking for? </a:t>
            </a:r>
          </a:p>
          <a:p>
            <a:pPr marL="0" indent="0">
              <a:buNone/>
            </a:pPr>
            <a:endParaRPr lang="en-US" dirty="0"/>
          </a:p>
          <a:p>
            <a:r>
              <a:rPr lang="en-US" dirty="0"/>
              <a:t>How are you planning on fulfilling your orders? Are you going to use Shopify’s printing labels, your own fulfillment method or are you using a dropshipper? </a:t>
            </a:r>
          </a:p>
          <a:p>
            <a:pPr marL="0" indent="0">
              <a:buNone/>
            </a:pPr>
            <a:endParaRPr lang="en-US" dirty="0"/>
          </a:p>
          <a:p>
            <a:r>
              <a:rPr lang="en-US" dirty="0"/>
              <a:t>What forms of payment are you going to offer? Are you going to use the Shopify included payment gateways or set up something on your own?</a:t>
            </a:r>
            <a:endParaRPr lang="en-SG" dirty="0"/>
          </a:p>
        </p:txBody>
      </p:sp>
      <p:sp>
        <p:nvSpPr>
          <p:cNvPr id="11" name="Rectangle 10">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88880" y="0"/>
            <a:ext cx="210312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15400" y="2358913"/>
            <a:ext cx="2140172" cy="2140172"/>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descr="Bitcoin">
            <a:extLst>
              <a:ext uri="{FF2B5EF4-FFF2-40B4-BE49-F238E27FC236}">
                <a16:creationId xmlns:a16="http://schemas.microsoft.com/office/drawing/2014/main" id="{A1E19D31-3038-4DA1-A1E7-83FB145C0FC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13987" y="2857501"/>
            <a:ext cx="1142998" cy="1142998"/>
          </a:xfrm>
          <a:prstGeom prst="rect">
            <a:avLst/>
          </a:prstGeom>
        </p:spPr>
      </p:pic>
    </p:spTree>
    <p:extLst>
      <p:ext uri="{BB962C8B-B14F-4D97-AF65-F5344CB8AC3E}">
        <p14:creationId xmlns:p14="http://schemas.microsoft.com/office/powerpoint/2010/main" val="34626261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D339F-CD4B-4FCC-AADD-4449CCA42FB7}"/>
              </a:ext>
            </a:extLst>
          </p:cNvPr>
          <p:cNvSpPr>
            <a:spLocks noGrp="1"/>
          </p:cNvSpPr>
          <p:nvPr>
            <p:ph type="title"/>
          </p:nvPr>
        </p:nvSpPr>
        <p:spPr/>
        <p:txBody>
          <a:bodyPr/>
          <a:lstStyle/>
          <a:p>
            <a:r>
              <a:rPr lang="en-SG" dirty="0"/>
              <a:t>Activity 7.3</a:t>
            </a:r>
          </a:p>
        </p:txBody>
      </p:sp>
      <p:sp>
        <p:nvSpPr>
          <p:cNvPr id="3" name="Content Placeholder 2">
            <a:extLst>
              <a:ext uri="{FF2B5EF4-FFF2-40B4-BE49-F238E27FC236}">
                <a16:creationId xmlns:a16="http://schemas.microsoft.com/office/drawing/2014/main" id="{1040C2EB-69A2-43FE-875B-BD02C0C4F430}"/>
              </a:ext>
            </a:extLst>
          </p:cNvPr>
          <p:cNvSpPr>
            <a:spLocks noGrp="1"/>
          </p:cNvSpPr>
          <p:nvPr>
            <p:ph idx="1"/>
          </p:nvPr>
        </p:nvSpPr>
        <p:spPr/>
        <p:txBody>
          <a:bodyPr/>
          <a:lstStyle/>
          <a:p>
            <a:r>
              <a:rPr lang="en-SG" dirty="0"/>
              <a:t>Refer to your book for Activity 7.3</a:t>
            </a:r>
          </a:p>
        </p:txBody>
      </p:sp>
    </p:spTree>
    <p:extLst>
      <p:ext uri="{BB962C8B-B14F-4D97-AF65-F5344CB8AC3E}">
        <p14:creationId xmlns:p14="http://schemas.microsoft.com/office/powerpoint/2010/main" val="24020394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D85A9-52A4-4764-95BF-F1AC3FEB7156}"/>
              </a:ext>
            </a:extLst>
          </p:cNvPr>
          <p:cNvSpPr>
            <a:spLocks noGrp="1"/>
          </p:cNvSpPr>
          <p:nvPr>
            <p:ph type="title"/>
          </p:nvPr>
        </p:nvSpPr>
        <p:spPr/>
        <p:txBody>
          <a:bodyPr/>
          <a:lstStyle/>
          <a:p>
            <a:r>
              <a:rPr lang="en-SG" dirty="0"/>
              <a:t>Shopify Pricing – How much does Shopify Cost?</a:t>
            </a:r>
          </a:p>
        </p:txBody>
      </p:sp>
      <p:pic>
        <p:nvPicPr>
          <p:cNvPr id="4" name="Picture 3">
            <a:extLst>
              <a:ext uri="{FF2B5EF4-FFF2-40B4-BE49-F238E27FC236}">
                <a16:creationId xmlns:a16="http://schemas.microsoft.com/office/drawing/2014/main" id="{4D37B83F-9E6F-4CDD-AA6C-C1F7CFFAEF65}"/>
              </a:ext>
            </a:extLst>
          </p:cNvPr>
          <p:cNvPicPr>
            <a:picLocks noChangeAspect="1"/>
          </p:cNvPicPr>
          <p:nvPr/>
        </p:nvPicPr>
        <p:blipFill rotWithShape="1">
          <a:blip r:embed="rId2"/>
          <a:srcRect l="6875" t="23521" r="29719" b="20000"/>
          <a:stretch/>
        </p:blipFill>
        <p:spPr>
          <a:xfrm>
            <a:off x="1238966" y="1690688"/>
            <a:ext cx="10114834" cy="5068059"/>
          </a:xfrm>
          <a:prstGeom prst="rect">
            <a:avLst/>
          </a:prstGeom>
        </p:spPr>
      </p:pic>
    </p:spTree>
    <p:extLst>
      <p:ext uri="{BB962C8B-B14F-4D97-AF65-F5344CB8AC3E}">
        <p14:creationId xmlns:p14="http://schemas.microsoft.com/office/powerpoint/2010/main" val="15537911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3FBE1-F2AF-42D5-859D-2E45555098F9}"/>
              </a:ext>
            </a:extLst>
          </p:cNvPr>
          <p:cNvSpPr>
            <a:spLocks noGrp="1"/>
          </p:cNvSpPr>
          <p:nvPr>
            <p:ph type="title"/>
          </p:nvPr>
        </p:nvSpPr>
        <p:spPr>
          <a:xfrm>
            <a:off x="838200" y="104161"/>
            <a:ext cx="10515600" cy="1586528"/>
          </a:xfrm>
        </p:spPr>
        <p:txBody>
          <a:bodyPr/>
          <a:lstStyle/>
          <a:p>
            <a:r>
              <a:rPr lang="en-SG" sz="4800" dirty="0"/>
              <a:t>Setting a Shopify Site (B2C)</a:t>
            </a:r>
            <a:br>
              <a:rPr lang="en-SG" dirty="0"/>
            </a:br>
            <a:r>
              <a:rPr lang="en-SG" sz="3600" b="1" dirty="0">
                <a:solidFill>
                  <a:srgbClr val="0070C0"/>
                </a:solidFill>
              </a:rPr>
              <a:t>1- Sign up for Shopify</a:t>
            </a:r>
            <a:endParaRPr lang="en-SG" b="1" dirty="0">
              <a:solidFill>
                <a:srgbClr val="0070C0"/>
              </a:solidFill>
            </a:endParaRPr>
          </a:p>
        </p:txBody>
      </p:sp>
      <p:grpSp>
        <p:nvGrpSpPr>
          <p:cNvPr id="9" name="Group 8">
            <a:extLst>
              <a:ext uri="{FF2B5EF4-FFF2-40B4-BE49-F238E27FC236}">
                <a16:creationId xmlns:a16="http://schemas.microsoft.com/office/drawing/2014/main" id="{F8CE65AB-9673-4FC0-A677-53AD4E3A0633}"/>
              </a:ext>
            </a:extLst>
          </p:cNvPr>
          <p:cNvGrpSpPr/>
          <p:nvPr/>
        </p:nvGrpSpPr>
        <p:grpSpPr>
          <a:xfrm>
            <a:off x="981075" y="1543049"/>
            <a:ext cx="9087599" cy="5210791"/>
            <a:chOff x="981075" y="1543049"/>
            <a:chExt cx="9087599" cy="5210791"/>
          </a:xfrm>
        </p:grpSpPr>
        <p:pic>
          <p:nvPicPr>
            <p:cNvPr id="4" name="Picture 3">
              <a:extLst>
                <a:ext uri="{FF2B5EF4-FFF2-40B4-BE49-F238E27FC236}">
                  <a16:creationId xmlns:a16="http://schemas.microsoft.com/office/drawing/2014/main" id="{6078A394-D8A9-46FD-84D9-5A4F8299E28D}"/>
                </a:ext>
              </a:extLst>
            </p:cNvPr>
            <p:cNvPicPr>
              <a:picLocks noChangeAspect="1"/>
            </p:cNvPicPr>
            <p:nvPr/>
          </p:nvPicPr>
          <p:blipFill rotWithShape="1">
            <a:blip r:embed="rId2"/>
            <a:srcRect l="8427" t="9888" r="10422" b="5323"/>
            <a:stretch/>
          </p:blipFill>
          <p:spPr>
            <a:xfrm>
              <a:off x="981075" y="1690688"/>
              <a:ext cx="8615096" cy="5063152"/>
            </a:xfrm>
            <a:prstGeom prst="rect">
              <a:avLst/>
            </a:prstGeom>
          </p:spPr>
        </p:pic>
        <p:sp>
          <p:nvSpPr>
            <p:cNvPr id="6" name="Oval 5">
              <a:extLst>
                <a:ext uri="{FF2B5EF4-FFF2-40B4-BE49-F238E27FC236}">
                  <a16:creationId xmlns:a16="http://schemas.microsoft.com/office/drawing/2014/main" id="{8C4FD967-8C3A-45DE-B992-A39DA5563798}"/>
                </a:ext>
              </a:extLst>
            </p:cNvPr>
            <p:cNvSpPr/>
            <p:nvPr/>
          </p:nvSpPr>
          <p:spPr>
            <a:xfrm>
              <a:off x="8277225" y="1543049"/>
              <a:ext cx="1238250" cy="790575"/>
            </a:xfrm>
            <a:prstGeom prst="ellipse">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8" name="Straight Arrow Connector 7">
              <a:extLst>
                <a:ext uri="{FF2B5EF4-FFF2-40B4-BE49-F238E27FC236}">
                  <a16:creationId xmlns:a16="http://schemas.microsoft.com/office/drawing/2014/main" id="{90C5776A-EB50-4A16-9F8C-10CAFA0F5FC2}"/>
                </a:ext>
              </a:extLst>
            </p:cNvPr>
            <p:cNvCxnSpPr>
              <a:stCxn id="6" idx="5"/>
            </p:cNvCxnSpPr>
            <p:nvPr/>
          </p:nvCxnSpPr>
          <p:spPr>
            <a:xfrm>
              <a:off x="9334137" y="2217847"/>
              <a:ext cx="734537" cy="422611"/>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F3C28214-97AD-43BC-97F3-C1F9F588AF9B}"/>
              </a:ext>
            </a:extLst>
          </p:cNvPr>
          <p:cNvSpPr txBox="1"/>
          <p:nvPr/>
        </p:nvSpPr>
        <p:spPr>
          <a:xfrm>
            <a:off x="10068674" y="2217847"/>
            <a:ext cx="1756881" cy="2677656"/>
          </a:xfrm>
          <a:prstGeom prst="rect">
            <a:avLst/>
          </a:prstGeom>
          <a:noFill/>
        </p:spPr>
        <p:txBody>
          <a:bodyPr wrap="square" rtlCol="0">
            <a:spAutoFit/>
          </a:bodyPr>
          <a:lstStyle/>
          <a:p>
            <a:r>
              <a:rPr lang="en-SG" sz="2400" dirty="0"/>
              <a:t>Click on the Start Free trial button to start setting up the Shopify account</a:t>
            </a:r>
          </a:p>
        </p:txBody>
      </p:sp>
    </p:spTree>
    <p:extLst>
      <p:ext uri="{BB962C8B-B14F-4D97-AF65-F5344CB8AC3E}">
        <p14:creationId xmlns:p14="http://schemas.microsoft.com/office/powerpoint/2010/main" val="32823835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3FBE1-F2AF-42D5-859D-2E45555098F9}"/>
              </a:ext>
            </a:extLst>
          </p:cNvPr>
          <p:cNvSpPr>
            <a:spLocks noGrp="1"/>
          </p:cNvSpPr>
          <p:nvPr>
            <p:ph type="title"/>
          </p:nvPr>
        </p:nvSpPr>
        <p:spPr>
          <a:xfrm>
            <a:off x="838200" y="104161"/>
            <a:ext cx="10515600" cy="1586528"/>
          </a:xfrm>
        </p:spPr>
        <p:txBody>
          <a:bodyPr/>
          <a:lstStyle/>
          <a:p>
            <a:r>
              <a:rPr lang="en-SG" sz="4800" dirty="0"/>
              <a:t>Setting a Shopify Site (B2C)</a:t>
            </a:r>
            <a:br>
              <a:rPr lang="en-SG" dirty="0"/>
            </a:br>
            <a:r>
              <a:rPr lang="en-SG" sz="3600" b="1" dirty="0">
                <a:solidFill>
                  <a:srgbClr val="0070C0"/>
                </a:solidFill>
              </a:rPr>
              <a:t>1- Sign up for Shopify</a:t>
            </a:r>
            <a:endParaRPr lang="en-SG" b="1" dirty="0">
              <a:solidFill>
                <a:srgbClr val="0070C0"/>
              </a:solidFill>
            </a:endParaRPr>
          </a:p>
        </p:txBody>
      </p:sp>
      <p:pic>
        <p:nvPicPr>
          <p:cNvPr id="5" name="Picture 4">
            <a:extLst>
              <a:ext uri="{FF2B5EF4-FFF2-40B4-BE49-F238E27FC236}">
                <a16:creationId xmlns:a16="http://schemas.microsoft.com/office/drawing/2014/main" id="{E5087C7B-F0E9-4B30-93FE-AB127ED149ED}"/>
              </a:ext>
            </a:extLst>
          </p:cNvPr>
          <p:cNvPicPr>
            <a:picLocks noChangeAspect="1"/>
          </p:cNvPicPr>
          <p:nvPr/>
        </p:nvPicPr>
        <p:blipFill rotWithShape="1">
          <a:blip r:embed="rId2"/>
          <a:srcRect l="36573" t="21573" r="36377" b="38127"/>
          <a:stretch/>
        </p:blipFill>
        <p:spPr>
          <a:xfrm>
            <a:off x="952500" y="1690689"/>
            <a:ext cx="5862368" cy="4912703"/>
          </a:xfrm>
          <a:prstGeom prst="rect">
            <a:avLst/>
          </a:prstGeom>
        </p:spPr>
      </p:pic>
      <p:sp>
        <p:nvSpPr>
          <p:cNvPr id="11" name="TextBox 10">
            <a:extLst>
              <a:ext uri="{FF2B5EF4-FFF2-40B4-BE49-F238E27FC236}">
                <a16:creationId xmlns:a16="http://schemas.microsoft.com/office/drawing/2014/main" id="{F2BC75AF-BF48-4864-9235-0DE695B114B1}"/>
              </a:ext>
            </a:extLst>
          </p:cNvPr>
          <p:cNvSpPr txBox="1"/>
          <p:nvPr/>
        </p:nvSpPr>
        <p:spPr>
          <a:xfrm>
            <a:off x="7322478" y="1824039"/>
            <a:ext cx="4219575" cy="3416320"/>
          </a:xfrm>
          <a:prstGeom prst="rect">
            <a:avLst/>
          </a:prstGeom>
          <a:noFill/>
        </p:spPr>
        <p:txBody>
          <a:bodyPr wrap="square" rtlCol="0">
            <a:spAutoFit/>
          </a:bodyPr>
          <a:lstStyle/>
          <a:p>
            <a:pPr marL="514350" indent="-514350">
              <a:buAutoNum type="arabicPeriod"/>
            </a:pPr>
            <a:r>
              <a:rPr lang="en-SG" sz="2400" dirty="0"/>
              <a:t>Fill up the e-mail address with your own e-mail address</a:t>
            </a:r>
          </a:p>
          <a:p>
            <a:pPr marL="514350" indent="-514350">
              <a:buAutoNum type="arabicPeriod"/>
            </a:pPr>
            <a:r>
              <a:rPr lang="en-SG" sz="2400" dirty="0"/>
              <a:t>Provide your own password</a:t>
            </a:r>
          </a:p>
          <a:p>
            <a:pPr marL="514350" indent="-514350">
              <a:buAutoNum type="arabicPeriod"/>
            </a:pPr>
            <a:r>
              <a:rPr lang="en-SG" sz="2400" dirty="0"/>
              <a:t>Name your store as per your answer in Activity 7.3</a:t>
            </a:r>
          </a:p>
          <a:p>
            <a:pPr marL="514350" indent="-514350">
              <a:buAutoNum type="arabicPeriod"/>
            </a:pPr>
            <a:r>
              <a:rPr lang="en-SG" sz="2400" dirty="0"/>
              <a:t>Click the “Create your store” button to sign up for Shopify account</a:t>
            </a:r>
          </a:p>
        </p:txBody>
      </p:sp>
    </p:spTree>
    <p:extLst>
      <p:ext uri="{BB962C8B-B14F-4D97-AF65-F5344CB8AC3E}">
        <p14:creationId xmlns:p14="http://schemas.microsoft.com/office/powerpoint/2010/main" val="22715260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3FBE1-F2AF-42D5-859D-2E45555098F9}"/>
              </a:ext>
            </a:extLst>
          </p:cNvPr>
          <p:cNvSpPr>
            <a:spLocks noGrp="1"/>
          </p:cNvSpPr>
          <p:nvPr>
            <p:ph type="title"/>
          </p:nvPr>
        </p:nvSpPr>
        <p:spPr>
          <a:xfrm>
            <a:off x="838200" y="104161"/>
            <a:ext cx="10515600" cy="1586528"/>
          </a:xfrm>
        </p:spPr>
        <p:txBody>
          <a:bodyPr/>
          <a:lstStyle/>
          <a:p>
            <a:r>
              <a:rPr lang="en-SG" sz="4800" dirty="0"/>
              <a:t>Setting a Shopify Site (B2C)</a:t>
            </a:r>
            <a:br>
              <a:rPr lang="en-SG" dirty="0"/>
            </a:br>
            <a:r>
              <a:rPr lang="en-SG" sz="3600" b="1" dirty="0">
                <a:solidFill>
                  <a:srgbClr val="0070C0"/>
                </a:solidFill>
              </a:rPr>
              <a:t>1- Sign up for Shopify</a:t>
            </a:r>
            <a:endParaRPr lang="en-SG" b="1" dirty="0">
              <a:solidFill>
                <a:srgbClr val="0070C0"/>
              </a:solidFill>
            </a:endParaRPr>
          </a:p>
        </p:txBody>
      </p:sp>
      <p:sp>
        <p:nvSpPr>
          <p:cNvPr id="11" name="TextBox 10">
            <a:extLst>
              <a:ext uri="{FF2B5EF4-FFF2-40B4-BE49-F238E27FC236}">
                <a16:creationId xmlns:a16="http://schemas.microsoft.com/office/drawing/2014/main" id="{F2BC75AF-BF48-4864-9235-0DE695B114B1}"/>
              </a:ext>
            </a:extLst>
          </p:cNvPr>
          <p:cNvSpPr txBox="1"/>
          <p:nvPr/>
        </p:nvSpPr>
        <p:spPr>
          <a:xfrm>
            <a:off x="8388956" y="2472681"/>
            <a:ext cx="3086422" cy="3046988"/>
          </a:xfrm>
          <a:prstGeom prst="rect">
            <a:avLst/>
          </a:prstGeom>
          <a:noFill/>
        </p:spPr>
        <p:txBody>
          <a:bodyPr wrap="square" rtlCol="0">
            <a:spAutoFit/>
          </a:bodyPr>
          <a:lstStyle/>
          <a:p>
            <a:r>
              <a:rPr lang="en-SG" sz="2400" dirty="0"/>
              <a:t>After you click the “Create you store”, the Shopify will set up necessary components of your B2C Shopify site and applies necessary store settings.</a:t>
            </a:r>
          </a:p>
        </p:txBody>
      </p:sp>
      <p:pic>
        <p:nvPicPr>
          <p:cNvPr id="6" name="Picture 5">
            <a:extLst>
              <a:ext uri="{FF2B5EF4-FFF2-40B4-BE49-F238E27FC236}">
                <a16:creationId xmlns:a16="http://schemas.microsoft.com/office/drawing/2014/main" id="{F3FF0371-349B-43F4-B646-96C28DB5CACB}"/>
              </a:ext>
            </a:extLst>
          </p:cNvPr>
          <p:cNvPicPr>
            <a:picLocks noChangeAspect="1"/>
          </p:cNvPicPr>
          <p:nvPr/>
        </p:nvPicPr>
        <p:blipFill rotWithShape="1">
          <a:blip r:embed="rId2"/>
          <a:srcRect l="21797" t="24653" r="20156" b="24306"/>
          <a:stretch/>
        </p:blipFill>
        <p:spPr>
          <a:xfrm>
            <a:off x="838200" y="2245957"/>
            <a:ext cx="7077075" cy="3500437"/>
          </a:xfrm>
          <a:prstGeom prst="rect">
            <a:avLst/>
          </a:prstGeom>
        </p:spPr>
      </p:pic>
    </p:spTree>
    <p:extLst>
      <p:ext uri="{BB962C8B-B14F-4D97-AF65-F5344CB8AC3E}">
        <p14:creationId xmlns:p14="http://schemas.microsoft.com/office/powerpoint/2010/main" val="12843408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3FBE1-F2AF-42D5-859D-2E45555098F9}"/>
              </a:ext>
            </a:extLst>
          </p:cNvPr>
          <p:cNvSpPr>
            <a:spLocks noGrp="1"/>
          </p:cNvSpPr>
          <p:nvPr>
            <p:ph type="title"/>
          </p:nvPr>
        </p:nvSpPr>
        <p:spPr>
          <a:xfrm>
            <a:off x="838200" y="104161"/>
            <a:ext cx="10515600" cy="1586528"/>
          </a:xfrm>
        </p:spPr>
        <p:txBody>
          <a:bodyPr/>
          <a:lstStyle/>
          <a:p>
            <a:r>
              <a:rPr lang="en-SG" sz="4800" dirty="0"/>
              <a:t>Setting a Shopify Site (B2C)</a:t>
            </a:r>
            <a:br>
              <a:rPr lang="en-SG" dirty="0"/>
            </a:br>
            <a:r>
              <a:rPr lang="en-SG" sz="3600" b="1" dirty="0">
                <a:solidFill>
                  <a:srgbClr val="0070C0"/>
                </a:solidFill>
              </a:rPr>
              <a:t>1- Sign up for Shopify</a:t>
            </a:r>
            <a:endParaRPr lang="en-SG" b="1" dirty="0">
              <a:solidFill>
                <a:srgbClr val="0070C0"/>
              </a:solidFill>
            </a:endParaRPr>
          </a:p>
        </p:txBody>
      </p:sp>
      <p:grpSp>
        <p:nvGrpSpPr>
          <p:cNvPr id="9" name="Group 8">
            <a:extLst>
              <a:ext uri="{FF2B5EF4-FFF2-40B4-BE49-F238E27FC236}">
                <a16:creationId xmlns:a16="http://schemas.microsoft.com/office/drawing/2014/main" id="{63BD7065-E789-4977-8CD1-0E88830A8101}"/>
              </a:ext>
            </a:extLst>
          </p:cNvPr>
          <p:cNvGrpSpPr/>
          <p:nvPr/>
        </p:nvGrpSpPr>
        <p:grpSpPr>
          <a:xfrm>
            <a:off x="838200" y="1457325"/>
            <a:ext cx="7946204" cy="5085945"/>
            <a:chOff x="838200" y="1457325"/>
            <a:chExt cx="7946204" cy="5085945"/>
          </a:xfrm>
        </p:grpSpPr>
        <p:pic>
          <p:nvPicPr>
            <p:cNvPr id="3" name="Picture 2">
              <a:extLst>
                <a:ext uri="{FF2B5EF4-FFF2-40B4-BE49-F238E27FC236}">
                  <a16:creationId xmlns:a16="http://schemas.microsoft.com/office/drawing/2014/main" id="{F3948B59-3E30-4883-9AA1-032169CBFA69}"/>
                </a:ext>
              </a:extLst>
            </p:cNvPr>
            <p:cNvPicPr>
              <a:picLocks noChangeAspect="1"/>
            </p:cNvPicPr>
            <p:nvPr/>
          </p:nvPicPr>
          <p:blipFill rotWithShape="1">
            <a:blip r:embed="rId2"/>
            <a:srcRect l="7752" t="5244" r="21039" b="11161"/>
            <a:stretch/>
          </p:blipFill>
          <p:spPr>
            <a:xfrm>
              <a:off x="933451" y="1612430"/>
              <a:ext cx="7466956" cy="4930840"/>
            </a:xfrm>
            <a:prstGeom prst="rect">
              <a:avLst/>
            </a:prstGeom>
          </p:spPr>
        </p:pic>
        <p:sp>
          <p:nvSpPr>
            <p:cNvPr id="4" name="Rectangle 3">
              <a:extLst>
                <a:ext uri="{FF2B5EF4-FFF2-40B4-BE49-F238E27FC236}">
                  <a16:creationId xmlns:a16="http://schemas.microsoft.com/office/drawing/2014/main" id="{F954ED31-B1A6-4D67-9522-E974F587534F}"/>
                </a:ext>
              </a:extLst>
            </p:cNvPr>
            <p:cNvSpPr/>
            <p:nvPr/>
          </p:nvSpPr>
          <p:spPr>
            <a:xfrm>
              <a:off x="838200" y="1457325"/>
              <a:ext cx="3209818" cy="609600"/>
            </a:xfrm>
            <a:prstGeom prst="rect">
              <a:avLst/>
            </a:prstGeom>
            <a:no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7" name="Straight Arrow Connector 6">
              <a:extLst>
                <a:ext uri="{FF2B5EF4-FFF2-40B4-BE49-F238E27FC236}">
                  <a16:creationId xmlns:a16="http://schemas.microsoft.com/office/drawing/2014/main" id="{9ACA2508-1ACF-4046-B68D-D19CD3C4A120}"/>
                </a:ext>
              </a:extLst>
            </p:cNvPr>
            <p:cNvCxnSpPr>
              <a:cxnSpLocks/>
            </p:cNvCxnSpPr>
            <p:nvPr/>
          </p:nvCxnSpPr>
          <p:spPr>
            <a:xfrm>
              <a:off x="4048018" y="1690689"/>
              <a:ext cx="4736386" cy="703190"/>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12" name="TextBox 11">
            <a:extLst>
              <a:ext uri="{FF2B5EF4-FFF2-40B4-BE49-F238E27FC236}">
                <a16:creationId xmlns:a16="http://schemas.microsoft.com/office/drawing/2014/main" id="{D509494D-D4F9-43DA-B2D0-5DB0B76EEF19}"/>
              </a:ext>
            </a:extLst>
          </p:cNvPr>
          <p:cNvSpPr txBox="1"/>
          <p:nvPr/>
        </p:nvSpPr>
        <p:spPr>
          <a:xfrm>
            <a:off x="8824000" y="1720840"/>
            <a:ext cx="2690974" cy="4154984"/>
          </a:xfrm>
          <a:prstGeom prst="rect">
            <a:avLst/>
          </a:prstGeom>
          <a:noFill/>
        </p:spPr>
        <p:txBody>
          <a:bodyPr wrap="square" rtlCol="0">
            <a:spAutoFit/>
          </a:bodyPr>
          <a:lstStyle/>
          <a:p>
            <a:r>
              <a:rPr lang="en-SG" sz="2400" dirty="0"/>
              <a:t>Notice that the name of your business will be part of the default domain name for your free trial Shopify site. But this can be change later once you buy your own domain name</a:t>
            </a:r>
          </a:p>
        </p:txBody>
      </p:sp>
    </p:spTree>
    <p:extLst>
      <p:ext uri="{BB962C8B-B14F-4D97-AF65-F5344CB8AC3E}">
        <p14:creationId xmlns:p14="http://schemas.microsoft.com/office/powerpoint/2010/main" val="4511102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3FBE1-F2AF-42D5-859D-2E45555098F9}"/>
              </a:ext>
            </a:extLst>
          </p:cNvPr>
          <p:cNvSpPr>
            <a:spLocks noGrp="1"/>
          </p:cNvSpPr>
          <p:nvPr>
            <p:ph type="title"/>
          </p:nvPr>
        </p:nvSpPr>
        <p:spPr>
          <a:xfrm>
            <a:off x="838200" y="104161"/>
            <a:ext cx="10515600" cy="1586528"/>
          </a:xfrm>
        </p:spPr>
        <p:txBody>
          <a:bodyPr/>
          <a:lstStyle/>
          <a:p>
            <a:r>
              <a:rPr lang="en-SG" sz="4800"/>
              <a:t>Setting a Shopify Site (B2C)</a:t>
            </a:r>
            <a:br>
              <a:rPr lang="en-SG"/>
            </a:br>
            <a:r>
              <a:rPr lang="en-SG" sz="3600" b="1">
                <a:solidFill>
                  <a:srgbClr val="0070C0"/>
                </a:solidFill>
              </a:rPr>
              <a:t>1- Sign up for Shopify</a:t>
            </a:r>
            <a:endParaRPr lang="en-SG" b="1" dirty="0">
              <a:solidFill>
                <a:srgbClr val="0070C0"/>
              </a:solidFill>
            </a:endParaRPr>
          </a:p>
        </p:txBody>
      </p:sp>
      <p:sp>
        <p:nvSpPr>
          <p:cNvPr id="12" name="TextBox 11">
            <a:extLst>
              <a:ext uri="{FF2B5EF4-FFF2-40B4-BE49-F238E27FC236}">
                <a16:creationId xmlns:a16="http://schemas.microsoft.com/office/drawing/2014/main" id="{D509494D-D4F9-43DA-B2D0-5DB0B76EEF19}"/>
              </a:ext>
            </a:extLst>
          </p:cNvPr>
          <p:cNvSpPr txBox="1"/>
          <p:nvPr/>
        </p:nvSpPr>
        <p:spPr>
          <a:xfrm>
            <a:off x="8662826" y="3062823"/>
            <a:ext cx="2690974" cy="2308324"/>
          </a:xfrm>
          <a:prstGeom prst="rect">
            <a:avLst/>
          </a:prstGeom>
          <a:noFill/>
        </p:spPr>
        <p:txBody>
          <a:bodyPr wrap="square" rtlCol="0">
            <a:spAutoFit/>
          </a:bodyPr>
          <a:lstStyle/>
          <a:p>
            <a:r>
              <a:rPr lang="en-SG" sz="2400" dirty="0"/>
              <a:t>In this section you need to select the most appropriate answers according to your pre-planning.</a:t>
            </a:r>
          </a:p>
        </p:txBody>
      </p:sp>
      <p:pic>
        <p:nvPicPr>
          <p:cNvPr id="5" name="Picture 4">
            <a:extLst>
              <a:ext uri="{FF2B5EF4-FFF2-40B4-BE49-F238E27FC236}">
                <a16:creationId xmlns:a16="http://schemas.microsoft.com/office/drawing/2014/main" id="{49F7E70E-6E97-4340-A331-76167E3AD9AA}"/>
              </a:ext>
            </a:extLst>
          </p:cNvPr>
          <p:cNvPicPr>
            <a:picLocks noChangeAspect="1"/>
          </p:cNvPicPr>
          <p:nvPr/>
        </p:nvPicPr>
        <p:blipFill rotWithShape="1">
          <a:blip r:embed="rId2"/>
          <a:srcRect l="21573" t="15281" r="23651" b="29518"/>
          <a:stretch/>
        </p:blipFill>
        <p:spPr>
          <a:xfrm>
            <a:off x="677026" y="1819489"/>
            <a:ext cx="7594528" cy="4305086"/>
          </a:xfrm>
          <a:prstGeom prst="rect">
            <a:avLst/>
          </a:prstGeom>
        </p:spPr>
      </p:pic>
    </p:spTree>
    <p:extLst>
      <p:ext uri="{BB962C8B-B14F-4D97-AF65-F5344CB8AC3E}">
        <p14:creationId xmlns:p14="http://schemas.microsoft.com/office/powerpoint/2010/main" val="27320557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3FBE1-F2AF-42D5-859D-2E45555098F9}"/>
              </a:ext>
            </a:extLst>
          </p:cNvPr>
          <p:cNvSpPr>
            <a:spLocks noGrp="1"/>
          </p:cNvSpPr>
          <p:nvPr>
            <p:ph type="title"/>
          </p:nvPr>
        </p:nvSpPr>
        <p:spPr>
          <a:xfrm>
            <a:off x="838200" y="104161"/>
            <a:ext cx="10515600" cy="1586528"/>
          </a:xfrm>
        </p:spPr>
        <p:txBody>
          <a:bodyPr/>
          <a:lstStyle/>
          <a:p>
            <a:r>
              <a:rPr lang="en-SG" sz="4800"/>
              <a:t>Setting a Shopify Site (B2C)</a:t>
            </a:r>
            <a:br>
              <a:rPr lang="en-SG"/>
            </a:br>
            <a:r>
              <a:rPr lang="en-SG" sz="3600" b="1">
                <a:solidFill>
                  <a:srgbClr val="0070C0"/>
                </a:solidFill>
              </a:rPr>
              <a:t>1- Sign up for Shopify</a:t>
            </a:r>
            <a:endParaRPr lang="en-SG" b="1" dirty="0">
              <a:solidFill>
                <a:srgbClr val="0070C0"/>
              </a:solidFill>
            </a:endParaRPr>
          </a:p>
        </p:txBody>
      </p:sp>
      <p:sp>
        <p:nvSpPr>
          <p:cNvPr id="12" name="TextBox 11">
            <a:extLst>
              <a:ext uri="{FF2B5EF4-FFF2-40B4-BE49-F238E27FC236}">
                <a16:creationId xmlns:a16="http://schemas.microsoft.com/office/drawing/2014/main" id="{D509494D-D4F9-43DA-B2D0-5DB0B76EEF19}"/>
              </a:ext>
            </a:extLst>
          </p:cNvPr>
          <p:cNvSpPr txBox="1"/>
          <p:nvPr/>
        </p:nvSpPr>
        <p:spPr>
          <a:xfrm>
            <a:off x="7910351" y="2100798"/>
            <a:ext cx="3910174" cy="2246769"/>
          </a:xfrm>
          <a:prstGeom prst="rect">
            <a:avLst/>
          </a:prstGeom>
          <a:noFill/>
        </p:spPr>
        <p:txBody>
          <a:bodyPr wrap="square" rtlCol="0">
            <a:spAutoFit/>
          </a:bodyPr>
          <a:lstStyle/>
          <a:p>
            <a:r>
              <a:rPr lang="en-SG" sz="2800" dirty="0"/>
              <a:t>The answers will differ depending on the strategies of your digital business and that of your pre-planning.</a:t>
            </a:r>
          </a:p>
        </p:txBody>
      </p:sp>
      <p:pic>
        <p:nvPicPr>
          <p:cNvPr id="4" name="Picture 3">
            <a:extLst>
              <a:ext uri="{FF2B5EF4-FFF2-40B4-BE49-F238E27FC236}">
                <a16:creationId xmlns:a16="http://schemas.microsoft.com/office/drawing/2014/main" id="{FDC88223-2FB5-4CF9-8D53-F6A776FEA379}"/>
              </a:ext>
            </a:extLst>
          </p:cNvPr>
          <p:cNvPicPr>
            <a:picLocks noChangeAspect="1"/>
          </p:cNvPicPr>
          <p:nvPr/>
        </p:nvPicPr>
        <p:blipFill rotWithShape="1">
          <a:blip r:embed="rId2"/>
          <a:srcRect l="22416" t="13184" r="22640" b="13257"/>
          <a:stretch/>
        </p:blipFill>
        <p:spPr>
          <a:xfrm>
            <a:off x="764675" y="1491328"/>
            <a:ext cx="6902950" cy="5198388"/>
          </a:xfrm>
          <a:prstGeom prst="rect">
            <a:avLst/>
          </a:prstGeom>
        </p:spPr>
      </p:pic>
    </p:spTree>
    <p:extLst>
      <p:ext uri="{BB962C8B-B14F-4D97-AF65-F5344CB8AC3E}">
        <p14:creationId xmlns:p14="http://schemas.microsoft.com/office/powerpoint/2010/main" val="5420404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3FBE1-F2AF-42D5-859D-2E45555098F9}"/>
              </a:ext>
            </a:extLst>
          </p:cNvPr>
          <p:cNvSpPr>
            <a:spLocks noGrp="1"/>
          </p:cNvSpPr>
          <p:nvPr>
            <p:ph type="title"/>
          </p:nvPr>
        </p:nvSpPr>
        <p:spPr>
          <a:xfrm>
            <a:off x="581025" y="52983"/>
            <a:ext cx="8686800" cy="1067414"/>
          </a:xfrm>
        </p:spPr>
        <p:txBody>
          <a:bodyPr>
            <a:normAutofit fontScale="90000"/>
          </a:bodyPr>
          <a:lstStyle/>
          <a:p>
            <a:r>
              <a:rPr lang="en-SG" sz="4800" dirty="0"/>
              <a:t>Setting a Shopify Site (B2C)</a:t>
            </a:r>
            <a:br>
              <a:rPr lang="en-SG" dirty="0"/>
            </a:br>
            <a:r>
              <a:rPr lang="en-SG" sz="3600" b="1" dirty="0">
                <a:solidFill>
                  <a:srgbClr val="0070C0"/>
                </a:solidFill>
              </a:rPr>
              <a:t>1- Sign up for Shopify</a:t>
            </a:r>
            <a:endParaRPr lang="en-SG" b="1" dirty="0">
              <a:solidFill>
                <a:srgbClr val="0070C0"/>
              </a:solidFill>
            </a:endParaRPr>
          </a:p>
        </p:txBody>
      </p:sp>
      <p:sp>
        <p:nvSpPr>
          <p:cNvPr id="12" name="TextBox 11">
            <a:extLst>
              <a:ext uri="{FF2B5EF4-FFF2-40B4-BE49-F238E27FC236}">
                <a16:creationId xmlns:a16="http://schemas.microsoft.com/office/drawing/2014/main" id="{D509494D-D4F9-43DA-B2D0-5DB0B76EEF19}"/>
              </a:ext>
            </a:extLst>
          </p:cNvPr>
          <p:cNvSpPr txBox="1"/>
          <p:nvPr/>
        </p:nvSpPr>
        <p:spPr>
          <a:xfrm>
            <a:off x="1240551" y="2053173"/>
            <a:ext cx="3910174" cy="2677656"/>
          </a:xfrm>
          <a:prstGeom prst="rect">
            <a:avLst/>
          </a:prstGeom>
          <a:noFill/>
        </p:spPr>
        <p:txBody>
          <a:bodyPr wrap="square" rtlCol="0">
            <a:spAutoFit/>
          </a:bodyPr>
          <a:lstStyle/>
          <a:p>
            <a:r>
              <a:rPr lang="en-SG" sz="2400" dirty="0"/>
              <a:t>Fill up based on your pre-planning information.</a:t>
            </a:r>
          </a:p>
          <a:p>
            <a:endParaRPr lang="en-SG" sz="2400" dirty="0"/>
          </a:p>
          <a:p>
            <a:r>
              <a:rPr lang="en-SG" sz="2400" dirty="0"/>
              <a:t>Please do take note that this may change if the real business Shopify site is set-up.</a:t>
            </a:r>
          </a:p>
        </p:txBody>
      </p:sp>
      <p:pic>
        <p:nvPicPr>
          <p:cNvPr id="5" name="Picture 4">
            <a:extLst>
              <a:ext uri="{FF2B5EF4-FFF2-40B4-BE49-F238E27FC236}">
                <a16:creationId xmlns:a16="http://schemas.microsoft.com/office/drawing/2014/main" id="{E2F5E84F-3062-42F5-9D7E-4600DA47D22E}"/>
              </a:ext>
            </a:extLst>
          </p:cNvPr>
          <p:cNvPicPr>
            <a:picLocks noChangeAspect="1"/>
          </p:cNvPicPr>
          <p:nvPr/>
        </p:nvPicPr>
        <p:blipFill rotWithShape="1">
          <a:blip r:embed="rId2"/>
          <a:srcRect l="28750" t="18577" r="29551" b="6067"/>
          <a:stretch/>
        </p:blipFill>
        <p:spPr>
          <a:xfrm>
            <a:off x="5874573" y="847144"/>
            <a:ext cx="5736402" cy="5831072"/>
          </a:xfrm>
          <a:prstGeom prst="rect">
            <a:avLst/>
          </a:prstGeom>
        </p:spPr>
      </p:pic>
    </p:spTree>
    <p:extLst>
      <p:ext uri="{BB962C8B-B14F-4D97-AF65-F5344CB8AC3E}">
        <p14:creationId xmlns:p14="http://schemas.microsoft.com/office/powerpoint/2010/main" val="40333524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3FBE1-F2AF-42D5-859D-2E45555098F9}"/>
              </a:ext>
            </a:extLst>
          </p:cNvPr>
          <p:cNvSpPr>
            <a:spLocks noGrp="1"/>
          </p:cNvSpPr>
          <p:nvPr>
            <p:ph type="title"/>
          </p:nvPr>
        </p:nvSpPr>
        <p:spPr>
          <a:xfrm>
            <a:off x="630149" y="0"/>
            <a:ext cx="8794678" cy="1108630"/>
          </a:xfrm>
        </p:spPr>
        <p:txBody>
          <a:bodyPr vert="horz" lIns="91440" tIns="45720" rIns="91440" bIns="45720" rtlCol="0" anchor="ctr">
            <a:normAutofit/>
          </a:bodyPr>
          <a:lstStyle/>
          <a:p>
            <a:r>
              <a:rPr lang="en-US" kern="1200" dirty="0">
                <a:solidFill>
                  <a:schemeClr val="tx1"/>
                </a:solidFill>
                <a:latin typeface="+mj-lt"/>
                <a:ea typeface="+mj-ea"/>
                <a:cs typeface="+mj-cs"/>
              </a:rPr>
              <a:t>Setting a Shopify Site (B2C)</a:t>
            </a:r>
            <a:endParaRPr lang="en-US" b="1" kern="1200" dirty="0">
              <a:solidFill>
                <a:schemeClr val="tx1"/>
              </a:solidFill>
              <a:latin typeface="+mj-lt"/>
              <a:ea typeface="+mj-ea"/>
              <a:cs typeface="+mj-cs"/>
            </a:endParaRPr>
          </a:p>
        </p:txBody>
      </p:sp>
      <p:pic>
        <p:nvPicPr>
          <p:cNvPr id="3" name="Picture 2">
            <a:extLst>
              <a:ext uri="{FF2B5EF4-FFF2-40B4-BE49-F238E27FC236}">
                <a16:creationId xmlns:a16="http://schemas.microsoft.com/office/drawing/2014/main" id="{C25D3315-990D-44A6-B60E-6490532E2891}"/>
              </a:ext>
            </a:extLst>
          </p:cNvPr>
          <p:cNvPicPr>
            <a:picLocks noChangeAspect="1"/>
          </p:cNvPicPr>
          <p:nvPr/>
        </p:nvPicPr>
        <p:blipFill rotWithShape="1">
          <a:blip r:embed="rId2"/>
          <a:srcRect t="9738" r="1320" b="7566"/>
          <a:stretch/>
        </p:blipFill>
        <p:spPr>
          <a:xfrm>
            <a:off x="630149" y="1262742"/>
            <a:ext cx="11193688" cy="5276563"/>
          </a:xfrm>
          <a:prstGeom prst="rect">
            <a:avLst/>
          </a:prstGeom>
        </p:spPr>
      </p:pic>
      <p:sp>
        <p:nvSpPr>
          <p:cNvPr id="4" name="TextBox 3">
            <a:extLst>
              <a:ext uri="{FF2B5EF4-FFF2-40B4-BE49-F238E27FC236}">
                <a16:creationId xmlns:a16="http://schemas.microsoft.com/office/drawing/2014/main" id="{3F8AAD01-3C1C-49DA-B84A-2EBFF793A9BF}"/>
              </a:ext>
            </a:extLst>
          </p:cNvPr>
          <p:cNvSpPr txBox="1"/>
          <p:nvPr/>
        </p:nvSpPr>
        <p:spPr>
          <a:xfrm>
            <a:off x="971550" y="4216365"/>
            <a:ext cx="3362325" cy="1938992"/>
          </a:xfrm>
          <a:prstGeom prst="rect">
            <a:avLst/>
          </a:prstGeom>
          <a:solidFill>
            <a:schemeClr val="accent4">
              <a:lumMod val="60000"/>
              <a:lumOff val="40000"/>
            </a:schemeClr>
          </a:solidFill>
          <a:ln w="31750">
            <a:solidFill>
              <a:srgbClr val="FF0000"/>
            </a:solidFill>
          </a:ln>
        </p:spPr>
        <p:txBody>
          <a:bodyPr wrap="square" rtlCol="0">
            <a:spAutoFit/>
          </a:bodyPr>
          <a:lstStyle/>
          <a:p>
            <a:r>
              <a:rPr lang="en-SG" sz="2000" dirty="0"/>
              <a:t>Once you successfully sign-up for a Shopify account, the software will take you to the admin screen for your new site. This is where you can start customizing your store.</a:t>
            </a:r>
          </a:p>
        </p:txBody>
      </p:sp>
    </p:spTree>
    <p:extLst>
      <p:ext uri="{BB962C8B-B14F-4D97-AF65-F5344CB8AC3E}">
        <p14:creationId xmlns:p14="http://schemas.microsoft.com/office/powerpoint/2010/main" val="28847941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D339F-CD4B-4FCC-AADD-4449CCA42FB7}"/>
              </a:ext>
            </a:extLst>
          </p:cNvPr>
          <p:cNvSpPr>
            <a:spLocks noGrp="1"/>
          </p:cNvSpPr>
          <p:nvPr>
            <p:ph type="title"/>
          </p:nvPr>
        </p:nvSpPr>
        <p:spPr/>
        <p:txBody>
          <a:bodyPr/>
          <a:lstStyle/>
          <a:p>
            <a:r>
              <a:rPr lang="en-SG" dirty="0"/>
              <a:t>Activity 7.4</a:t>
            </a:r>
          </a:p>
        </p:txBody>
      </p:sp>
      <p:sp>
        <p:nvSpPr>
          <p:cNvPr id="3" name="Content Placeholder 2">
            <a:extLst>
              <a:ext uri="{FF2B5EF4-FFF2-40B4-BE49-F238E27FC236}">
                <a16:creationId xmlns:a16="http://schemas.microsoft.com/office/drawing/2014/main" id="{1040C2EB-69A2-43FE-875B-BD02C0C4F430}"/>
              </a:ext>
            </a:extLst>
          </p:cNvPr>
          <p:cNvSpPr>
            <a:spLocks noGrp="1"/>
          </p:cNvSpPr>
          <p:nvPr>
            <p:ph idx="1"/>
          </p:nvPr>
        </p:nvSpPr>
        <p:spPr/>
        <p:txBody>
          <a:bodyPr/>
          <a:lstStyle/>
          <a:p>
            <a:r>
              <a:rPr lang="en-SG" dirty="0"/>
              <a:t>Refer to your book for Activity 7.4</a:t>
            </a:r>
          </a:p>
        </p:txBody>
      </p:sp>
    </p:spTree>
    <p:extLst>
      <p:ext uri="{BB962C8B-B14F-4D97-AF65-F5344CB8AC3E}">
        <p14:creationId xmlns:p14="http://schemas.microsoft.com/office/powerpoint/2010/main" val="5010001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3FBE1-F2AF-42D5-859D-2E45555098F9}"/>
              </a:ext>
            </a:extLst>
          </p:cNvPr>
          <p:cNvSpPr>
            <a:spLocks noGrp="1"/>
          </p:cNvSpPr>
          <p:nvPr>
            <p:ph type="title"/>
          </p:nvPr>
        </p:nvSpPr>
        <p:spPr>
          <a:xfrm>
            <a:off x="657546" y="0"/>
            <a:ext cx="7953054" cy="1953127"/>
          </a:xfrm>
        </p:spPr>
        <p:txBody>
          <a:bodyPr vert="horz" lIns="91440" tIns="45720" rIns="91440" bIns="45720" rtlCol="0" anchor="ctr">
            <a:normAutofit/>
          </a:bodyPr>
          <a:lstStyle/>
          <a:p>
            <a:r>
              <a:rPr lang="en-US" sz="4800" kern="1200" dirty="0">
                <a:solidFill>
                  <a:schemeClr val="tx1"/>
                </a:solidFill>
                <a:latin typeface="+mj-lt"/>
                <a:ea typeface="+mj-ea"/>
                <a:cs typeface="+mj-cs"/>
              </a:rPr>
              <a:t>Setting a Shopify Site (B2C)</a:t>
            </a:r>
            <a:br>
              <a:rPr lang="en-US" sz="3700" kern="1200" dirty="0">
                <a:solidFill>
                  <a:schemeClr val="tx1"/>
                </a:solidFill>
                <a:latin typeface="+mj-lt"/>
                <a:ea typeface="+mj-ea"/>
                <a:cs typeface="+mj-cs"/>
              </a:rPr>
            </a:br>
            <a:r>
              <a:rPr lang="en-US" sz="3700" b="1" kern="1200" dirty="0">
                <a:solidFill>
                  <a:srgbClr val="0070C0"/>
                </a:solidFill>
                <a:latin typeface="+mj-lt"/>
                <a:ea typeface="+mj-ea"/>
                <a:cs typeface="+mj-cs"/>
              </a:rPr>
              <a:t>2- Adding Product to the Shopify site</a:t>
            </a:r>
          </a:p>
        </p:txBody>
      </p:sp>
      <p:sp>
        <p:nvSpPr>
          <p:cNvPr id="13" name="TextBox 2">
            <a:extLst>
              <a:ext uri="{FF2B5EF4-FFF2-40B4-BE49-F238E27FC236}">
                <a16:creationId xmlns:a16="http://schemas.microsoft.com/office/drawing/2014/main" id="{8C7CA411-4366-4F98-8C94-63B2C8058EE3}"/>
              </a:ext>
            </a:extLst>
          </p:cNvPr>
          <p:cNvSpPr txBox="1"/>
          <p:nvPr/>
        </p:nvSpPr>
        <p:spPr>
          <a:xfrm>
            <a:off x="768675" y="1872510"/>
            <a:ext cx="8058572" cy="4827477"/>
          </a:xfrm>
          <a:prstGeom prst="rect">
            <a:avLst/>
          </a:prstGeom>
        </p:spPr>
        <p:txBody>
          <a:bodyPr vert="horz" lIns="91440" tIns="45720" rIns="91440" bIns="45720" rtlCol="0" anchor="ctr">
            <a:normAutofit lnSpcReduction="10000"/>
          </a:bodyPr>
          <a:lstStyle/>
          <a:p>
            <a:pPr marL="342900" indent="-228600">
              <a:lnSpc>
                <a:spcPct val="90000"/>
              </a:lnSpc>
              <a:spcAft>
                <a:spcPts val="600"/>
              </a:spcAft>
              <a:buFont typeface="Arial" panose="020B0604020202020204" pitchFamily="34" charset="0"/>
              <a:buChar char="•"/>
            </a:pPr>
            <a:r>
              <a:rPr lang="en-US" sz="2800" dirty="0"/>
              <a:t>The Add product page is like something you would see on WordPress. </a:t>
            </a:r>
          </a:p>
          <a:p>
            <a:pPr marL="114300">
              <a:lnSpc>
                <a:spcPct val="90000"/>
              </a:lnSpc>
              <a:spcAft>
                <a:spcPts val="600"/>
              </a:spcAft>
            </a:pPr>
            <a:endParaRPr lang="en-US" sz="2800" dirty="0"/>
          </a:p>
          <a:p>
            <a:pPr marL="342900" indent="-228600">
              <a:lnSpc>
                <a:spcPct val="90000"/>
              </a:lnSpc>
              <a:spcAft>
                <a:spcPts val="600"/>
              </a:spcAft>
              <a:buFont typeface="Arial" panose="020B0604020202020204" pitchFamily="34" charset="0"/>
              <a:buChar char="•"/>
            </a:pPr>
            <a:r>
              <a:rPr lang="en-US" sz="2800" dirty="0"/>
              <a:t>You can fill in details like a title, description, price, and vendor. Feel free to complete however much of the product page you'd like. Just make sure you save the product at the end.</a:t>
            </a:r>
          </a:p>
          <a:p>
            <a:pPr marL="114300">
              <a:lnSpc>
                <a:spcPct val="90000"/>
              </a:lnSpc>
              <a:spcAft>
                <a:spcPts val="600"/>
              </a:spcAft>
            </a:pPr>
            <a:endParaRPr lang="en-US" sz="2800" dirty="0"/>
          </a:p>
          <a:p>
            <a:pPr marL="342900" indent="-228600">
              <a:lnSpc>
                <a:spcPct val="90000"/>
              </a:lnSpc>
              <a:spcAft>
                <a:spcPts val="600"/>
              </a:spcAft>
              <a:buFont typeface="Arial" panose="020B0604020202020204" pitchFamily="34" charset="0"/>
              <a:buChar char="•"/>
            </a:pPr>
            <a:r>
              <a:rPr lang="en-US" sz="2800" dirty="0"/>
              <a:t>Remember, the images connected to your product can make or break your chances of a sale, so it makes sense to choose images that will appeal to your target audience.</a:t>
            </a:r>
          </a:p>
        </p:txBody>
      </p:sp>
      <p:sp>
        <p:nvSpPr>
          <p:cNvPr id="14" name="Rectangle 9">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88880" y="0"/>
            <a:ext cx="210312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15400" y="2358913"/>
            <a:ext cx="2140172" cy="2140172"/>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Storyboard">
            <a:extLst>
              <a:ext uri="{FF2B5EF4-FFF2-40B4-BE49-F238E27FC236}">
                <a16:creationId xmlns:a16="http://schemas.microsoft.com/office/drawing/2014/main" id="{E6D0C97D-A561-413C-AE9F-B04E5ACD787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13987" y="2857501"/>
            <a:ext cx="1142998" cy="1142998"/>
          </a:xfrm>
          <a:prstGeom prst="rect">
            <a:avLst/>
          </a:prstGeom>
        </p:spPr>
      </p:pic>
    </p:spTree>
    <p:extLst>
      <p:ext uri="{BB962C8B-B14F-4D97-AF65-F5344CB8AC3E}">
        <p14:creationId xmlns:p14="http://schemas.microsoft.com/office/powerpoint/2010/main" val="10701281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C7CA411-4366-4F98-8C94-63B2C8058EE3}"/>
              </a:ext>
            </a:extLst>
          </p:cNvPr>
          <p:cNvSpPr txBox="1"/>
          <p:nvPr/>
        </p:nvSpPr>
        <p:spPr>
          <a:xfrm>
            <a:off x="812590" y="1819563"/>
            <a:ext cx="7816023" cy="4225369"/>
          </a:xfrm>
          <a:prstGeom prst="rect">
            <a:avLst/>
          </a:prstGeom>
        </p:spPr>
        <p:txBody>
          <a:bodyPr vert="horz" lIns="91440" tIns="45720" rIns="91440" bIns="45720" rtlCol="0" anchor="ctr">
            <a:normAutofit/>
          </a:bodyPr>
          <a:lstStyle/>
          <a:p>
            <a:pPr marL="114300">
              <a:lnSpc>
                <a:spcPct val="90000"/>
              </a:lnSpc>
              <a:spcAft>
                <a:spcPts val="600"/>
              </a:spcAft>
            </a:pPr>
            <a:r>
              <a:rPr lang="en-US" sz="3200" dirty="0"/>
              <a:t>Another thing to keep in mind is that you can set up collections or groups of products according to your individual needs too. For instance, if you were a clothing website, you would be able to set up a page that was specifically for men’s clothing, or specifically for shoes and accessories.</a:t>
            </a:r>
          </a:p>
        </p:txBody>
      </p:sp>
      <p:sp>
        <p:nvSpPr>
          <p:cNvPr id="10" name="Rectangle 9">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88880" y="0"/>
            <a:ext cx="210312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15400" y="2358913"/>
            <a:ext cx="2140172" cy="2140172"/>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Kiosk">
            <a:extLst>
              <a:ext uri="{FF2B5EF4-FFF2-40B4-BE49-F238E27FC236}">
                <a16:creationId xmlns:a16="http://schemas.microsoft.com/office/drawing/2014/main" id="{8694850A-D68A-4482-A6D7-54798746CD0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13987" y="2857501"/>
            <a:ext cx="1142998" cy="1142998"/>
          </a:xfrm>
          <a:prstGeom prst="rect">
            <a:avLst/>
          </a:prstGeom>
        </p:spPr>
      </p:pic>
      <p:sp>
        <p:nvSpPr>
          <p:cNvPr id="9" name="Title 1">
            <a:extLst>
              <a:ext uri="{FF2B5EF4-FFF2-40B4-BE49-F238E27FC236}">
                <a16:creationId xmlns:a16="http://schemas.microsoft.com/office/drawing/2014/main" id="{AE0238F7-32B3-4A85-A9E5-86D3AC4021D9}"/>
              </a:ext>
            </a:extLst>
          </p:cNvPr>
          <p:cNvSpPr>
            <a:spLocks noGrp="1"/>
          </p:cNvSpPr>
          <p:nvPr>
            <p:ph type="title"/>
          </p:nvPr>
        </p:nvSpPr>
        <p:spPr>
          <a:xfrm>
            <a:off x="675559" y="-104701"/>
            <a:ext cx="7953054" cy="1953127"/>
          </a:xfrm>
        </p:spPr>
        <p:txBody>
          <a:bodyPr vert="horz" lIns="91440" tIns="45720" rIns="91440" bIns="45720" rtlCol="0" anchor="ctr">
            <a:normAutofit/>
          </a:bodyPr>
          <a:lstStyle/>
          <a:p>
            <a:r>
              <a:rPr lang="en-US" sz="4800" kern="1200" dirty="0">
                <a:solidFill>
                  <a:schemeClr val="tx1"/>
                </a:solidFill>
                <a:latin typeface="+mj-lt"/>
                <a:ea typeface="+mj-ea"/>
                <a:cs typeface="+mj-cs"/>
              </a:rPr>
              <a:t>Setting a Shopify Site (B2C)</a:t>
            </a:r>
            <a:br>
              <a:rPr lang="en-US" sz="3700" kern="1200" dirty="0">
                <a:solidFill>
                  <a:schemeClr val="tx1"/>
                </a:solidFill>
                <a:latin typeface="+mj-lt"/>
                <a:ea typeface="+mj-ea"/>
                <a:cs typeface="+mj-cs"/>
              </a:rPr>
            </a:br>
            <a:r>
              <a:rPr lang="en-US" sz="3700" b="1" kern="1200" dirty="0">
                <a:solidFill>
                  <a:srgbClr val="0070C0"/>
                </a:solidFill>
                <a:latin typeface="+mj-lt"/>
                <a:ea typeface="+mj-ea"/>
                <a:cs typeface="+mj-cs"/>
              </a:rPr>
              <a:t>2- Adding Product to the Shopify site</a:t>
            </a:r>
          </a:p>
        </p:txBody>
      </p:sp>
    </p:spTree>
    <p:extLst>
      <p:ext uri="{BB962C8B-B14F-4D97-AF65-F5344CB8AC3E}">
        <p14:creationId xmlns:p14="http://schemas.microsoft.com/office/powerpoint/2010/main" val="24660068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6F6B6-1304-4795-96FB-DC8C71B40231}"/>
              </a:ext>
            </a:extLst>
          </p:cNvPr>
          <p:cNvSpPr>
            <a:spLocks noGrp="1"/>
          </p:cNvSpPr>
          <p:nvPr>
            <p:ph type="title"/>
          </p:nvPr>
        </p:nvSpPr>
        <p:spPr>
          <a:xfrm>
            <a:off x="638175" y="86706"/>
            <a:ext cx="10515600" cy="1325563"/>
          </a:xfrm>
        </p:spPr>
        <p:txBody>
          <a:bodyPr>
            <a:normAutofit fontScale="90000"/>
          </a:bodyPr>
          <a:lstStyle/>
          <a:p>
            <a:r>
              <a:rPr lang="en-US" sz="5400" dirty="0"/>
              <a:t>Setting a Shopify Site (B2C)</a:t>
            </a:r>
            <a:br>
              <a:rPr lang="en-US" dirty="0"/>
            </a:br>
            <a:r>
              <a:rPr lang="en-US" b="1" dirty="0">
                <a:solidFill>
                  <a:srgbClr val="0070C0"/>
                </a:solidFill>
              </a:rPr>
              <a:t>2- Adding Product to the Shopify site</a:t>
            </a:r>
            <a:endParaRPr lang="en-SG" dirty="0"/>
          </a:p>
        </p:txBody>
      </p:sp>
      <p:grpSp>
        <p:nvGrpSpPr>
          <p:cNvPr id="10" name="Group 9">
            <a:extLst>
              <a:ext uri="{FF2B5EF4-FFF2-40B4-BE49-F238E27FC236}">
                <a16:creationId xmlns:a16="http://schemas.microsoft.com/office/drawing/2014/main" id="{B93848FC-CF1E-4E1B-BE70-C3A3FB9A8D2A}"/>
              </a:ext>
            </a:extLst>
          </p:cNvPr>
          <p:cNvGrpSpPr/>
          <p:nvPr/>
        </p:nvGrpSpPr>
        <p:grpSpPr>
          <a:xfrm>
            <a:off x="838200" y="1887876"/>
            <a:ext cx="8285252" cy="4531974"/>
            <a:chOff x="838200" y="1887876"/>
            <a:chExt cx="8285252" cy="4531974"/>
          </a:xfrm>
        </p:grpSpPr>
        <p:pic>
          <p:nvPicPr>
            <p:cNvPr id="4" name="Picture 3">
              <a:extLst>
                <a:ext uri="{FF2B5EF4-FFF2-40B4-BE49-F238E27FC236}">
                  <a16:creationId xmlns:a16="http://schemas.microsoft.com/office/drawing/2014/main" id="{7906549C-F38B-4864-8254-743BD2DE439E}"/>
                </a:ext>
              </a:extLst>
            </p:cNvPr>
            <p:cNvPicPr>
              <a:picLocks noChangeAspect="1"/>
            </p:cNvPicPr>
            <p:nvPr/>
          </p:nvPicPr>
          <p:blipFill rotWithShape="1">
            <a:blip r:embed="rId2"/>
            <a:srcRect l="33624" t="28764" r="22219" b="26292"/>
            <a:stretch/>
          </p:blipFill>
          <p:spPr>
            <a:xfrm>
              <a:off x="838200" y="1887876"/>
              <a:ext cx="7915849" cy="4531974"/>
            </a:xfrm>
            <a:prstGeom prst="rect">
              <a:avLst/>
            </a:prstGeom>
          </p:spPr>
        </p:pic>
        <p:sp>
          <p:nvSpPr>
            <p:cNvPr id="5" name="Rectangle 4">
              <a:extLst>
                <a:ext uri="{FF2B5EF4-FFF2-40B4-BE49-F238E27FC236}">
                  <a16:creationId xmlns:a16="http://schemas.microsoft.com/office/drawing/2014/main" id="{BB8CE6DC-8548-4A01-857B-74153C4F1DD7}"/>
                </a:ext>
              </a:extLst>
            </p:cNvPr>
            <p:cNvSpPr/>
            <p:nvPr/>
          </p:nvSpPr>
          <p:spPr>
            <a:xfrm>
              <a:off x="3486150" y="4019550"/>
              <a:ext cx="1752600" cy="838200"/>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7" name="Straight Arrow Connector 6">
              <a:extLst>
                <a:ext uri="{FF2B5EF4-FFF2-40B4-BE49-F238E27FC236}">
                  <a16:creationId xmlns:a16="http://schemas.microsoft.com/office/drawing/2014/main" id="{BA8AF8F2-023D-47CB-8ED9-95630B7B4A85}"/>
                </a:ext>
              </a:extLst>
            </p:cNvPr>
            <p:cNvCxnSpPr>
              <a:cxnSpLocks/>
            </p:cNvCxnSpPr>
            <p:nvPr/>
          </p:nvCxnSpPr>
          <p:spPr>
            <a:xfrm>
              <a:off x="5238750" y="4417888"/>
              <a:ext cx="3884702"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9" name="TextBox 8">
            <a:extLst>
              <a:ext uri="{FF2B5EF4-FFF2-40B4-BE49-F238E27FC236}">
                <a16:creationId xmlns:a16="http://schemas.microsoft.com/office/drawing/2014/main" id="{CA408412-541A-40A3-A112-74BBE68063F2}"/>
              </a:ext>
            </a:extLst>
          </p:cNvPr>
          <p:cNvSpPr txBox="1"/>
          <p:nvPr/>
        </p:nvSpPr>
        <p:spPr>
          <a:xfrm>
            <a:off x="9212105" y="2974369"/>
            <a:ext cx="2589087" cy="2677656"/>
          </a:xfrm>
          <a:prstGeom prst="rect">
            <a:avLst/>
          </a:prstGeom>
          <a:noFill/>
        </p:spPr>
        <p:txBody>
          <a:bodyPr wrap="square" rtlCol="0">
            <a:spAutoFit/>
          </a:bodyPr>
          <a:lstStyle/>
          <a:p>
            <a:r>
              <a:rPr lang="en-SG" sz="2800" dirty="0"/>
              <a:t>Click on the “Add Product” button to start adding products to the Shopify site.</a:t>
            </a:r>
          </a:p>
        </p:txBody>
      </p:sp>
    </p:spTree>
    <p:extLst>
      <p:ext uri="{BB962C8B-B14F-4D97-AF65-F5344CB8AC3E}">
        <p14:creationId xmlns:p14="http://schemas.microsoft.com/office/powerpoint/2010/main" val="14621225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6F6B6-1304-4795-96FB-DC8C71B40231}"/>
              </a:ext>
            </a:extLst>
          </p:cNvPr>
          <p:cNvSpPr>
            <a:spLocks noGrp="1"/>
          </p:cNvSpPr>
          <p:nvPr>
            <p:ph type="title"/>
          </p:nvPr>
        </p:nvSpPr>
        <p:spPr>
          <a:xfrm>
            <a:off x="638175" y="86706"/>
            <a:ext cx="10515600" cy="1325563"/>
          </a:xfrm>
        </p:spPr>
        <p:txBody>
          <a:bodyPr>
            <a:normAutofit fontScale="90000"/>
          </a:bodyPr>
          <a:lstStyle/>
          <a:p>
            <a:r>
              <a:rPr lang="en-US" sz="5400" dirty="0"/>
              <a:t>Setting a Shopify Site (B2C)</a:t>
            </a:r>
            <a:br>
              <a:rPr lang="en-US" dirty="0"/>
            </a:br>
            <a:r>
              <a:rPr lang="en-US" b="1" dirty="0">
                <a:solidFill>
                  <a:srgbClr val="0070C0"/>
                </a:solidFill>
              </a:rPr>
              <a:t>2- Adding Product to the Shopify site</a:t>
            </a:r>
            <a:endParaRPr lang="en-SG" dirty="0"/>
          </a:p>
        </p:txBody>
      </p:sp>
      <p:pic>
        <p:nvPicPr>
          <p:cNvPr id="3" name="Picture 2">
            <a:extLst>
              <a:ext uri="{FF2B5EF4-FFF2-40B4-BE49-F238E27FC236}">
                <a16:creationId xmlns:a16="http://schemas.microsoft.com/office/drawing/2014/main" id="{EFBBB4A6-6FA4-44A4-9B0D-19530EEFC297}"/>
              </a:ext>
            </a:extLst>
          </p:cNvPr>
          <p:cNvPicPr>
            <a:picLocks noChangeAspect="1"/>
          </p:cNvPicPr>
          <p:nvPr/>
        </p:nvPicPr>
        <p:blipFill rotWithShape="1">
          <a:blip r:embed="rId2"/>
          <a:srcRect l="27388" t="19326" r="11938" b="33633"/>
          <a:stretch/>
        </p:blipFill>
        <p:spPr>
          <a:xfrm>
            <a:off x="1303345" y="1583719"/>
            <a:ext cx="9850430" cy="4295882"/>
          </a:xfrm>
          <a:prstGeom prst="rect">
            <a:avLst/>
          </a:prstGeom>
        </p:spPr>
      </p:pic>
      <p:sp>
        <p:nvSpPr>
          <p:cNvPr id="6" name="TextBox 5">
            <a:extLst>
              <a:ext uri="{FF2B5EF4-FFF2-40B4-BE49-F238E27FC236}">
                <a16:creationId xmlns:a16="http://schemas.microsoft.com/office/drawing/2014/main" id="{1745CA13-6A12-48B4-BDF3-3B646E117B7D}"/>
              </a:ext>
            </a:extLst>
          </p:cNvPr>
          <p:cNvSpPr txBox="1"/>
          <p:nvPr/>
        </p:nvSpPr>
        <p:spPr>
          <a:xfrm>
            <a:off x="1228725" y="6181725"/>
            <a:ext cx="9925050" cy="461665"/>
          </a:xfrm>
          <a:prstGeom prst="rect">
            <a:avLst/>
          </a:prstGeom>
          <a:noFill/>
        </p:spPr>
        <p:txBody>
          <a:bodyPr wrap="square" rtlCol="0">
            <a:spAutoFit/>
          </a:bodyPr>
          <a:lstStyle/>
          <a:p>
            <a:r>
              <a:rPr lang="en-SG" sz="2400" dirty="0"/>
              <a:t>Fill the details of the product from title, description, product type and etc. </a:t>
            </a:r>
          </a:p>
        </p:txBody>
      </p:sp>
    </p:spTree>
    <p:extLst>
      <p:ext uri="{BB962C8B-B14F-4D97-AF65-F5344CB8AC3E}">
        <p14:creationId xmlns:p14="http://schemas.microsoft.com/office/powerpoint/2010/main" val="40942175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6F6B6-1304-4795-96FB-DC8C71B40231}"/>
              </a:ext>
            </a:extLst>
          </p:cNvPr>
          <p:cNvSpPr>
            <a:spLocks noGrp="1"/>
          </p:cNvSpPr>
          <p:nvPr>
            <p:ph type="title"/>
          </p:nvPr>
        </p:nvSpPr>
        <p:spPr>
          <a:xfrm>
            <a:off x="638175" y="86706"/>
            <a:ext cx="10515600" cy="1325563"/>
          </a:xfrm>
        </p:spPr>
        <p:txBody>
          <a:bodyPr>
            <a:normAutofit fontScale="90000"/>
          </a:bodyPr>
          <a:lstStyle/>
          <a:p>
            <a:r>
              <a:rPr lang="en-US" sz="5400" dirty="0"/>
              <a:t>Setting a Shopify Site (B2C)</a:t>
            </a:r>
            <a:br>
              <a:rPr lang="en-US" dirty="0"/>
            </a:br>
            <a:r>
              <a:rPr lang="en-US" b="1" dirty="0">
                <a:solidFill>
                  <a:srgbClr val="0070C0"/>
                </a:solidFill>
              </a:rPr>
              <a:t>2- Adding Product to the Shopify site</a:t>
            </a:r>
            <a:endParaRPr lang="en-SG" dirty="0"/>
          </a:p>
        </p:txBody>
      </p:sp>
      <p:sp>
        <p:nvSpPr>
          <p:cNvPr id="6" name="TextBox 5">
            <a:extLst>
              <a:ext uri="{FF2B5EF4-FFF2-40B4-BE49-F238E27FC236}">
                <a16:creationId xmlns:a16="http://schemas.microsoft.com/office/drawing/2014/main" id="{1745CA13-6A12-48B4-BDF3-3B646E117B7D}"/>
              </a:ext>
            </a:extLst>
          </p:cNvPr>
          <p:cNvSpPr txBox="1"/>
          <p:nvPr/>
        </p:nvSpPr>
        <p:spPr>
          <a:xfrm>
            <a:off x="1228725" y="6181725"/>
            <a:ext cx="9925050" cy="461665"/>
          </a:xfrm>
          <a:prstGeom prst="rect">
            <a:avLst/>
          </a:prstGeom>
          <a:noFill/>
        </p:spPr>
        <p:txBody>
          <a:bodyPr wrap="square" rtlCol="0">
            <a:spAutoFit/>
          </a:bodyPr>
          <a:lstStyle/>
          <a:p>
            <a:r>
              <a:rPr lang="en-SG" sz="2400" dirty="0"/>
              <a:t>Fill the details of the product from title, description, product type and etc. </a:t>
            </a:r>
          </a:p>
        </p:txBody>
      </p:sp>
      <p:pic>
        <p:nvPicPr>
          <p:cNvPr id="4" name="Picture 3">
            <a:extLst>
              <a:ext uri="{FF2B5EF4-FFF2-40B4-BE49-F238E27FC236}">
                <a16:creationId xmlns:a16="http://schemas.microsoft.com/office/drawing/2014/main" id="{C9DA6045-8A46-4E7B-BAB7-44AEBAB150F5}"/>
              </a:ext>
            </a:extLst>
          </p:cNvPr>
          <p:cNvPicPr>
            <a:picLocks noChangeAspect="1"/>
          </p:cNvPicPr>
          <p:nvPr/>
        </p:nvPicPr>
        <p:blipFill rotWithShape="1">
          <a:blip r:embed="rId2"/>
          <a:srcRect l="27472" t="16779" r="14804" b="29888"/>
          <a:stretch/>
        </p:blipFill>
        <p:spPr>
          <a:xfrm>
            <a:off x="1657220" y="1490128"/>
            <a:ext cx="8877560" cy="4613738"/>
          </a:xfrm>
          <a:prstGeom prst="rect">
            <a:avLst/>
          </a:prstGeom>
        </p:spPr>
      </p:pic>
    </p:spTree>
    <p:extLst>
      <p:ext uri="{BB962C8B-B14F-4D97-AF65-F5344CB8AC3E}">
        <p14:creationId xmlns:p14="http://schemas.microsoft.com/office/powerpoint/2010/main" val="3932239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6F6B6-1304-4795-96FB-DC8C71B40231}"/>
              </a:ext>
            </a:extLst>
          </p:cNvPr>
          <p:cNvSpPr>
            <a:spLocks noGrp="1"/>
          </p:cNvSpPr>
          <p:nvPr>
            <p:ph type="title"/>
          </p:nvPr>
        </p:nvSpPr>
        <p:spPr>
          <a:xfrm>
            <a:off x="638175" y="86706"/>
            <a:ext cx="10515600" cy="1325563"/>
          </a:xfrm>
        </p:spPr>
        <p:txBody>
          <a:bodyPr>
            <a:normAutofit fontScale="90000"/>
          </a:bodyPr>
          <a:lstStyle/>
          <a:p>
            <a:r>
              <a:rPr lang="en-US" sz="5400" dirty="0"/>
              <a:t>Setting a Shopify Site (B2C)</a:t>
            </a:r>
            <a:br>
              <a:rPr lang="en-US" dirty="0"/>
            </a:br>
            <a:r>
              <a:rPr lang="en-US" b="1" dirty="0">
                <a:solidFill>
                  <a:srgbClr val="0070C0"/>
                </a:solidFill>
              </a:rPr>
              <a:t>2- Adding Product to the Shopify site</a:t>
            </a:r>
            <a:endParaRPr lang="en-SG" dirty="0"/>
          </a:p>
        </p:txBody>
      </p:sp>
      <p:sp>
        <p:nvSpPr>
          <p:cNvPr id="6" name="TextBox 5">
            <a:extLst>
              <a:ext uri="{FF2B5EF4-FFF2-40B4-BE49-F238E27FC236}">
                <a16:creationId xmlns:a16="http://schemas.microsoft.com/office/drawing/2014/main" id="{1745CA13-6A12-48B4-BDF3-3B646E117B7D}"/>
              </a:ext>
            </a:extLst>
          </p:cNvPr>
          <p:cNvSpPr txBox="1"/>
          <p:nvPr/>
        </p:nvSpPr>
        <p:spPr>
          <a:xfrm>
            <a:off x="1390650" y="5798193"/>
            <a:ext cx="9191625" cy="830997"/>
          </a:xfrm>
          <a:prstGeom prst="rect">
            <a:avLst/>
          </a:prstGeom>
          <a:noFill/>
        </p:spPr>
        <p:txBody>
          <a:bodyPr wrap="square" rtlCol="0">
            <a:spAutoFit/>
          </a:bodyPr>
          <a:lstStyle/>
          <a:p>
            <a:r>
              <a:rPr lang="en-SG" sz="2400" dirty="0"/>
              <a:t>Use the images you downloaded from the Internet in Activity 7.4. You can also add Tags and make it as part of the Collection in the Home Page </a:t>
            </a:r>
          </a:p>
        </p:txBody>
      </p:sp>
      <p:pic>
        <p:nvPicPr>
          <p:cNvPr id="3" name="Picture 2">
            <a:extLst>
              <a:ext uri="{FF2B5EF4-FFF2-40B4-BE49-F238E27FC236}">
                <a16:creationId xmlns:a16="http://schemas.microsoft.com/office/drawing/2014/main" id="{2EE4EC91-5D7B-461A-B8D8-B4C1C1AC2999}"/>
              </a:ext>
            </a:extLst>
          </p:cNvPr>
          <p:cNvPicPr>
            <a:picLocks noChangeAspect="1"/>
          </p:cNvPicPr>
          <p:nvPr/>
        </p:nvPicPr>
        <p:blipFill rotWithShape="1">
          <a:blip r:embed="rId2"/>
          <a:srcRect l="26376" t="41248" r="11854" b="22697"/>
          <a:stretch/>
        </p:blipFill>
        <p:spPr>
          <a:xfrm>
            <a:off x="888811" y="1667094"/>
            <a:ext cx="10893614" cy="3914465"/>
          </a:xfrm>
          <a:prstGeom prst="rect">
            <a:avLst/>
          </a:prstGeom>
        </p:spPr>
      </p:pic>
    </p:spTree>
    <p:extLst>
      <p:ext uri="{BB962C8B-B14F-4D97-AF65-F5344CB8AC3E}">
        <p14:creationId xmlns:p14="http://schemas.microsoft.com/office/powerpoint/2010/main" val="149530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6F6B6-1304-4795-96FB-DC8C71B40231}"/>
              </a:ext>
            </a:extLst>
          </p:cNvPr>
          <p:cNvSpPr>
            <a:spLocks noGrp="1"/>
          </p:cNvSpPr>
          <p:nvPr>
            <p:ph type="title"/>
          </p:nvPr>
        </p:nvSpPr>
        <p:spPr>
          <a:xfrm>
            <a:off x="638175" y="86706"/>
            <a:ext cx="10515600" cy="1325563"/>
          </a:xfrm>
        </p:spPr>
        <p:txBody>
          <a:bodyPr>
            <a:normAutofit fontScale="90000"/>
          </a:bodyPr>
          <a:lstStyle/>
          <a:p>
            <a:r>
              <a:rPr lang="en-US" sz="5400" dirty="0"/>
              <a:t>Setting a Shopify Site (B2C)</a:t>
            </a:r>
            <a:br>
              <a:rPr lang="en-US" dirty="0"/>
            </a:br>
            <a:r>
              <a:rPr lang="en-US" b="1" dirty="0">
                <a:solidFill>
                  <a:srgbClr val="0070C0"/>
                </a:solidFill>
              </a:rPr>
              <a:t>2- Adding Product to the Shopify site</a:t>
            </a:r>
            <a:endParaRPr lang="en-SG" dirty="0"/>
          </a:p>
        </p:txBody>
      </p:sp>
      <p:sp>
        <p:nvSpPr>
          <p:cNvPr id="6" name="TextBox 5">
            <a:extLst>
              <a:ext uri="{FF2B5EF4-FFF2-40B4-BE49-F238E27FC236}">
                <a16:creationId xmlns:a16="http://schemas.microsoft.com/office/drawing/2014/main" id="{1745CA13-6A12-48B4-BDF3-3B646E117B7D}"/>
              </a:ext>
            </a:extLst>
          </p:cNvPr>
          <p:cNvSpPr txBox="1"/>
          <p:nvPr/>
        </p:nvSpPr>
        <p:spPr>
          <a:xfrm>
            <a:off x="8258174" y="2023497"/>
            <a:ext cx="3381375" cy="3785652"/>
          </a:xfrm>
          <a:prstGeom prst="rect">
            <a:avLst/>
          </a:prstGeom>
          <a:noFill/>
        </p:spPr>
        <p:txBody>
          <a:bodyPr wrap="square" rtlCol="0">
            <a:spAutoFit/>
          </a:bodyPr>
          <a:lstStyle/>
          <a:p>
            <a:r>
              <a:rPr lang="en-SG" sz="2400" dirty="0"/>
              <a:t>This section in the “Add Product” allows you to specify the price you want to sell the product, the compared price and original cost of the product. If you want to chart tax on the product tick on the “Charge tax on this product”</a:t>
            </a:r>
          </a:p>
        </p:txBody>
      </p:sp>
      <p:pic>
        <p:nvPicPr>
          <p:cNvPr id="5" name="Picture 4">
            <a:extLst>
              <a:ext uri="{FF2B5EF4-FFF2-40B4-BE49-F238E27FC236}">
                <a16:creationId xmlns:a16="http://schemas.microsoft.com/office/drawing/2014/main" id="{B2A9A58F-425F-4210-9ECF-35D8F2070980}"/>
              </a:ext>
            </a:extLst>
          </p:cNvPr>
          <p:cNvPicPr>
            <a:picLocks noChangeAspect="1"/>
          </p:cNvPicPr>
          <p:nvPr/>
        </p:nvPicPr>
        <p:blipFill rotWithShape="1">
          <a:blip r:embed="rId2"/>
          <a:srcRect l="28652" t="26667" r="34438" b="39475"/>
          <a:stretch/>
        </p:blipFill>
        <p:spPr>
          <a:xfrm>
            <a:off x="807162" y="2090172"/>
            <a:ext cx="7107082" cy="3819526"/>
          </a:xfrm>
          <a:prstGeom prst="rect">
            <a:avLst/>
          </a:prstGeom>
        </p:spPr>
      </p:pic>
    </p:spTree>
    <p:extLst>
      <p:ext uri="{BB962C8B-B14F-4D97-AF65-F5344CB8AC3E}">
        <p14:creationId xmlns:p14="http://schemas.microsoft.com/office/powerpoint/2010/main" val="24145396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6F6B6-1304-4795-96FB-DC8C71B40231}"/>
              </a:ext>
            </a:extLst>
          </p:cNvPr>
          <p:cNvSpPr>
            <a:spLocks noGrp="1"/>
          </p:cNvSpPr>
          <p:nvPr>
            <p:ph type="title"/>
          </p:nvPr>
        </p:nvSpPr>
        <p:spPr>
          <a:xfrm>
            <a:off x="638175" y="86706"/>
            <a:ext cx="10515600" cy="1325563"/>
          </a:xfrm>
        </p:spPr>
        <p:txBody>
          <a:bodyPr>
            <a:normAutofit fontScale="90000"/>
          </a:bodyPr>
          <a:lstStyle/>
          <a:p>
            <a:r>
              <a:rPr lang="en-US" sz="5400" dirty="0"/>
              <a:t>Setting a Shopify Site (B2C)</a:t>
            </a:r>
            <a:br>
              <a:rPr lang="en-US" dirty="0"/>
            </a:br>
            <a:r>
              <a:rPr lang="en-US" b="1" dirty="0">
                <a:solidFill>
                  <a:srgbClr val="0070C0"/>
                </a:solidFill>
              </a:rPr>
              <a:t>2- Adding Product to the Shopify site</a:t>
            </a:r>
            <a:endParaRPr lang="en-SG" dirty="0"/>
          </a:p>
        </p:txBody>
      </p:sp>
      <p:sp>
        <p:nvSpPr>
          <p:cNvPr id="6" name="TextBox 5">
            <a:extLst>
              <a:ext uri="{FF2B5EF4-FFF2-40B4-BE49-F238E27FC236}">
                <a16:creationId xmlns:a16="http://schemas.microsoft.com/office/drawing/2014/main" id="{1745CA13-6A12-48B4-BDF3-3B646E117B7D}"/>
              </a:ext>
            </a:extLst>
          </p:cNvPr>
          <p:cNvSpPr txBox="1"/>
          <p:nvPr/>
        </p:nvSpPr>
        <p:spPr>
          <a:xfrm>
            <a:off x="8296274" y="2480697"/>
            <a:ext cx="3381375" cy="2677656"/>
          </a:xfrm>
          <a:prstGeom prst="rect">
            <a:avLst/>
          </a:prstGeom>
          <a:noFill/>
        </p:spPr>
        <p:txBody>
          <a:bodyPr wrap="square" rtlCol="0">
            <a:spAutoFit/>
          </a:bodyPr>
          <a:lstStyle/>
          <a:p>
            <a:r>
              <a:rPr lang="en-SG" sz="2400" dirty="0"/>
              <a:t>This will allow you to provide the inventory information of the products you are selling. This is mostly applicable to physical products and not services.</a:t>
            </a:r>
          </a:p>
        </p:txBody>
      </p:sp>
      <p:pic>
        <p:nvPicPr>
          <p:cNvPr id="3" name="Picture 2">
            <a:extLst>
              <a:ext uri="{FF2B5EF4-FFF2-40B4-BE49-F238E27FC236}">
                <a16:creationId xmlns:a16="http://schemas.microsoft.com/office/drawing/2014/main" id="{D4DA30BD-F09C-4DF1-814E-3553FC127386}"/>
              </a:ext>
            </a:extLst>
          </p:cNvPr>
          <p:cNvPicPr>
            <a:picLocks noChangeAspect="1"/>
          </p:cNvPicPr>
          <p:nvPr/>
        </p:nvPicPr>
        <p:blipFill rotWithShape="1">
          <a:blip r:embed="rId2"/>
          <a:srcRect l="28652" t="29506" r="34354" b="31835"/>
          <a:stretch/>
        </p:blipFill>
        <p:spPr>
          <a:xfrm>
            <a:off x="888714" y="1904800"/>
            <a:ext cx="7150386" cy="4203090"/>
          </a:xfrm>
          <a:prstGeom prst="rect">
            <a:avLst/>
          </a:prstGeom>
        </p:spPr>
      </p:pic>
    </p:spTree>
    <p:extLst>
      <p:ext uri="{BB962C8B-B14F-4D97-AF65-F5344CB8AC3E}">
        <p14:creationId xmlns:p14="http://schemas.microsoft.com/office/powerpoint/2010/main" val="41689722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6F6B6-1304-4795-96FB-DC8C71B40231}"/>
              </a:ext>
            </a:extLst>
          </p:cNvPr>
          <p:cNvSpPr>
            <a:spLocks noGrp="1"/>
          </p:cNvSpPr>
          <p:nvPr>
            <p:ph type="title"/>
          </p:nvPr>
        </p:nvSpPr>
        <p:spPr>
          <a:xfrm>
            <a:off x="638175" y="86706"/>
            <a:ext cx="10515600" cy="1325563"/>
          </a:xfrm>
        </p:spPr>
        <p:txBody>
          <a:bodyPr>
            <a:normAutofit fontScale="90000"/>
          </a:bodyPr>
          <a:lstStyle/>
          <a:p>
            <a:r>
              <a:rPr lang="en-US" sz="5400" dirty="0"/>
              <a:t>Setting a Shopify Site (B2C)</a:t>
            </a:r>
            <a:br>
              <a:rPr lang="en-US" dirty="0"/>
            </a:br>
            <a:r>
              <a:rPr lang="en-US" b="1" dirty="0">
                <a:solidFill>
                  <a:srgbClr val="0070C0"/>
                </a:solidFill>
              </a:rPr>
              <a:t>2- Adding Product to the Shopify site</a:t>
            </a:r>
            <a:endParaRPr lang="en-SG" dirty="0"/>
          </a:p>
        </p:txBody>
      </p:sp>
      <p:grpSp>
        <p:nvGrpSpPr>
          <p:cNvPr id="12" name="Group 11">
            <a:extLst>
              <a:ext uri="{FF2B5EF4-FFF2-40B4-BE49-F238E27FC236}">
                <a16:creationId xmlns:a16="http://schemas.microsoft.com/office/drawing/2014/main" id="{3B8D8B30-0A6F-4DAF-BC26-589485D0BDBC}"/>
              </a:ext>
            </a:extLst>
          </p:cNvPr>
          <p:cNvGrpSpPr/>
          <p:nvPr/>
        </p:nvGrpSpPr>
        <p:grpSpPr>
          <a:xfrm>
            <a:off x="1295079" y="1355898"/>
            <a:ext cx="6739312" cy="5415396"/>
            <a:chOff x="1038225" y="1355898"/>
            <a:chExt cx="6739312" cy="5415396"/>
          </a:xfrm>
        </p:grpSpPr>
        <p:pic>
          <p:nvPicPr>
            <p:cNvPr id="4" name="Picture 3">
              <a:extLst>
                <a:ext uri="{FF2B5EF4-FFF2-40B4-BE49-F238E27FC236}">
                  <a16:creationId xmlns:a16="http://schemas.microsoft.com/office/drawing/2014/main" id="{E7AC97D9-722E-4FDC-A1B1-027FC0040624}"/>
                </a:ext>
              </a:extLst>
            </p:cNvPr>
            <p:cNvPicPr>
              <a:picLocks noChangeAspect="1"/>
            </p:cNvPicPr>
            <p:nvPr/>
          </p:nvPicPr>
          <p:blipFill rotWithShape="1">
            <a:blip r:embed="rId2"/>
            <a:srcRect l="28820" t="15580" r="34691" b="26142"/>
            <a:stretch/>
          </p:blipFill>
          <p:spPr>
            <a:xfrm>
              <a:off x="1038225" y="1355898"/>
              <a:ext cx="6027934" cy="5415396"/>
            </a:xfrm>
            <a:prstGeom prst="rect">
              <a:avLst/>
            </a:prstGeom>
          </p:spPr>
        </p:pic>
        <p:grpSp>
          <p:nvGrpSpPr>
            <p:cNvPr id="10" name="Group 9">
              <a:extLst>
                <a:ext uri="{FF2B5EF4-FFF2-40B4-BE49-F238E27FC236}">
                  <a16:creationId xmlns:a16="http://schemas.microsoft.com/office/drawing/2014/main" id="{89392916-192B-466D-AD1C-8DA2A9E82C08}"/>
                </a:ext>
              </a:extLst>
            </p:cNvPr>
            <p:cNvGrpSpPr/>
            <p:nvPr/>
          </p:nvGrpSpPr>
          <p:grpSpPr>
            <a:xfrm>
              <a:off x="1123950" y="3842536"/>
              <a:ext cx="6653587" cy="2824964"/>
              <a:chOff x="1123950" y="3842536"/>
              <a:chExt cx="6653587" cy="2824964"/>
            </a:xfrm>
          </p:grpSpPr>
          <p:sp>
            <p:nvSpPr>
              <p:cNvPr id="5" name="Rectangle 4">
                <a:extLst>
                  <a:ext uri="{FF2B5EF4-FFF2-40B4-BE49-F238E27FC236}">
                    <a16:creationId xmlns:a16="http://schemas.microsoft.com/office/drawing/2014/main" id="{4A4778B9-7DD6-4801-A4B0-B4CF730757DA}"/>
                  </a:ext>
                </a:extLst>
              </p:cNvPr>
              <p:cNvSpPr/>
              <p:nvPr/>
            </p:nvSpPr>
            <p:spPr>
              <a:xfrm>
                <a:off x="1123950" y="5638800"/>
                <a:ext cx="3622711" cy="10287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8" name="Straight Arrow Connector 7">
                <a:extLst>
                  <a:ext uri="{FF2B5EF4-FFF2-40B4-BE49-F238E27FC236}">
                    <a16:creationId xmlns:a16="http://schemas.microsoft.com/office/drawing/2014/main" id="{686397F0-F616-4C35-8B5D-C6EA07A14563}"/>
                  </a:ext>
                </a:extLst>
              </p:cNvPr>
              <p:cNvCxnSpPr>
                <a:cxnSpLocks/>
                <a:stCxn id="5" idx="3"/>
              </p:cNvCxnSpPr>
              <p:nvPr/>
            </p:nvCxnSpPr>
            <p:spPr>
              <a:xfrm flipV="1">
                <a:off x="4746661" y="3842536"/>
                <a:ext cx="3030876" cy="2310614"/>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11" name="TextBox 10">
            <a:extLst>
              <a:ext uri="{FF2B5EF4-FFF2-40B4-BE49-F238E27FC236}">
                <a16:creationId xmlns:a16="http://schemas.microsoft.com/office/drawing/2014/main" id="{74EAC1E8-C2FD-40C2-8F06-651B2E4B3716}"/>
              </a:ext>
            </a:extLst>
          </p:cNvPr>
          <p:cNvSpPr txBox="1"/>
          <p:nvPr/>
        </p:nvSpPr>
        <p:spPr>
          <a:xfrm>
            <a:off x="8296274" y="2480697"/>
            <a:ext cx="3381375" cy="3416320"/>
          </a:xfrm>
          <a:prstGeom prst="rect">
            <a:avLst/>
          </a:prstGeom>
          <a:noFill/>
        </p:spPr>
        <p:txBody>
          <a:bodyPr wrap="square" rtlCol="0">
            <a:spAutoFit/>
          </a:bodyPr>
          <a:lstStyle/>
          <a:p>
            <a:r>
              <a:rPr lang="en-US" sz="2400" dirty="0"/>
              <a:t>If you want to ship the product internationally, then enter the harmonized system (HS) tariff code. These codes provide customs with information so that correct tariffs can be applied to the order. </a:t>
            </a:r>
            <a:endParaRPr lang="en-SG" sz="3200" dirty="0"/>
          </a:p>
        </p:txBody>
      </p:sp>
    </p:spTree>
    <p:extLst>
      <p:ext uri="{BB962C8B-B14F-4D97-AF65-F5344CB8AC3E}">
        <p14:creationId xmlns:p14="http://schemas.microsoft.com/office/powerpoint/2010/main" val="39364874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6F6B6-1304-4795-96FB-DC8C71B40231}"/>
              </a:ext>
            </a:extLst>
          </p:cNvPr>
          <p:cNvSpPr>
            <a:spLocks noGrp="1"/>
          </p:cNvSpPr>
          <p:nvPr>
            <p:ph type="title"/>
          </p:nvPr>
        </p:nvSpPr>
        <p:spPr>
          <a:xfrm>
            <a:off x="638175" y="86706"/>
            <a:ext cx="10515600" cy="1325563"/>
          </a:xfrm>
        </p:spPr>
        <p:txBody>
          <a:bodyPr>
            <a:normAutofit fontScale="90000"/>
          </a:bodyPr>
          <a:lstStyle/>
          <a:p>
            <a:r>
              <a:rPr lang="en-US" sz="5400" dirty="0"/>
              <a:t>Setting a Shopify Site (B2C)</a:t>
            </a:r>
            <a:br>
              <a:rPr lang="en-US" dirty="0"/>
            </a:br>
            <a:r>
              <a:rPr lang="en-US" b="1" dirty="0">
                <a:solidFill>
                  <a:srgbClr val="0070C0"/>
                </a:solidFill>
              </a:rPr>
              <a:t>2- Adding Product to the Shopify site</a:t>
            </a:r>
            <a:endParaRPr lang="en-SG" dirty="0"/>
          </a:p>
        </p:txBody>
      </p:sp>
      <p:pic>
        <p:nvPicPr>
          <p:cNvPr id="3" name="Picture 2">
            <a:extLst>
              <a:ext uri="{FF2B5EF4-FFF2-40B4-BE49-F238E27FC236}">
                <a16:creationId xmlns:a16="http://schemas.microsoft.com/office/drawing/2014/main" id="{CBCDF82C-CB73-4EF0-B7C0-556FDAA61524}"/>
              </a:ext>
            </a:extLst>
          </p:cNvPr>
          <p:cNvPicPr>
            <a:picLocks noChangeAspect="1"/>
          </p:cNvPicPr>
          <p:nvPr/>
        </p:nvPicPr>
        <p:blipFill rotWithShape="1">
          <a:blip r:embed="rId2"/>
          <a:srcRect l="28314" t="35056" r="33933" b="22397"/>
          <a:stretch/>
        </p:blipFill>
        <p:spPr>
          <a:xfrm>
            <a:off x="906131" y="1934965"/>
            <a:ext cx="6894444" cy="4370586"/>
          </a:xfrm>
          <a:prstGeom prst="rect">
            <a:avLst/>
          </a:prstGeom>
        </p:spPr>
      </p:pic>
      <p:grpSp>
        <p:nvGrpSpPr>
          <p:cNvPr id="16" name="Group 15">
            <a:extLst>
              <a:ext uri="{FF2B5EF4-FFF2-40B4-BE49-F238E27FC236}">
                <a16:creationId xmlns:a16="http://schemas.microsoft.com/office/drawing/2014/main" id="{8560DB4B-A17F-4C47-AF21-78B8BB021BF9}"/>
              </a:ext>
            </a:extLst>
          </p:cNvPr>
          <p:cNvGrpSpPr/>
          <p:nvPr/>
        </p:nvGrpSpPr>
        <p:grpSpPr>
          <a:xfrm>
            <a:off x="7100487" y="1953281"/>
            <a:ext cx="4586687" cy="3924150"/>
            <a:chOff x="7100487" y="1953281"/>
            <a:chExt cx="4586687" cy="3924150"/>
          </a:xfrm>
        </p:grpSpPr>
        <p:sp>
          <p:nvSpPr>
            <p:cNvPr id="11" name="TextBox 10">
              <a:extLst>
                <a:ext uri="{FF2B5EF4-FFF2-40B4-BE49-F238E27FC236}">
                  <a16:creationId xmlns:a16="http://schemas.microsoft.com/office/drawing/2014/main" id="{74EAC1E8-C2FD-40C2-8F06-651B2E4B3716}"/>
                </a:ext>
              </a:extLst>
            </p:cNvPr>
            <p:cNvSpPr txBox="1"/>
            <p:nvPr/>
          </p:nvSpPr>
          <p:spPr>
            <a:xfrm>
              <a:off x="8515350" y="1953281"/>
              <a:ext cx="3171824" cy="1323439"/>
            </a:xfrm>
            <a:prstGeom prst="rect">
              <a:avLst/>
            </a:prstGeom>
            <a:noFill/>
          </p:spPr>
          <p:txBody>
            <a:bodyPr wrap="square" rtlCol="0">
              <a:spAutoFit/>
            </a:bodyPr>
            <a:lstStyle/>
            <a:p>
              <a:r>
                <a:rPr lang="en-US" sz="2000" dirty="0"/>
                <a:t>For a product that has variants, this section shows the options for the product, such as color and size. </a:t>
              </a:r>
              <a:endParaRPr lang="en-SG" sz="3600" dirty="0"/>
            </a:p>
          </p:txBody>
        </p:sp>
        <p:cxnSp>
          <p:nvCxnSpPr>
            <p:cNvPr id="7" name="Straight Arrow Connector 6">
              <a:extLst>
                <a:ext uri="{FF2B5EF4-FFF2-40B4-BE49-F238E27FC236}">
                  <a16:creationId xmlns:a16="http://schemas.microsoft.com/office/drawing/2014/main" id="{5134DD4B-7F20-43A0-85C0-3FDA5A9A7F52}"/>
                </a:ext>
              </a:extLst>
            </p:cNvPr>
            <p:cNvCxnSpPr>
              <a:cxnSpLocks/>
              <a:endCxn id="11" idx="1"/>
            </p:cNvCxnSpPr>
            <p:nvPr/>
          </p:nvCxnSpPr>
          <p:spPr>
            <a:xfrm>
              <a:off x="7115175" y="2615000"/>
              <a:ext cx="1400175" cy="1"/>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552C5F90-DE60-4BD5-A18A-8F415708154B}"/>
                </a:ext>
              </a:extLst>
            </p:cNvPr>
            <p:cNvCxnSpPr/>
            <p:nvPr/>
          </p:nvCxnSpPr>
          <p:spPr>
            <a:xfrm>
              <a:off x="7100487" y="4637297"/>
              <a:ext cx="1400175" cy="1"/>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86A2C4CD-7380-4951-B253-2F4A0D1FDDD3}"/>
                </a:ext>
              </a:extLst>
            </p:cNvPr>
            <p:cNvSpPr txBox="1"/>
            <p:nvPr/>
          </p:nvSpPr>
          <p:spPr>
            <a:xfrm>
              <a:off x="8515350" y="3938439"/>
              <a:ext cx="3171824" cy="1938992"/>
            </a:xfrm>
            <a:prstGeom prst="rect">
              <a:avLst/>
            </a:prstGeom>
            <a:noFill/>
          </p:spPr>
          <p:txBody>
            <a:bodyPr wrap="square" rtlCol="0">
              <a:spAutoFit/>
            </a:bodyPr>
            <a:lstStyle/>
            <a:p>
              <a:r>
                <a:rPr lang="en-US" sz="2000" dirty="0"/>
                <a:t>A preview of how your product will appear in search engine results. Click </a:t>
              </a:r>
              <a:r>
                <a:rPr lang="en-US" sz="2000" b="1" dirty="0"/>
                <a:t>Edit website SEO</a:t>
              </a:r>
              <a:r>
                <a:rPr lang="en-US" sz="2000" dirty="0"/>
                <a:t> to make changes to the preview.</a:t>
              </a:r>
              <a:endParaRPr lang="en-SG" sz="4000" dirty="0"/>
            </a:p>
          </p:txBody>
        </p:sp>
      </p:grpSp>
    </p:spTree>
    <p:extLst>
      <p:ext uri="{BB962C8B-B14F-4D97-AF65-F5344CB8AC3E}">
        <p14:creationId xmlns:p14="http://schemas.microsoft.com/office/powerpoint/2010/main" val="39843944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6F6B6-1304-4795-96FB-DC8C71B40231}"/>
              </a:ext>
            </a:extLst>
          </p:cNvPr>
          <p:cNvSpPr>
            <a:spLocks noGrp="1"/>
          </p:cNvSpPr>
          <p:nvPr>
            <p:ph type="title"/>
          </p:nvPr>
        </p:nvSpPr>
        <p:spPr>
          <a:xfrm>
            <a:off x="638175" y="86706"/>
            <a:ext cx="10515600" cy="1325563"/>
          </a:xfrm>
        </p:spPr>
        <p:txBody>
          <a:bodyPr>
            <a:normAutofit fontScale="90000"/>
          </a:bodyPr>
          <a:lstStyle/>
          <a:p>
            <a:r>
              <a:rPr lang="en-US" sz="5400" dirty="0"/>
              <a:t>Setting a Shopify Site (B2C)</a:t>
            </a:r>
            <a:br>
              <a:rPr lang="en-US" dirty="0"/>
            </a:br>
            <a:r>
              <a:rPr lang="en-US" b="1" dirty="0">
                <a:solidFill>
                  <a:srgbClr val="0070C0"/>
                </a:solidFill>
              </a:rPr>
              <a:t>2- Adding Product to the Shopify site</a:t>
            </a:r>
            <a:endParaRPr lang="en-SG" dirty="0"/>
          </a:p>
        </p:txBody>
      </p:sp>
      <p:sp>
        <p:nvSpPr>
          <p:cNvPr id="4" name="TextBox 3">
            <a:extLst>
              <a:ext uri="{FF2B5EF4-FFF2-40B4-BE49-F238E27FC236}">
                <a16:creationId xmlns:a16="http://schemas.microsoft.com/office/drawing/2014/main" id="{B69497E5-332C-4ABE-AD66-F29F315DC68C}"/>
              </a:ext>
            </a:extLst>
          </p:cNvPr>
          <p:cNvSpPr txBox="1"/>
          <p:nvPr/>
        </p:nvSpPr>
        <p:spPr>
          <a:xfrm>
            <a:off x="1089061" y="1982912"/>
            <a:ext cx="10515600" cy="4031873"/>
          </a:xfrm>
          <a:prstGeom prst="rect">
            <a:avLst/>
          </a:prstGeom>
          <a:noFill/>
        </p:spPr>
        <p:txBody>
          <a:bodyPr wrap="square" rtlCol="0">
            <a:spAutoFit/>
          </a:bodyPr>
          <a:lstStyle/>
          <a:p>
            <a:r>
              <a:rPr lang="en-SG" sz="3200" dirty="0"/>
              <a:t>For more information on each product details you can visit the link below:</a:t>
            </a:r>
          </a:p>
          <a:p>
            <a:endParaRPr lang="en-SG" sz="3200" dirty="0"/>
          </a:p>
          <a:p>
            <a:endParaRPr lang="en-SG" sz="3200" dirty="0"/>
          </a:p>
          <a:p>
            <a:r>
              <a:rPr lang="en-SG" sz="3200" dirty="0">
                <a:hlinkClick r:id="rId2"/>
              </a:rPr>
              <a:t>https://help.shopify.com/en/manual/products/details</a:t>
            </a:r>
            <a:endParaRPr lang="en-SG" sz="3200" dirty="0"/>
          </a:p>
          <a:p>
            <a:endParaRPr lang="en-SG" sz="3200" dirty="0"/>
          </a:p>
          <a:p>
            <a:endParaRPr lang="en-SG" sz="3200" dirty="0"/>
          </a:p>
          <a:p>
            <a:endParaRPr lang="en-SG" sz="3200" dirty="0"/>
          </a:p>
        </p:txBody>
      </p:sp>
    </p:spTree>
    <p:extLst>
      <p:ext uri="{BB962C8B-B14F-4D97-AF65-F5344CB8AC3E}">
        <p14:creationId xmlns:p14="http://schemas.microsoft.com/office/powerpoint/2010/main" val="15113323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6F6B6-1304-4795-96FB-DC8C71B40231}"/>
              </a:ext>
            </a:extLst>
          </p:cNvPr>
          <p:cNvSpPr>
            <a:spLocks noGrp="1"/>
          </p:cNvSpPr>
          <p:nvPr>
            <p:ph type="title"/>
          </p:nvPr>
        </p:nvSpPr>
        <p:spPr>
          <a:xfrm>
            <a:off x="638175" y="86706"/>
            <a:ext cx="10515600" cy="1325563"/>
          </a:xfrm>
        </p:spPr>
        <p:txBody>
          <a:bodyPr>
            <a:normAutofit fontScale="90000"/>
          </a:bodyPr>
          <a:lstStyle/>
          <a:p>
            <a:r>
              <a:rPr lang="en-US" sz="5400" dirty="0"/>
              <a:t>Setting a Shopify Site (B2C)</a:t>
            </a:r>
            <a:br>
              <a:rPr lang="en-US" dirty="0"/>
            </a:br>
            <a:r>
              <a:rPr lang="en-US" b="1" dirty="0">
                <a:solidFill>
                  <a:srgbClr val="0070C0"/>
                </a:solidFill>
              </a:rPr>
              <a:t>2- Adding Product to the Shopify site</a:t>
            </a:r>
            <a:endParaRPr lang="en-SG" dirty="0"/>
          </a:p>
        </p:txBody>
      </p:sp>
      <p:sp>
        <p:nvSpPr>
          <p:cNvPr id="9" name="TextBox 8">
            <a:extLst>
              <a:ext uri="{FF2B5EF4-FFF2-40B4-BE49-F238E27FC236}">
                <a16:creationId xmlns:a16="http://schemas.microsoft.com/office/drawing/2014/main" id="{352235E4-9C75-4088-B4E2-E75D2F91344F}"/>
              </a:ext>
            </a:extLst>
          </p:cNvPr>
          <p:cNvSpPr txBox="1"/>
          <p:nvPr/>
        </p:nvSpPr>
        <p:spPr>
          <a:xfrm>
            <a:off x="719191" y="5722706"/>
            <a:ext cx="3637052" cy="923330"/>
          </a:xfrm>
          <a:prstGeom prst="rect">
            <a:avLst/>
          </a:prstGeom>
          <a:noFill/>
        </p:spPr>
        <p:txBody>
          <a:bodyPr wrap="square" rtlCol="0">
            <a:spAutoFit/>
          </a:bodyPr>
          <a:lstStyle/>
          <a:p>
            <a:r>
              <a:rPr lang="en-SG" dirty="0"/>
              <a:t>Click on “Products” and </a:t>
            </a:r>
          </a:p>
          <a:p>
            <a:r>
              <a:rPr lang="en-SG" dirty="0"/>
              <a:t>“All Products” to edit the </a:t>
            </a:r>
          </a:p>
          <a:p>
            <a:r>
              <a:rPr lang="en-SG" dirty="0"/>
              <a:t>Information of the Products added</a:t>
            </a:r>
          </a:p>
        </p:txBody>
      </p:sp>
      <p:sp>
        <p:nvSpPr>
          <p:cNvPr id="14" name="TextBox 13">
            <a:extLst>
              <a:ext uri="{FF2B5EF4-FFF2-40B4-BE49-F238E27FC236}">
                <a16:creationId xmlns:a16="http://schemas.microsoft.com/office/drawing/2014/main" id="{9266F78B-881E-4402-8A97-70588590D403}"/>
              </a:ext>
            </a:extLst>
          </p:cNvPr>
          <p:cNvSpPr txBox="1"/>
          <p:nvPr/>
        </p:nvSpPr>
        <p:spPr>
          <a:xfrm>
            <a:off x="4775771" y="5825704"/>
            <a:ext cx="3637052" cy="923330"/>
          </a:xfrm>
          <a:prstGeom prst="rect">
            <a:avLst/>
          </a:prstGeom>
          <a:noFill/>
        </p:spPr>
        <p:txBody>
          <a:bodyPr wrap="square" rtlCol="0">
            <a:spAutoFit/>
          </a:bodyPr>
          <a:lstStyle/>
          <a:p>
            <a:r>
              <a:rPr lang="en-SG" dirty="0"/>
              <a:t>Click the Product Title to go to the Product Details Page and edit any information on each section</a:t>
            </a:r>
          </a:p>
        </p:txBody>
      </p:sp>
      <p:grpSp>
        <p:nvGrpSpPr>
          <p:cNvPr id="19" name="Group 18">
            <a:extLst>
              <a:ext uri="{FF2B5EF4-FFF2-40B4-BE49-F238E27FC236}">
                <a16:creationId xmlns:a16="http://schemas.microsoft.com/office/drawing/2014/main" id="{51F01316-292E-485D-B8CC-2F645D98D378}"/>
              </a:ext>
            </a:extLst>
          </p:cNvPr>
          <p:cNvGrpSpPr/>
          <p:nvPr/>
        </p:nvGrpSpPr>
        <p:grpSpPr>
          <a:xfrm>
            <a:off x="638175" y="1485900"/>
            <a:ext cx="11220450" cy="4236806"/>
            <a:chOff x="638175" y="1485900"/>
            <a:chExt cx="11220450" cy="4236806"/>
          </a:xfrm>
        </p:grpSpPr>
        <p:pic>
          <p:nvPicPr>
            <p:cNvPr id="3" name="Picture 2">
              <a:extLst>
                <a:ext uri="{FF2B5EF4-FFF2-40B4-BE49-F238E27FC236}">
                  <a16:creationId xmlns:a16="http://schemas.microsoft.com/office/drawing/2014/main" id="{06E85B83-59CD-4723-9344-AFE9379610CD}"/>
                </a:ext>
              </a:extLst>
            </p:cNvPr>
            <p:cNvPicPr>
              <a:picLocks noChangeAspect="1"/>
            </p:cNvPicPr>
            <p:nvPr/>
          </p:nvPicPr>
          <p:blipFill rotWithShape="1">
            <a:blip r:embed="rId2"/>
            <a:srcRect t="9947" b="31705"/>
            <a:stretch/>
          </p:blipFill>
          <p:spPr>
            <a:xfrm>
              <a:off x="638175" y="1485900"/>
              <a:ext cx="11220450" cy="3876675"/>
            </a:xfrm>
            <a:prstGeom prst="rect">
              <a:avLst/>
            </a:prstGeom>
          </p:spPr>
        </p:pic>
        <p:sp>
          <p:nvSpPr>
            <p:cNvPr id="5" name="Rectangle 4">
              <a:extLst>
                <a:ext uri="{FF2B5EF4-FFF2-40B4-BE49-F238E27FC236}">
                  <a16:creationId xmlns:a16="http://schemas.microsoft.com/office/drawing/2014/main" id="{AF2B1E9B-A601-41DD-9508-BBAC3B70FC43}"/>
                </a:ext>
              </a:extLst>
            </p:cNvPr>
            <p:cNvSpPr/>
            <p:nvPr/>
          </p:nvSpPr>
          <p:spPr>
            <a:xfrm>
              <a:off x="638175" y="2438400"/>
              <a:ext cx="1571625" cy="457200"/>
            </a:xfrm>
            <a:prstGeom prst="rect">
              <a:avLst/>
            </a:prstGeom>
            <a:noFill/>
            <a:ln w="412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7" name="Straight Arrow Connector 6">
              <a:extLst>
                <a:ext uri="{FF2B5EF4-FFF2-40B4-BE49-F238E27FC236}">
                  <a16:creationId xmlns:a16="http://schemas.microsoft.com/office/drawing/2014/main" id="{FBABEF0F-9C40-483A-9CBD-A9E394983771}"/>
                </a:ext>
              </a:extLst>
            </p:cNvPr>
            <p:cNvCxnSpPr>
              <a:cxnSpLocks/>
              <a:stCxn id="5" idx="2"/>
            </p:cNvCxnSpPr>
            <p:nvPr/>
          </p:nvCxnSpPr>
          <p:spPr>
            <a:xfrm>
              <a:off x="1423988" y="2895600"/>
              <a:ext cx="0" cy="2827106"/>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AC48E27D-277E-41D0-9FEF-5C2322B95667}"/>
                </a:ext>
              </a:extLst>
            </p:cNvPr>
            <p:cNvSpPr/>
            <p:nvPr/>
          </p:nvSpPr>
          <p:spPr>
            <a:xfrm>
              <a:off x="2784618" y="3851952"/>
              <a:ext cx="2958627" cy="750869"/>
            </a:xfrm>
            <a:prstGeom prst="rect">
              <a:avLst/>
            </a:prstGeom>
            <a:noFill/>
            <a:ln w="412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1" name="Straight Arrow Connector 10">
              <a:extLst>
                <a:ext uri="{FF2B5EF4-FFF2-40B4-BE49-F238E27FC236}">
                  <a16:creationId xmlns:a16="http://schemas.microsoft.com/office/drawing/2014/main" id="{C7AC7975-7958-4ACA-8D2C-35791E0B29AA}"/>
                </a:ext>
              </a:extLst>
            </p:cNvPr>
            <p:cNvCxnSpPr>
              <a:cxnSpLocks/>
            </p:cNvCxnSpPr>
            <p:nvPr/>
          </p:nvCxnSpPr>
          <p:spPr>
            <a:xfrm>
              <a:off x="4232953" y="4602821"/>
              <a:ext cx="909103" cy="111988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9745D473-0BF4-4A3E-94C1-E5BD424E8A5A}"/>
                </a:ext>
              </a:extLst>
            </p:cNvPr>
            <p:cNvSpPr/>
            <p:nvPr/>
          </p:nvSpPr>
          <p:spPr>
            <a:xfrm>
              <a:off x="10787865" y="1935854"/>
              <a:ext cx="1070760" cy="750869"/>
            </a:xfrm>
            <a:prstGeom prst="rect">
              <a:avLst/>
            </a:prstGeom>
            <a:noFill/>
            <a:ln w="412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6" name="Straight Arrow Connector 15">
              <a:extLst>
                <a:ext uri="{FF2B5EF4-FFF2-40B4-BE49-F238E27FC236}">
                  <a16:creationId xmlns:a16="http://schemas.microsoft.com/office/drawing/2014/main" id="{8B34F9FD-AD94-468C-ACFC-23B6FA71EC19}"/>
                </a:ext>
              </a:extLst>
            </p:cNvPr>
            <p:cNvCxnSpPr>
              <a:cxnSpLocks/>
            </p:cNvCxnSpPr>
            <p:nvPr/>
          </p:nvCxnSpPr>
          <p:spPr>
            <a:xfrm flipH="1">
              <a:off x="10685124" y="2686723"/>
              <a:ext cx="641439" cy="294351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18" name="TextBox 17">
            <a:extLst>
              <a:ext uri="{FF2B5EF4-FFF2-40B4-BE49-F238E27FC236}">
                <a16:creationId xmlns:a16="http://schemas.microsoft.com/office/drawing/2014/main" id="{C519BCCB-40E4-4801-AC74-1CDA3C9D3D99}"/>
              </a:ext>
            </a:extLst>
          </p:cNvPr>
          <p:cNvSpPr txBox="1"/>
          <p:nvPr/>
        </p:nvSpPr>
        <p:spPr>
          <a:xfrm>
            <a:off x="9185096" y="5812529"/>
            <a:ext cx="2585663" cy="923330"/>
          </a:xfrm>
          <a:prstGeom prst="rect">
            <a:avLst/>
          </a:prstGeom>
          <a:noFill/>
        </p:spPr>
        <p:txBody>
          <a:bodyPr wrap="square" rtlCol="0">
            <a:spAutoFit/>
          </a:bodyPr>
          <a:lstStyle/>
          <a:p>
            <a:r>
              <a:rPr lang="en-SG" dirty="0"/>
              <a:t>Click the “Add Product” to add more product records</a:t>
            </a:r>
          </a:p>
        </p:txBody>
      </p:sp>
    </p:spTree>
    <p:extLst>
      <p:ext uri="{BB962C8B-B14F-4D97-AF65-F5344CB8AC3E}">
        <p14:creationId xmlns:p14="http://schemas.microsoft.com/office/powerpoint/2010/main" val="15982141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D339F-CD4B-4FCC-AADD-4449CCA42FB7}"/>
              </a:ext>
            </a:extLst>
          </p:cNvPr>
          <p:cNvSpPr>
            <a:spLocks noGrp="1"/>
          </p:cNvSpPr>
          <p:nvPr>
            <p:ph type="title"/>
          </p:nvPr>
        </p:nvSpPr>
        <p:spPr/>
        <p:txBody>
          <a:bodyPr/>
          <a:lstStyle/>
          <a:p>
            <a:r>
              <a:rPr lang="en-SG" dirty="0"/>
              <a:t>Activity 7.5</a:t>
            </a:r>
          </a:p>
        </p:txBody>
      </p:sp>
      <p:sp>
        <p:nvSpPr>
          <p:cNvPr id="3" name="Content Placeholder 2">
            <a:extLst>
              <a:ext uri="{FF2B5EF4-FFF2-40B4-BE49-F238E27FC236}">
                <a16:creationId xmlns:a16="http://schemas.microsoft.com/office/drawing/2014/main" id="{1040C2EB-69A2-43FE-875B-BD02C0C4F430}"/>
              </a:ext>
            </a:extLst>
          </p:cNvPr>
          <p:cNvSpPr>
            <a:spLocks noGrp="1"/>
          </p:cNvSpPr>
          <p:nvPr>
            <p:ph idx="1"/>
          </p:nvPr>
        </p:nvSpPr>
        <p:spPr/>
        <p:txBody>
          <a:bodyPr/>
          <a:lstStyle/>
          <a:p>
            <a:r>
              <a:rPr lang="en-SG" dirty="0"/>
              <a:t>Refer to your book for Activity 7.5</a:t>
            </a:r>
          </a:p>
        </p:txBody>
      </p:sp>
    </p:spTree>
    <p:extLst>
      <p:ext uri="{BB962C8B-B14F-4D97-AF65-F5344CB8AC3E}">
        <p14:creationId xmlns:p14="http://schemas.microsoft.com/office/powerpoint/2010/main" val="42239773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E5D9C-4904-4CE1-B52B-2CC39A56CB31}"/>
              </a:ext>
            </a:extLst>
          </p:cNvPr>
          <p:cNvSpPr>
            <a:spLocks noGrp="1"/>
          </p:cNvSpPr>
          <p:nvPr>
            <p:ph type="title"/>
          </p:nvPr>
        </p:nvSpPr>
        <p:spPr/>
        <p:txBody>
          <a:bodyPr>
            <a:normAutofit fontScale="90000"/>
          </a:bodyPr>
          <a:lstStyle/>
          <a:p>
            <a:r>
              <a:rPr lang="en-US" sz="5400" dirty="0"/>
              <a:t>Setting a Shopify Site (B2C)</a:t>
            </a:r>
            <a:br>
              <a:rPr lang="en-US" dirty="0"/>
            </a:br>
            <a:r>
              <a:rPr lang="en-US" b="1" dirty="0">
                <a:solidFill>
                  <a:srgbClr val="0070C0"/>
                </a:solidFill>
              </a:rPr>
              <a:t>3 – To view your Shopify Site using the default site address </a:t>
            </a:r>
            <a:endParaRPr lang="en-SG" dirty="0"/>
          </a:p>
        </p:txBody>
      </p:sp>
      <p:grpSp>
        <p:nvGrpSpPr>
          <p:cNvPr id="11" name="Group 10">
            <a:extLst>
              <a:ext uri="{FF2B5EF4-FFF2-40B4-BE49-F238E27FC236}">
                <a16:creationId xmlns:a16="http://schemas.microsoft.com/office/drawing/2014/main" id="{454FC8F4-20E7-4BB9-B6AB-EE9C0E35C8AF}"/>
              </a:ext>
            </a:extLst>
          </p:cNvPr>
          <p:cNvGrpSpPr/>
          <p:nvPr/>
        </p:nvGrpSpPr>
        <p:grpSpPr>
          <a:xfrm>
            <a:off x="1028700" y="2002114"/>
            <a:ext cx="10622194" cy="4829469"/>
            <a:chOff x="1028700" y="2002114"/>
            <a:chExt cx="10622194" cy="4829469"/>
          </a:xfrm>
        </p:grpSpPr>
        <p:pic>
          <p:nvPicPr>
            <p:cNvPr id="4" name="Picture 3">
              <a:extLst>
                <a:ext uri="{FF2B5EF4-FFF2-40B4-BE49-F238E27FC236}">
                  <a16:creationId xmlns:a16="http://schemas.microsoft.com/office/drawing/2014/main" id="{E56D99DC-0714-4AB3-8667-7ACD5825542F}"/>
                </a:ext>
              </a:extLst>
            </p:cNvPr>
            <p:cNvPicPr>
              <a:picLocks noChangeAspect="1"/>
            </p:cNvPicPr>
            <p:nvPr/>
          </p:nvPicPr>
          <p:blipFill rotWithShape="1">
            <a:blip r:embed="rId2"/>
            <a:srcRect r="3438" b="13472"/>
            <a:stretch/>
          </p:blipFill>
          <p:spPr>
            <a:xfrm>
              <a:off x="1028700" y="2002114"/>
              <a:ext cx="8730278" cy="4570135"/>
            </a:xfrm>
            <a:prstGeom prst="rect">
              <a:avLst/>
            </a:prstGeom>
          </p:spPr>
        </p:pic>
        <p:sp>
          <p:nvSpPr>
            <p:cNvPr id="5" name="Rectangle 4">
              <a:extLst>
                <a:ext uri="{FF2B5EF4-FFF2-40B4-BE49-F238E27FC236}">
                  <a16:creationId xmlns:a16="http://schemas.microsoft.com/office/drawing/2014/main" id="{27826E57-858B-4B79-A1C8-E3E85376CD87}"/>
                </a:ext>
              </a:extLst>
            </p:cNvPr>
            <p:cNvSpPr/>
            <p:nvPr/>
          </p:nvSpPr>
          <p:spPr>
            <a:xfrm>
              <a:off x="2076450" y="2076450"/>
              <a:ext cx="2924175" cy="733425"/>
            </a:xfrm>
            <a:prstGeom prst="rect">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7" name="Straight Arrow Connector 6">
              <a:extLst>
                <a:ext uri="{FF2B5EF4-FFF2-40B4-BE49-F238E27FC236}">
                  <a16:creationId xmlns:a16="http://schemas.microsoft.com/office/drawing/2014/main" id="{291955EB-FCEA-48EA-94EB-E1831A993B09}"/>
                </a:ext>
              </a:extLst>
            </p:cNvPr>
            <p:cNvCxnSpPr>
              <a:cxnSpLocks/>
            </p:cNvCxnSpPr>
            <p:nvPr/>
          </p:nvCxnSpPr>
          <p:spPr>
            <a:xfrm>
              <a:off x="4345969" y="2809875"/>
              <a:ext cx="4746660" cy="1395457"/>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72A7C5C3-1B46-4722-B025-D90EE3548F37}"/>
                </a:ext>
              </a:extLst>
            </p:cNvPr>
            <p:cNvSpPr txBox="1"/>
            <p:nvPr/>
          </p:nvSpPr>
          <p:spPr>
            <a:xfrm>
              <a:off x="9092629" y="3045931"/>
              <a:ext cx="2558265" cy="3785652"/>
            </a:xfrm>
            <a:prstGeom prst="rect">
              <a:avLst/>
            </a:prstGeom>
            <a:noFill/>
          </p:spPr>
          <p:txBody>
            <a:bodyPr wrap="square" rtlCol="0">
              <a:spAutoFit/>
            </a:bodyPr>
            <a:lstStyle/>
            <a:p>
              <a:r>
                <a:rPr lang="en-SG" sz="2000" dirty="0"/>
                <a:t>In the URL type the name of your company as pre-filled during Account set-up plus the .myshopify.com</a:t>
              </a:r>
            </a:p>
            <a:p>
              <a:endParaRPr lang="en-SG" sz="2000" dirty="0"/>
            </a:p>
            <a:p>
              <a:r>
                <a:rPr lang="en-SG" sz="2000" dirty="0"/>
                <a:t>It is the default domain provided by Shopify unless you use your own purchased domain name</a:t>
              </a:r>
            </a:p>
          </p:txBody>
        </p:sp>
      </p:grpSp>
    </p:spTree>
    <p:extLst>
      <p:ext uri="{BB962C8B-B14F-4D97-AF65-F5344CB8AC3E}">
        <p14:creationId xmlns:p14="http://schemas.microsoft.com/office/powerpoint/2010/main" val="4853636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E5D9C-4904-4CE1-B52B-2CC39A56CB31}"/>
              </a:ext>
            </a:extLst>
          </p:cNvPr>
          <p:cNvSpPr>
            <a:spLocks noGrp="1"/>
          </p:cNvSpPr>
          <p:nvPr>
            <p:ph type="title"/>
          </p:nvPr>
        </p:nvSpPr>
        <p:spPr/>
        <p:txBody>
          <a:bodyPr>
            <a:normAutofit fontScale="90000"/>
          </a:bodyPr>
          <a:lstStyle/>
          <a:p>
            <a:r>
              <a:rPr lang="en-US" sz="5400" dirty="0"/>
              <a:t>Setting a Shopify Site (B2C)</a:t>
            </a:r>
            <a:br>
              <a:rPr lang="en-US" dirty="0"/>
            </a:br>
            <a:r>
              <a:rPr lang="en-US" b="1" dirty="0">
                <a:solidFill>
                  <a:srgbClr val="0070C0"/>
                </a:solidFill>
              </a:rPr>
              <a:t>3 – To view your Shopify Site using the default site address </a:t>
            </a:r>
            <a:endParaRPr lang="en-SG" dirty="0"/>
          </a:p>
        </p:txBody>
      </p:sp>
      <p:pic>
        <p:nvPicPr>
          <p:cNvPr id="3" name="Picture 2">
            <a:extLst>
              <a:ext uri="{FF2B5EF4-FFF2-40B4-BE49-F238E27FC236}">
                <a16:creationId xmlns:a16="http://schemas.microsoft.com/office/drawing/2014/main" id="{BDFC114D-68F5-4DD0-974D-DE29BC6A460D}"/>
              </a:ext>
            </a:extLst>
          </p:cNvPr>
          <p:cNvPicPr>
            <a:picLocks noChangeAspect="1"/>
          </p:cNvPicPr>
          <p:nvPr/>
        </p:nvPicPr>
        <p:blipFill rotWithShape="1">
          <a:blip r:embed="rId2"/>
          <a:srcRect l="6875" t="5324" r="2110" b="13889"/>
          <a:stretch/>
        </p:blipFill>
        <p:spPr>
          <a:xfrm>
            <a:off x="3533775" y="2304375"/>
            <a:ext cx="8029576" cy="4009046"/>
          </a:xfrm>
          <a:prstGeom prst="rect">
            <a:avLst/>
          </a:prstGeom>
        </p:spPr>
      </p:pic>
      <p:sp>
        <p:nvSpPr>
          <p:cNvPr id="6" name="TextBox 5">
            <a:extLst>
              <a:ext uri="{FF2B5EF4-FFF2-40B4-BE49-F238E27FC236}">
                <a16:creationId xmlns:a16="http://schemas.microsoft.com/office/drawing/2014/main" id="{D5DB262F-8DED-4751-99D3-F450335AD4B3}"/>
              </a:ext>
            </a:extLst>
          </p:cNvPr>
          <p:cNvSpPr txBox="1"/>
          <p:nvPr/>
        </p:nvSpPr>
        <p:spPr>
          <a:xfrm>
            <a:off x="733424" y="2824162"/>
            <a:ext cx="2162175" cy="3416320"/>
          </a:xfrm>
          <a:prstGeom prst="rect">
            <a:avLst/>
          </a:prstGeom>
          <a:noFill/>
        </p:spPr>
        <p:txBody>
          <a:bodyPr wrap="square" rtlCol="0">
            <a:spAutoFit/>
          </a:bodyPr>
          <a:lstStyle/>
          <a:p>
            <a:r>
              <a:rPr lang="en-SG" dirty="0"/>
              <a:t>This is what you will see on the Shopify site page after you enter your default Shopify site URL.</a:t>
            </a:r>
          </a:p>
          <a:p>
            <a:endParaRPr lang="en-SG" dirty="0"/>
          </a:p>
          <a:p>
            <a:r>
              <a:rPr lang="en-SG" dirty="0"/>
              <a:t>You are required to enter using the password only when the “Online Store” setting is not disabled.</a:t>
            </a:r>
          </a:p>
        </p:txBody>
      </p:sp>
    </p:spTree>
    <p:extLst>
      <p:ext uri="{BB962C8B-B14F-4D97-AF65-F5344CB8AC3E}">
        <p14:creationId xmlns:p14="http://schemas.microsoft.com/office/powerpoint/2010/main" val="9532078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E5D9C-4904-4CE1-B52B-2CC39A56CB31}"/>
              </a:ext>
            </a:extLst>
          </p:cNvPr>
          <p:cNvSpPr>
            <a:spLocks noGrp="1"/>
          </p:cNvSpPr>
          <p:nvPr>
            <p:ph type="title"/>
          </p:nvPr>
        </p:nvSpPr>
        <p:spPr/>
        <p:txBody>
          <a:bodyPr>
            <a:normAutofit fontScale="90000"/>
          </a:bodyPr>
          <a:lstStyle/>
          <a:p>
            <a:r>
              <a:rPr lang="en-US" sz="5400" dirty="0"/>
              <a:t>Setting a Shopify Site (B2C)</a:t>
            </a:r>
            <a:br>
              <a:rPr lang="en-US" dirty="0"/>
            </a:br>
            <a:r>
              <a:rPr lang="en-US" b="1" dirty="0">
                <a:solidFill>
                  <a:srgbClr val="0070C0"/>
                </a:solidFill>
              </a:rPr>
              <a:t>3 – To view your Shopify Site using the default site address </a:t>
            </a:r>
            <a:endParaRPr lang="en-SG" dirty="0"/>
          </a:p>
        </p:txBody>
      </p:sp>
      <p:sp>
        <p:nvSpPr>
          <p:cNvPr id="6" name="TextBox 5">
            <a:extLst>
              <a:ext uri="{FF2B5EF4-FFF2-40B4-BE49-F238E27FC236}">
                <a16:creationId xmlns:a16="http://schemas.microsoft.com/office/drawing/2014/main" id="{D5DB262F-8DED-4751-99D3-F450335AD4B3}"/>
              </a:ext>
            </a:extLst>
          </p:cNvPr>
          <p:cNvSpPr txBox="1"/>
          <p:nvPr/>
        </p:nvSpPr>
        <p:spPr>
          <a:xfrm>
            <a:off x="6255023" y="4007646"/>
            <a:ext cx="5223257" cy="2677656"/>
          </a:xfrm>
          <a:prstGeom prst="rect">
            <a:avLst/>
          </a:prstGeom>
          <a:noFill/>
        </p:spPr>
        <p:txBody>
          <a:bodyPr wrap="square" rtlCol="0">
            <a:spAutoFit/>
          </a:bodyPr>
          <a:lstStyle/>
          <a:p>
            <a:r>
              <a:rPr lang="en-SG" sz="2400" dirty="0"/>
              <a:t>Click the “Online Store” in the dashboard to disable the Password when visiting your Shopify site. </a:t>
            </a:r>
          </a:p>
          <a:p>
            <a:endParaRPr lang="en-SG" sz="2400" dirty="0"/>
          </a:p>
          <a:p>
            <a:r>
              <a:rPr lang="en-SG" sz="2400" dirty="0">
                <a:solidFill>
                  <a:srgbClr val="FF0000"/>
                </a:solidFill>
              </a:rPr>
              <a:t>Note: you can only disable if you pick a Shopify Plan and not using the free trial plan</a:t>
            </a:r>
          </a:p>
        </p:txBody>
      </p:sp>
      <p:grpSp>
        <p:nvGrpSpPr>
          <p:cNvPr id="17" name="Group 16">
            <a:extLst>
              <a:ext uri="{FF2B5EF4-FFF2-40B4-BE49-F238E27FC236}">
                <a16:creationId xmlns:a16="http://schemas.microsoft.com/office/drawing/2014/main" id="{0D754921-B973-4AC3-BDFF-DC9BEC39120F}"/>
              </a:ext>
            </a:extLst>
          </p:cNvPr>
          <p:cNvGrpSpPr/>
          <p:nvPr/>
        </p:nvGrpSpPr>
        <p:grpSpPr>
          <a:xfrm>
            <a:off x="2664753" y="1427596"/>
            <a:ext cx="9267825" cy="5160100"/>
            <a:chOff x="2664753" y="1427596"/>
            <a:chExt cx="9267825" cy="5160100"/>
          </a:xfrm>
        </p:grpSpPr>
        <p:pic>
          <p:nvPicPr>
            <p:cNvPr id="11" name="Picture 10">
              <a:extLst>
                <a:ext uri="{FF2B5EF4-FFF2-40B4-BE49-F238E27FC236}">
                  <a16:creationId xmlns:a16="http://schemas.microsoft.com/office/drawing/2014/main" id="{A48527B0-8AD3-4C06-BA84-56C0D3C74016}"/>
                </a:ext>
              </a:extLst>
            </p:cNvPr>
            <p:cNvPicPr>
              <a:picLocks noChangeAspect="1"/>
            </p:cNvPicPr>
            <p:nvPr/>
          </p:nvPicPr>
          <p:blipFill rotWithShape="1">
            <a:blip r:embed="rId2"/>
            <a:srcRect l="-843" t="10487" r="81124" b="28689"/>
            <a:stretch/>
          </p:blipFill>
          <p:spPr>
            <a:xfrm>
              <a:off x="2664753" y="1427596"/>
              <a:ext cx="2974048" cy="5160100"/>
            </a:xfrm>
            <a:prstGeom prst="rect">
              <a:avLst/>
            </a:prstGeom>
          </p:spPr>
        </p:pic>
        <p:sp>
          <p:nvSpPr>
            <p:cNvPr id="5" name="Rectangle 4">
              <a:extLst>
                <a:ext uri="{FF2B5EF4-FFF2-40B4-BE49-F238E27FC236}">
                  <a16:creationId xmlns:a16="http://schemas.microsoft.com/office/drawing/2014/main" id="{1A1F333E-7D58-4134-9CDA-F170C9A49154}"/>
                </a:ext>
              </a:extLst>
            </p:cNvPr>
            <p:cNvSpPr/>
            <p:nvPr/>
          </p:nvSpPr>
          <p:spPr>
            <a:xfrm>
              <a:off x="2823788" y="4743450"/>
              <a:ext cx="2003140" cy="523875"/>
            </a:xfrm>
            <a:prstGeom prst="rect">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14" name="Picture 13">
              <a:extLst>
                <a:ext uri="{FF2B5EF4-FFF2-40B4-BE49-F238E27FC236}">
                  <a16:creationId xmlns:a16="http://schemas.microsoft.com/office/drawing/2014/main" id="{4889558E-C9D7-41C4-83BF-D2651709FD0F}"/>
                </a:ext>
              </a:extLst>
            </p:cNvPr>
            <p:cNvPicPr>
              <a:picLocks noChangeAspect="1"/>
            </p:cNvPicPr>
            <p:nvPr/>
          </p:nvPicPr>
          <p:blipFill rotWithShape="1">
            <a:blip r:embed="rId3"/>
            <a:srcRect l="27031" t="18611" r="14688" b="53889"/>
            <a:stretch/>
          </p:blipFill>
          <p:spPr>
            <a:xfrm>
              <a:off x="4826928" y="1988416"/>
              <a:ext cx="7105650" cy="1885950"/>
            </a:xfrm>
            <a:prstGeom prst="rect">
              <a:avLst/>
            </a:prstGeom>
          </p:spPr>
        </p:pic>
        <p:cxnSp>
          <p:nvCxnSpPr>
            <p:cNvPr id="16" name="Straight Arrow Connector 15">
              <a:extLst>
                <a:ext uri="{FF2B5EF4-FFF2-40B4-BE49-F238E27FC236}">
                  <a16:creationId xmlns:a16="http://schemas.microsoft.com/office/drawing/2014/main" id="{EDB22786-4243-4CC4-8D6A-643D90A6A0FB}"/>
                </a:ext>
              </a:extLst>
            </p:cNvPr>
            <p:cNvCxnSpPr>
              <a:stCxn id="5" idx="3"/>
            </p:cNvCxnSpPr>
            <p:nvPr/>
          </p:nvCxnSpPr>
          <p:spPr>
            <a:xfrm flipV="1">
              <a:off x="4826928" y="3695700"/>
              <a:ext cx="973797" cy="130968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441864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E5D9C-4904-4CE1-B52B-2CC39A56CB31}"/>
              </a:ext>
            </a:extLst>
          </p:cNvPr>
          <p:cNvSpPr>
            <a:spLocks noGrp="1"/>
          </p:cNvSpPr>
          <p:nvPr>
            <p:ph type="title"/>
          </p:nvPr>
        </p:nvSpPr>
        <p:spPr/>
        <p:txBody>
          <a:bodyPr>
            <a:normAutofit fontScale="90000"/>
          </a:bodyPr>
          <a:lstStyle/>
          <a:p>
            <a:r>
              <a:rPr lang="en-US" sz="5400" dirty="0"/>
              <a:t>Setting a Shopify Site (B2C)</a:t>
            </a:r>
            <a:br>
              <a:rPr lang="en-US" dirty="0"/>
            </a:br>
            <a:r>
              <a:rPr lang="en-US" b="1" dirty="0">
                <a:solidFill>
                  <a:srgbClr val="0070C0"/>
                </a:solidFill>
              </a:rPr>
              <a:t>3 – To visit your Shopify Site using the default site address </a:t>
            </a:r>
            <a:endParaRPr lang="en-SG" dirty="0"/>
          </a:p>
        </p:txBody>
      </p:sp>
      <p:sp>
        <p:nvSpPr>
          <p:cNvPr id="6" name="TextBox 5">
            <a:extLst>
              <a:ext uri="{FF2B5EF4-FFF2-40B4-BE49-F238E27FC236}">
                <a16:creationId xmlns:a16="http://schemas.microsoft.com/office/drawing/2014/main" id="{D5DB262F-8DED-4751-99D3-F450335AD4B3}"/>
              </a:ext>
            </a:extLst>
          </p:cNvPr>
          <p:cNvSpPr txBox="1"/>
          <p:nvPr/>
        </p:nvSpPr>
        <p:spPr>
          <a:xfrm>
            <a:off x="1476375" y="5560221"/>
            <a:ext cx="9696450" cy="830997"/>
          </a:xfrm>
          <a:prstGeom prst="rect">
            <a:avLst/>
          </a:prstGeom>
          <a:noFill/>
        </p:spPr>
        <p:txBody>
          <a:bodyPr wrap="square" rtlCol="0">
            <a:spAutoFit/>
          </a:bodyPr>
          <a:lstStyle/>
          <a:p>
            <a:r>
              <a:rPr lang="en-SG" sz="2400" dirty="0">
                <a:solidFill>
                  <a:srgbClr val="FF0000"/>
                </a:solidFill>
              </a:rPr>
              <a:t>Since this is still using the free trial plan. The user of the site need to input the password to completely view the site and its pages.</a:t>
            </a:r>
          </a:p>
        </p:txBody>
      </p:sp>
      <p:pic>
        <p:nvPicPr>
          <p:cNvPr id="4" name="Picture 3">
            <a:extLst>
              <a:ext uri="{FF2B5EF4-FFF2-40B4-BE49-F238E27FC236}">
                <a16:creationId xmlns:a16="http://schemas.microsoft.com/office/drawing/2014/main" id="{31FD8BFA-D767-4B08-AA7E-DA1F59E27D8E}"/>
              </a:ext>
            </a:extLst>
          </p:cNvPr>
          <p:cNvPicPr>
            <a:picLocks noChangeAspect="1"/>
          </p:cNvPicPr>
          <p:nvPr/>
        </p:nvPicPr>
        <p:blipFill rotWithShape="1">
          <a:blip r:embed="rId2"/>
          <a:srcRect l="27815" t="35805" r="17663" b="25094"/>
          <a:stretch/>
        </p:blipFill>
        <p:spPr>
          <a:xfrm>
            <a:off x="2028825" y="1690688"/>
            <a:ext cx="9362660" cy="3776900"/>
          </a:xfrm>
          <a:prstGeom prst="rect">
            <a:avLst/>
          </a:prstGeom>
        </p:spPr>
      </p:pic>
    </p:spTree>
    <p:extLst>
      <p:ext uri="{BB962C8B-B14F-4D97-AF65-F5344CB8AC3E}">
        <p14:creationId xmlns:p14="http://schemas.microsoft.com/office/powerpoint/2010/main" val="36286139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E5D9C-4904-4CE1-B52B-2CC39A56CB31}"/>
              </a:ext>
            </a:extLst>
          </p:cNvPr>
          <p:cNvSpPr>
            <a:spLocks noGrp="1"/>
          </p:cNvSpPr>
          <p:nvPr>
            <p:ph type="title"/>
          </p:nvPr>
        </p:nvSpPr>
        <p:spPr/>
        <p:txBody>
          <a:bodyPr>
            <a:normAutofit fontScale="90000"/>
          </a:bodyPr>
          <a:lstStyle/>
          <a:p>
            <a:r>
              <a:rPr lang="en-US" sz="5400" dirty="0"/>
              <a:t>Setting a Shopify Site (B2C)</a:t>
            </a:r>
            <a:br>
              <a:rPr lang="en-US" dirty="0"/>
            </a:br>
            <a:r>
              <a:rPr lang="en-US" b="1" dirty="0">
                <a:solidFill>
                  <a:srgbClr val="0070C0"/>
                </a:solidFill>
              </a:rPr>
              <a:t>3 – To visit your Shopify Site using the default site address </a:t>
            </a:r>
            <a:endParaRPr lang="en-SG" dirty="0"/>
          </a:p>
        </p:txBody>
      </p:sp>
      <p:sp>
        <p:nvSpPr>
          <p:cNvPr id="6" name="TextBox 5">
            <a:extLst>
              <a:ext uri="{FF2B5EF4-FFF2-40B4-BE49-F238E27FC236}">
                <a16:creationId xmlns:a16="http://schemas.microsoft.com/office/drawing/2014/main" id="{D5DB262F-8DED-4751-99D3-F450335AD4B3}"/>
              </a:ext>
            </a:extLst>
          </p:cNvPr>
          <p:cNvSpPr txBox="1"/>
          <p:nvPr/>
        </p:nvSpPr>
        <p:spPr>
          <a:xfrm>
            <a:off x="1557338" y="5303046"/>
            <a:ext cx="9696450" cy="954107"/>
          </a:xfrm>
          <a:prstGeom prst="rect">
            <a:avLst/>
          </a:prstGeom>
          <a:noFill/>
        </p:spPr>
        <p:txBody>
          <a:bodyPr wrap="square" rtlCol="0">
            <a:spAutoFit/>
          </a:bodyPr>
          <a:lstStyle/>
          <a:p>
            <a:r>
              <a:rPr lang="en-SG" sz="2800" dirty="0"/>
              <a:t>Input the password as per set in the “Online Store”</a:t>
            </a:r>
            <a:r>
              <a:rPr lang="en-SG" sz="2800" dirty="0">
                <a:sym typeface="Wingdings" panose="05000000000000000000" pitchFamily="2" charset="2"/>
              </a:rPr>
              <a:t> Theme section settings.</a:t>
            </a:r>
            <a:endParaRPr lang="en-SG" sz="2800" dirty="0"/>
          </a:p>
        </p:txBody>
      </p:sp>
      <p:pic>
        <p:nvPicPr>
          <p:cNvPr id="5" name="Picture 4">
            <a:extLst>
              <a:ext uri="{FF2B5EF4-FFF2-40B4-BE49-F238E27FC236}">
                <a16:creationId xmlns:a16="http://schemas.microsoft.com/office/drawing/2014/main" id="{FB2C08E9-554D-431B-88CD-DFC26E4FD0E2}"/>
              </a:ext>
            </a:extLst>
          </p:cNvPr>
          <p:cNvPicPr>
            <a:picLocks noChangeAspect="1"/>
          </p:cNvPicPr>
          <p:nvPr/>
        </p:nvPicPr>
        <p:blipFill rotWithShape="1">
          <a:blip r:embed="rId2"/>
          <a:srcRect l="26250" t="33611" r="29921" b="32500"/>
          <a:stretch/>
        </p:blipFill>
        <p:spPr>
          <a:xfrm>
            <a:off x="2475836" y="1914525"/>
            <a:ext cx="6964104" cy="3028950"/>
          </a:xfrm>
          <a:prstGeom prst="rect">
            <a:avLst/>
          </a:prstGeom>
        </p:spPr>
      </p:pic>
    </p:spTree>
    <p:extLst>
      <p:ext uri="{BB962C8B-B14F-4D97-AF65-F5344CB8AC3E}">
        <p14:creationId xmlns:p14="http://schemas.microsoft.com/office/powerpoint/2010/main" val="3559418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7AF6A73-3AE3-444E-83FD-62265E4E6474}"/>
              </a:ext>
            </a:extLst>
          </p:cNvPr>
          <p:cNvPicPr>
            <a:picLocks noChangeAspect="1"/>
          </p:cNvPicPr>
          <p:nvPr/>
        </p:nvPicPr>
        <p:blipFill rotWithShape="1">
          <a:blip r:embed="rId2"/>
          <a:srcRect r="2500" b="6805"/>
          <a:stretch/>
        </p:blipFill>
        <p:spPr>
          <a:xfrm>
            <a:off x="885825" y="950792"/>
            <a:ext cx="10668000" cy="5735758"/>
          </a:xfrm>
          <a:prstGeom prst="rect">
            <a:avLst/>
          </a:prstGeom>
        </p:spPr>
      </p:pic>
      <p:sp>
        <p:nvSpPr>
          <p:cNvPr id="5" name="TextBox 4">
            <a:extLst>
              <a:ext uri="{FF2B5EF4-FFF2-40B4-BE49-F238E27FC236}">
                <a16:creationId xmlns:a16="http://schemas.microsoft.com/office/drawing/2014/main" id="{AC8288A7-BA87-46F1-85AE-14F9104652A6}"/>
              </a:ext>
            </a:extLst>
          </p:cNvPr>
          <p:cNvSpPr txBox="1"/>
          <p:nvPr/>
        </p:nvSpPr>
        <p:spPr>
          <a:xfrm>
            <a:off x="742950" y="171450"/>
            <a:ext cx="9324975" cy="523220"/>
          </a:xfrm>
          <a:prstGeom prst="rect">
            <a:avLst/>
          </a:prstGeom>
          <a:noFill/>
        </p:spPr>
        <p:txBody>
          <a:bodyPr wrap="square" rtlCol="0">
            <a:spAutoFit/>
          </a:bodyPr>
          <a:lstStyle/>
          <a:p>
            <a:r>
              <a:rPr lang="en-SG" sz="2800" dirty="0"/>
              <a:t>Contents of the HOME Page of the newly created Shopify site</a:t>
            </a:r>
          </a:p>
        </p:txBody>
      </p:sp>
    </p:spTree>
    <p:extLst>
      <p:ext uri="{BB962C8B-B14F-4D97-AF65-F5344CB8AC3E}">
        <p14:creationId xmlns:p14="http://schemas.microsoft.com/office/powerpoint/2010/main" val="6300626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38B56CA-0B8D-4C1D-89F6-32A505EF3996}"/>
              </a:ext>
            </a:extLst>
          </p:cNvPr>
          <p:cNvPicPr>
            <a:picLocks noChangeAspect="1"/>
          </p:cNvPicPr>
          <p:nvPr/>
        </p:nvPicPr>
        <p:blipFill rotWithShape="1">
          <a:blip r:embed="rId2"/>
          <a:srcRect r="-703" b="7917"/>
          <a:stretch/>
        </p:blipFill>
        <p:spPr>
          <a:xfrm>
            <a:off x="1095376" y="1253585"/>
            <a:ext cx="9477372" cy="4874706"/>
          </a:xfrm>
          <a:prstGeom prst="rect">
            <a:avLst/>
          </a:prstGeom>
        </p:spPr>
      </p:pic>
      <p:sp>
        <p:nvSpPr>
          <p:cNvPr id="6" name="TextBox 5">
            <a:extLst>
              <a:ext uri="{FF2B5EF4-FFF2-40B4-BE49-F238E27FC236}">
                <a16:creationId xmlns:a16="http://schemas.microsoft.com/office/drawing/2014/main" id="{1243381E-48B2-4CE9-B487-AA3FD0400F41}"/>
              </a:ext>
            </a:extLst>
          </p:cNvPr>
          <p:cNvSpPr txBox="1"/>
          <p:nvPr/>
        </p:nvSpPr>
        <p:spPr>
          <a:xfrm>
            <a:off x="742950" y="171450"/>
            <a:ext cx="9324975" cy="523220"/>
          </a:xfrm>
          <a:prstGeom prst="rect">
            <a:avLst/>
          </a:prstGeom>
          <a:noFill/>
        </p:spPr>
        <p:txBody>
          <a:bodyPr wrap="square" rtlCol="0">
            <a:spAutoFit/>
          </a:bodyPr>
          <a:lstStyle/>
          <a:p>
            <a:r>
              <a:rPr lang="en-SG" sz="2800" dirty="0"/>
              <a:t>Contents of the HOME Page of the newly created Shopify site</a:t>
            </a:r>
          </a:p>
        </p:txBody>
      </p:sp>
    </p:spTree>
    <p:extLst>
      <p:ext uri="{BB962C8B-B14F-4D97-AF65-F5344CB8AC3E}">
        <p14:creationId xmlns:p14="http://schemas.microsoft.com/office/powerpoint/2010/main" val="143448198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51F1B09-5ADD-4524-BB29-68E185F9A4A3}"/>
              </a:ext>
            </a:extLst>
          </p:cNvPr>
          <p:cNvPicPr>
            <a:picLocks noChangeAspect="1"/>
          </p:cNvPicPr>
          <p:nvPr/>
        </p:nvPicPr>
        <p:blipFill rotWithShape="1">
          <a:blip r:embed="rId2"/>
          <a:srcRect r="1250" b="12917"/>
          <a:stretch/>
        </p:blipFill>
        <p:spPr>
          <a:xfrm>
            <a:off x="838200" y="1202464"/>
            <a:ext cx="10801350" cy="5357948"/>
          </a:xfrm>
          <a:prstGeom prst="rect">
            <a:avLst/>
          </a:prstGeom>
        </p:spPr>
      </p:pic>
      <p:sp>
        <p:nvSpPr>
          <p:cNvPr id="5" name="TextBox 4">
            <a:extLst>
              <a:ext uri="{FF2B5EF4-FFF2-40B4-BE49-F238E27FC236}">
                <a16:creationId xmlns:a16="http://schemas.microsoft.com/office/drawing/2014/main" id="{C67A63E0-0F43-4489-B859-B28EB0BE8E90}"/>
              </a:ext>
            </a:extLst>
          </p:cNvPr>
          <p:cNvSpPr txBox="1"/>
          <p:nvPr/>
        </p:nvSpPr>
        <p:spPr>
          <a:xfrm>
            <a:off x="742950" y="171450"/>
            <a:ext cx="9324975" cy="523220"/>
          </a:xfrm>
          <a:prstGeom prst="rect">
            <a:avLst/>
          </a:prstGeom>
          <a:noFill/>
        </p:spPr>
        <p:txBody>
          <a:bodyPr wrap="square" rtlCol="0">
            <a:spAutoFit/>
          </a:bodyPr>
          <a:lstStyle/>
          <a:p>
            <a:r>
              <a:rPr lang="en-SG" sz="2800" dirty="0"/>
              <a:t>Contents of the HOME Page of the newly created Shopify site</a:t>
            </a:r>
          </a:p>
        </p:txBody>
      </p:sp>
    </p:spTree>
    <p:extLst>
      <p:ext uri="{BB962C8B-B14F-4D97-AF65-F5344CB8AC3E}">
        <p14:creationId xmlns:p14="http://schemas.microsoft.com/office/powerpoint/2010/main" val="18027070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77CA0E1-EA8A-4552-BD58-C025EA7A6F1B}"/>
              </a:ext>
            </a:extLst>
          </p:cNvPr>
          <p:cNvPicPr>
            <a:picLocks noChangeAspect="1"/>
          </p:cNvPicPr>
          <p:nvPr/>
        </p:nvPicPr>
        <p:blipFill rotWithShape="1">
          <a:blip r:embed="rId2"/>
          <a:srcRect r="2656" b="30556"/>
          <a:stretch/>
        </p:blipFill>
        <p:spPr>
          <a:xfrm>
            <a:off x="933450" y="1585767"/>
            <a:ext cx="10646092" cy="4272108"/>
          </a:xfrm>
          <a:prstGeom prst="rect">
            <a:avLst/>
          </a:prstGeom>
        </p:spPr>
      </p:pic>
      <p:sp>
        <p:nvSpPr>
          <p:cNvPr id="5" name="TextBox 4">
            <a:extLst>
              <a:ext uri="{FF2B5EF4-FFF2-40B4-BE49-F238E27FC236}">
                <a16:creationId xmlns:a16="http://schemas.microsoft.com/office/drawing/2014/main" id="{6E4D83B2-FFE1-486F-8E6D-4AF93E38B7E0}"/>
              </a:ext>
            </a:extLst>
          </p:cNvPr>
          <p:cNvSpPr txBox="1"/>
          <p:nvPr/>
        </p:nvSpPr>
        <p:spPr>
          <a:xfrm>
            <a:off x="742950" y="171450"/>
            <a:ext cx="9324975" cy="523220"/>
          </a:xfrm>
          <a:prstGeom prst="rect">
            <a:avLst/>
          </a:prstGeom>
          <a:noFill/>
        </p:spPr>
        <p:txBody>
          <a:bodyPr wrap="square" rtlCol="0">
            <a:spAutoFit/>
          </a:bodyPr>
          <a:lstStyle/>
          <a:p>
            <a:r>
              <a:rPr lang="en-SG" sz="2800" dirty="0"/>
              <a:t>Contents of the HOME Page of the newly created Shopify site</a:t>
            </a:r>
          </a:p>
        </p:txBody>
      </p:sp>
    </p:spTree>
    <p:extLst>
      <p:ext uri="{BB962C8B-B14F-4D97-AF65-F5344CB8AC3E}">
        <p14:creationId xmlns:p14="http://schemas.microsoft.com/office/powerpoint/2010/main" val="23620740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E4D83B2-FFE1-486F-8E6D-4AF93E38B7E0}"/>
              </a:ext>
            </a:extLst>
          </p:cNvPr>
          <p:cNvSpPr txBox="1"/>
          <p:nvPr/>
        </p:nvSpPr>
        <p:spPr>
          <a:xfrm>
            <a:off x="742950" y="171450"/>
            <a:ext cx="9324975" cy="523220"/>
          </a:xfrm>
          <a:prstGeom prst="rect">
            <a:avLst/>
          </a:prstGeom>
          <a:noFill/>
        </p:spPr>
        <p:txBody>
          <a:bodyPr wrap="square" rtlCol="0">
            <a:spAutoFit/>
          </a:bodyPr>
          <a:lstStyle/>
          <a:p>
            <a:r>
              <a:rPr lang="en-SG" sz="2800" dirty="0"/>
              <a:t>Contents of the HOME Page of the newly created Shopify site</a:t>
            </a:r>
          </a:p>
        </p:txBody>
      </p:sp>
      <p:pic>
        <p:nvPicPr>
          <p:cNvPr id="3" name="Picture 2">
            <a:extLst>
              <a:ext uri="{FF2B5EF4-FFF2-40B4-BE49-F238E27FC236}">
                <a16:creationId xmlns:a16="http://schemas.microsoft.com/office/drawing/2014/main" id="{59BB4CE8-E5EC-4EE8-A0B3-EE1C469276B2}"/>
              </a:ext>
            </a:extLst>
          </p:cNvPr>
          <p:cNvPicPr>
            <a:picLocks noChangeAspect="1"/>
          </p:cNvPicPr>
          <p:nvPr/>
        </p:nvPicPr>
        <p:blipFill rotWithShape="1">
          <a:blip r:embed="rId2"/>
          <a:srcRect r="731" b="15506"/>
          <a:stretch/>
        </p:blipFill>
        <p:spPr>
          <a:xfrm>
            <a:off x="904127" y="1015572"/>
            <a:ext cx="10689932" cy="5118099"/>
          </a:xfrm>
          <a:prstGeom prst="rect">
            <a:avLst/>
          </a:prstGeom>
        </p:spPr>
      </p:pic>
    </p:spTree>
    <p:extLst>
      <p:ext uri="{BB962C8B-B14F-4D97-AF65-F5344CB8AC3E}">
        <p14:creationId xmlns:p14="http://schemas.microsoft.com/office/powerpoint/2010/main" val="20707201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E4D83B2-FFE1-486F-8E6D-4AF93E38B7E0}"/>
              </a:ext>
            </a:extLst>
          </p:cNvPr>
          <p:cNvSpPr txBox="1"/>
          <p:nvPr/>
        </p:nvSpPr>
        <p:spPr>
          <a:xfrm>
            <a:off x="742950" y="171450"/>
            <a:ext cx="9324975" cy="523220"/>
          </a:xfrm>
          <a:prstGeom prst="rect">
            <a:avLst/>
          </a:prstGeom>
          <a:noFill/>
        </p:spPr>
        <p:txBody>
          <a:bodyPr wrap="square" rtlCol="0">
            <a:spAutoFit/>
          </a:bodyPr>
          <a:lstStyle/>
          <a:p>
            <a:r>
              <a:rPr lang="en-SG" sz="2800" dirty="0"/>
              <a:t>Contents of the HOME Page of the newly created Shopify site</a:t>
            </a:r>
          </a:p>
        </p:txBody>
      </p:sp>
      <p:pic>
        <p:nvPicPr>
          <p:cNvPr id="2" name="Picture 1">
            <a:extLst>
              <a:ext uri="{FF2B5EF4-FFF2-40B4-BE49-F238E27FC236}">
                <a16:creationId xmlns:a16="http://schemas.microsoft.com/office/drawing/2014/main" id="{27B94E85-250D-41D5-8EF3-76A8903D9E59}"/>
              </a:ext>
            </a:extLst>
          </p:cNvPr>
          <p:cNvPicPr>
            <a:picLocks noChangeAspect="1"/>
          </p:cNvPicPr>
          <p:nvPr/>
        </p:nvPicPr>
        <p:blipFill rotWithShape="1">
          <a:blip r:embed="rId2"/>
          <a:srcRect l="3371" r="983" b="12659"/>
          <a:stretch/>
        </p:blipFill>
        <p:spPr>
          <a:xfrm>
            <a:off x="952501" y="984053"/>
            <a:ext cx="10425700" cy="5355228"/>
          </a:xfrm>
          <a:prstGeom prst="rect">
            <a:avLst/>
          </a:prstGeom>
        </p:spPr>
      </p:pic>
    </p:spTree>
    <p:extLst>
      <p:ext uri="{BB962C8B-B14F-4D97-AF65-F5344CB8AC3E}">
        <p14:creationId xmlns:p14="http://schemas.microsoft.com/office/powerpoint/2010/main" val="264439821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E4D83B2-FFE1-486F-8E6D-4AF93E38B7E0}"/>
              </a:ext>
            </a:extLst>
          </p:cNvPr>
          <p:cNvSpPr txBox="1"/>
          <p:nvPr/>
        </p:nvSpPr>
        <p:spPr>
          <a:xfrm>
            <a:off x="742950" y="171450"/>
            <a:ext cx="9324975" cy="523220"/>
          </a:xfrm>
          <a:prstGeom prst="rect">
            <a:avLst/>
          </a:prstGeom>
          <a:noFill/>
        </p:spPr>
        <p:txBody>
          <a:bodyPr wrap="square" rtlCol="0">
            <a:spAutoFit/>
          </a:bodyPr>
          <a:lstStyle/>
          <a:p>
            <a:r>
              <a:rPr lang="en-SG" sz="2800" dirty="0"/>
              <a:t>Contents of the Product Catalog Page of the newly created site</a:t>
            </a:r>
          </a:p>
        </p:txBody>
      </p:sp>
      <p:pic>
        <p:nvPicPr>
          <p:cNvPr id="3" name="Picture 2">
            <a:extLst>
              <a:ext uri="{FF2B5EF4-FFF2-40B4-BE49-F238E27FC236}">
                <a16:creationId xmlns:a16="http://schemas.microsoft.com/office/drawing/2014/main" id="{9F76141B-E5BB-4250-9B24-781FD4F8B2B6}"/>
              </a:ext>
            </a:extLst>
          </p:cNvPr>
          <p:cNvPicPr>
            <a:picLocks noChangeAspect="1"/>
          </p:cNvPicPr>
          <p:nvPr/>
        </p:nvPicPr>
        <p:blipFill rotWithShape="1">
          <a:blip r:embed="rId2"/>
          <a:srcRect r="1994" b="6217"/>
          <a:stretch/>
        </p:blipFill>
        <p:spPr>
          <a:xfrm>
            <a:off x="1009651" y="1054734"/>
            <a:ext cx="10462944" cy="5631816"/>
          </a:xfrm>
          <a:prstGeom prst="rect">
            <a:avLst/>
          </a:prstGeom>
        </p:spPr>
      </p:pic>
      <p:sp>
        <p:nvSpPr>
          <p:cNvPr id="4" name="TextBox 3">
            <a:extLst>
              <a:ext uri="{FF2B5EF4-FFF2-40B4-BE49-F238E27FC236}">
                <a16:creationId xmlns:a16="http://schemas.microsoft.com/office/drawing/2014/main" id="{86122818-E35A-478C-8A7F-9EA3EFADD66F}"/>
              </a:ext>
            </a:extLst>
          </p:cNvPr>
          <p:cNvSpPr txBox="1"/>
          <p:nvPr/>
        </p:nvSpPr>
        <p:spPr>
          <a:xfrm>
            <a:off x="6391275" y="4143375"/>
            <a:ext cx="4686300" cy="1815882"/>
          </a:xfrm>
          <a:prstGeom prst="rect">
            <a:avLst/>
          </a:prstGeom>
          <a:noFill/>
        </p:spPr>
        <p:txBody>
          <a:bodyPr wrap="square" rtlCol="0">
            <a:spAutoFit/>
          </a:bodyPr>
          <a:lstStyle/>
          <a:p>
            <a:r>
              <a:rPr lang="en-SG" sz="2800" dirty="0">
                <a:solidFill>
                  <a:srgbClr val="FF0000"/>
                </a:solidFill>
              </a:rPr>
              <a:t>Take note if you had added the 10 products as per suggested in Activity 7.5 then you will see a list of products on this page.</a:t>
            </a:r>
          </a:p>
        </p:txBody>
      </p:sp>
    </p:spTree>
    <p:extLst>
      <p:ext uri="{BB962C8B-B14F-4D97-AF65-F5344CB8AC3E}">
        <p14:creationId xmlns:p14="http://schemas.microsoft.com/office/powerpoint/2010/main" val="9547384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D339F-CD4B-4FCC-AADD-4449CCA42FB7}"/>
              </a:ext>
            </a:extLst>
          </p:cNvPr>
          <p:cNvSpPr>
            <a:spLocks noGrp="1"/>
          </p:cNvSpPr>
          <p:nvPr>
            <p:ph type="title"/>
          </p:nvPr>
        </p:nvSpPr>
        <p:spPr/>
        <p:txBody>
          <a:bodyPr/>
          <a:lstStyle/>
          <a:p>
            <a:r>
              <a:rPr lang="en-SG" b="1" u="sng" dirty="0"/>
              <a:t>Portfolio</a:t>
            </a:r>
            <a:r>
              <a:rPr lang="en-SG" dirty="0"/>
              <a:t> – Setting a Shopify Site and Add Products</a:t>
            </a:r>
          </a:p>
        </p:txBody>
      </p:sp>
      <p:sp>
        <p:nvSpPr>
          <p:cNvPr id="3" name="Content Placeholder 2">
            <a:extLst>
              <a:ext uri="{FF2B5EF4-FFF2-40B4-BE49-F238E27FC236}">
                <a16:creationId xmlns:a16="http://schemas.microsoft.com/office/drawing/2014/main" id="{1040C2EB-69A2-43FE-875B-BD02C0C4F430}"/>
              </a:ext>
            </a:extLst>
          </p:cNvPr>
          <p:cNvSpPr>
            <a:spLocks noGrp="1"/>
          </p:cNvSpPr>
          <p:nvPr>
            <p:ph idx="1"/>
          </p:nvPr>
        </p:nvSpPr>
        <p:spPr/>
        <p:txBody>
          <a:bodyPr/>
          <a:lstStyle/>
          <a:p>
            <a:pPr marL="0" indent="0">
              <a:buNone/>
            </a:pPr>
            <a:r>
              <a:rPr lang="en-SG" dirty="0"/>
              <a:t>The contents of your portfolio for this lesson are the following:</a:t>
            </a:r>
          </a:p>
          <a:p>
            <a:pPr marL="0" indent="0">
              <a:buNone/>
            </a:pPr>
            <a:endParaRPr lang="en-SG" dirty="0"/>
          </a:p>
          <a:p>
            <a:r>
              <a:rPr lang="en-SG" dirty="0"/>
              <a:t>Account set-up and account information in Shopify </a:t>
            </a:r>
          </a:p>
          <a:p>
            <a:r>
              <a:rPr lang="en-SG" dirty="0"/>
              <a:t>The Catalog page of your Shopify site will have ten (10) product information and details.</a:t>
            </a:r>
          </a:p>
          <a:p>
            <a:endParaRPr lang="en-SG" dirty="0"/>
          </a:p>
        </p:txBody>
      </p:sp>
    </p:spTree>
    <p:extLst>
      <p:ext uri="{BB962C8B-B14F-4D97-AF65-F5344CB8AC3E}">
        <p14:creationId xmlns:p14="http://schemas.microsoft.com/office/powerpoint/2010/main" val="34893385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200</TotalTime>
  <Words>1953</Words>
  <Application>Microsoft Office PowerPoint</Application>
  <PresentationFormat>Widescreen</PresentationFormat>
  <Paragraphs>148</Paragraphs>
  <Slides>52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52</vt:i4>
      </vt:variant>
    </vt:vector>
  </HeadingPairs>
  <TitlesOfParts>
    <vt:vector size="57" baseType="lpstr">
      <vt:lpstr>Abadi</vt:lpstr>
      <vt:lpstr>Arial</vt:lpstr>
      <vt:lpstr>Calibri</vt:lpstr>
      <vt:lpstr>Calibri Light</vt:lpstr>
      <vt:lpstr>Office Theme</vt:lpstr>
      <vt:lpstr>Digital Business and               E-Commerce Management</vt:lpstr>
      <vt:lpstr>Setting a Shopify Site (B2C) Part 1</vt:lpstr>
      <vt:lpstr>Activity 7.1</vt:lpstr>
      <vt:lpstr>What is Business-to-Consumer (B2C)?</vt:lpstr>
      <vt:lpstr>What is Business-to-Consumer (B2C)? (Five business models of B2C sales)</vt:lpstr>
      <vt:lpstr>E-commerce Platforms and Shopping Cart Software</vt:lpstr>
      <vt:lpstr>E-commerce Platforms and Shopping Cart Software</vt:lpstr>
      <vt:lpstr>E-commerce Platforms and Shopping Cart Software</vt:lpstr>
      <vt:lpstr>E-commerce Platforms and Shopping Cart Software</vt:lpstr>
      <vt:lpstr>Activity 7.2</vt:lpstr>
      <vt:lpstr>What is Shopify and how does it work?</vt:lpstr>
      <vt:lpstr>What is Shopify and how does it work?</vt:lpstr>
      <vt:lpstr>Pre-Planning your Shopify Store</vt:lpstr>
      <vt:lpstr>Pre-Planning your Shopify Store (The way to start your Shopify store is asking by yourself some questions like these)</vt:lpstr>
      <vt:lpstr>Pre-Planning your Shopify Store (The way to start your Shopify store is asking by yourself some questions like these)</vt:lpstr>
      <vt:lpstr>Activity 7.3</vt:lpstr>
      <vt:lpstr>Shopify Pricing – How much does Shopify Cost?</vt:lpstr>
      <vt:lpstr>Setting a Shopify Site (B2C) 1- Sign up for Shopify</vt:lpstr>
      <vt:lpstr>Setting a Shopify Site (B2C) 1- Sign up for Shopify</vt:lpstr>
      <vt:lpstr>Setting a Shopify Site (B2C) 1- Sign up for Shopify</vt:lpstr>
      <vt:lpstr>Setting a Shopify Site (B2C) 1- Sign up for Shopify</vt:lpstr>
      <vt:lpstr>Setting a Shopify Site (B2C) 1- Sign up for Shopify</vt:lpstr>
      <vt:lpstr>Setting a Shopify Site (B2C) 1- Sign up for Shopify</vt:lpstr>
      <vt:lpstr>Setting a Shopify Site (B2C) 1- Sign up for Shopify</vt:lpstr>
      <vt:lpstr>Setting a Shopify Site (B2C)</vt:lpstr>
      <vt:lpstr>Activity 7.4</vt:lpstr>
      <vt:lpstr>Setting a Shopify Site (B2C) 2- Adding Product to the Shopify site</vt:lpstr>
      <vt:lpstr>Setting a Shopify Site (B2C) 2- Adding Product to the Shopify site</vt:lpstr>
      <vt:lpstr>Setting a Shopify Site (B2C) 2- Adding Product to the Shopify site</vt:lpstr>
      <vt:lpstr>Setting a Shopify Site (B2C) 2- Adding Product to the Shopify site</vt:lpstr>
      <vt:lpstr>Setting a Shopify Site (B2C) 2- Adding Product to the Shopify site</vt:lpstr>
      <vt:lpstr>Setting a Shopify Site (B2C) 2- Adding Product to the Shopify site</vt:lpstr>
      <vt:lpstr>Setting a Shopify Site (B2C) 2- Adding Product to the Shopify site</vt:lpstr>
      <vt:lpstr>Setting a Shopify Site (B2C) 2- Adding Product to the Shopify site</vt:lpstr>
      <vt:lpstr>Setting a Shopify Site (B2C) 2- Adding Product to the Shopify site</vt:lpstr>
      <vt:lpstr>Setting a Shopify Site (B2C) 2- Adding Product to the Shopify site</vt:lpstr>
      <vt:lpstr>Setting a Shopify Site (B2C) 2- Adding Product to the Shopify site</vt:lpstr>
      <vt:lpstr>Setting a Shopify Site (B2C) 2- Adding Product to the Shopify site</vt:lpstr>
      <vt:lpstr>Activity 7.5</vt:lpstr>
      <vt:lpstr>Setting a Shopify Site (B2C) 3 – To view your Shopify Site using the default site address </vt:lpstr>
      <vt:lpstr>Setting a Shopify Site (B2C) 3 – To view your Shopify Site using the default site address </vt:lpstr>
      <vt:lpstr>Setting a Shopify Site (B2C) 3 – To view your Shopify Site using the default site address </vt:lpstr>
      <vt:lpstr>Setting a Shopify Site (B2C) 3 – To visit your Shopify Site using the default site address </vt:lpstr>
      <vt:lpstr>Setting a Shopify Site (B2C) 3 – To visit your Shopify Site using the default site address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Portfolio – Setting a Shopify Site and Add Products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Business and               E-Commerce Management</dc:title>
  <dc:creator>Marie Chris Soque</dc:creator>
  <cp:lastModifiedBy>Marie Chris Soque</cp:lastModifiedBy>
  <cp:revision>73</cp:revision>
  <dcterms:created xsi:type="dcterms:W3CDTF">2020-04-14T03:44:33Z</dcterms:created>
  <dcterms:modified xsi:type="dcterms:W3CDTF">2020-04-15T00:18:13Z</dcterms:modified>
</cp:coreProperties>
</file>