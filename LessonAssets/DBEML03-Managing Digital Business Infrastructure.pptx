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4"/>
  </p:notesMasterIdLst>
  <p:sldIdLst>
    <p:sldId id="256" r:id="rId2"/>
    <p:sldId id="257" r:id="rId3"/>
    <p:sldId id="258" r:id="rId4"/>
    <p:sldId id="259" r:id="rId5"/>
    <p:sldId id="279" r:id="rId6"/>
    <p:sldId id="280" r:id="rId7"/>
    <p:sldId id="260" r:id="rId8"/>
    <p:sldId id="281" r:id="rId9"/>
    <p:sldId id="282" r:id="rId10"/>
    <p:sldId id="261" r:id="rId11"/>
    <p:sldId id="262" r:id="rId12"/>
    <p:sldId id="263" r:id="rId13"/>
    <p:sldId id="264" r:id="rId14"/>
    <p:sldId id="266" r:id="rId15"/>
    <p:sldId id="265" r:id="rId16"/>
    <p:sldId id="267" r:id="rId17"/>
    <p:sldId id="268" r:id="rId18"/>
    <p:sldId id="270" r:id="rId19"/>
    <p:sldId id="269" r:id="rId20"/>
    <p:sldId id="271" r:id="rId21"/>
    <p:sldId id="272" r:id="rId22"/>
    <p:sldId id="273" r:id="rId23"/>
    <p:sldId id="275" r:id="rId24"/>
    <p:sldId id="274" r:id="rId25"/>
    <p:sldId id="276" r:id="rId26"/>
    <p:sldId id="277" r:id="rId27"/>
    <p:sldId id="283" r:id="rId28"/>
    <p:sldId id="284" r:id="rId29"/>
    <p:sldId id="287" r:id="rId30"/>
    <p:sldId id="288" r:id="rId31"/>
    <p:sldId id="289" r:id="rId32"/>
    <p:sldId id="285" r:id="rId33"/>
    <p:sldId id="286" r:id="rId34"/>
    <p:sldId id="290" r:id="rId35"/>
    <p:sldId id="291" r:id="rId36"/>
    <p:sldId id="292" r:id="rId37"/>
    <p:sldId id="293" r:id="rId38"/>
    <p:sldId id="294" r:id="rId39"/>
    <p:sldId id="296" r:id="rId40"/>
    <p:sldId id="297" r:id="rId41"/>
    <p:sldId id="298" r:id="rId42"/>
    <p:sldId id="299" r:id="rId4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9B5D836-9832-4018-BE27-271922FD5A2D}" v="2" dt="2020-04-09T03:14:03.312"/>
    <p1510:client id="{5656A1A0-8119-4DDC-987A-96CC9F4F6F4F}" v="47" dt="2020-04-09T05:11:26.914"/>
    <p1510:client id="{F6EC3869-9C89-4C52-8A5D-5D74F43AA94A}" v="939" dt="2020-04-09T02:50:48.94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67" d="100"/>
          <a:sy n="67" d="100"/>
        </p:scale>
        <p:origin x="604" y="44"/>
      </p:cViewPr>
      <p:guideLst/>
    </p:cSldViewPr>
  </p:slideViewPr>
  <p:notesTextViewPr>
    <p:cViewPr>
      <p:scale>
        <a:sx n="1" d="1"/>
        <a:sy n="1" d="1"/>
      </p:scale>
      <p:origin x="0" y="0"/>
    </p:cViewPr>
  </p:notesTextViewPr>
  <p:notesViewPr>
    <p:cSldViewPr snapToGrid="0">
      <p:cViewPr varScale="1">
        <p:scale>
          <a:sx n="87" d="100"/>
          <a:sy n="87" d="100"/>
        </p:scale>
        <p:origin x="3840" y="9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50" Type="http://schemas.microsoft.com/office/2015/10/relationships/revisionInfo" Target="revisionInfo.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ony Toe" userId="8901cf30983edc6b" providerId="LiveId" clId="{C1442F02-3345-4BB8-8B0E-23C8E3F94CAE}"/>
    <pc:docChg chg="undo custSel mod addSld modSld modMainMaster">
      <pc:chgData name="Tony Toe" userId="8901cf30983edc6b" providerId="LiveId" clId="{C1442F02-3345-4BB8-8B0E-23C8E3F94CAE}" dt="2018-11-09T08:53:22.890" v="1735" actId="20577"/>
      <pc:docMkLst>
        <pc:docMk/>
      </pc:docMkLst>
      <pc:sldChg chg="addSp delSp modSp add mod setBg">
        <pc:chgData name="Tony Toe" userId="8901cf30983edc6b" providerId="LiveId" clId="{C1442F02-3345-4BB8-8B0E-23C8E3F94CAE}" dt="2018-11-07T03:53:50.766" v="1417" actId="14100"/>
        <pc:sldMkLst>
          <pc:docMk/>
          <pc:sldMk cId="2878228141" sldId="259"/>
        </pc:sldMkLst>
        <pc:spChg chg="mod">
          <ac:chgData name="Tony Toe" userId="8901cf30983edc6b" providerId="LiveId" clId="{C1442F02-3345-4BB8-8B0E-23C8E3F94CAE}" dt="2018-11-07T02:39:52.629" v="8" actId="20577"/>
          <ac:spMkLst>
            <pc:docMk/>
            <pc:sldMk cId="2878228141" sldId="259"/>
            <ac:spMk id="2" creationId="{3695336E-06B7-426C-8AC1-BDC6371EE292}"/>
          </ac:spMkLst>
        </pc:spChg>
        <pc:spChg chg="mod">
          <ac:chgData name="Tony Toe" userId="8901cf30983edc6b" providerId="LiveId" clId="{C1442F02-3345-4BB8-8B0E-23C8E3F94CAE}" dt="2018-11-07T03:53:50.766" v="1417" actId="14100"/>
          <ac:spMkLst>
            <pc:docMk/>
            <pc:sldMk cId="2878228141" sldId="259"/>
            <ac:spMk id="3" creationId="{0493722E-AC09-4849-9057-7BBCE811B926}"/>
          </ac:spMkLst>
        </pc:spChg>
        <pc:spChg chg="add del">
          <ac:chgData name="Tony Toe" userId="8901cf30983edc6b" providerId="LiveId" clId="{C1442F02-3345-4BB8-8B0E-23C8E3F94CAE}" dt="2018-11-07T02:38:35.854" v="2" actId="478"/>
          <ac:spMkLst>
            <pc:docMk/>
            <pc:sldMk cId="2878228141" sldId="259"/>
            <ac:spMk id="4" creationId="{816C93EB-31D2-4026-9714-1D432D7FCA03}"/>
          </ac:spMkLst>
        </pc:spChg>
        <pc:picChg chg="add del mod">
          <ac:chgData name="Tony Toe" userId="8901cf30983edc6b" providerId="LiveId" clId="{C1442F02-3345-4BB8-8B0E-23C8E3F94CAE}" dt="2018-11-07T03:53:44.648" v="1415" actId="478"/>
          <ac:picMkLst>
            <pc:docMk/>
            <pc:sldMk cId="2878228141" sldId="259"/>
            <ac:picMk id="1028" creationId="{1CAD0328-5E1A-49B6-8DBA-C3EC54AFDBF5}"/>
          </ac:picMkLst>
        </pc:picChg>
      </pc:sldChg>
      <pc:sldChg chg="modSp add">
        <pc:chgData name="Tony Toe" userId="8901cf30983edc6b" providerId="LiveId" clId="{C1442F02-3345-4BB8-8B0E-23C8E3F94CAE}" dt="2018-11-07T02:47:13.229" v="65" actId="20577"/>
        <pc:sldMkLst>
          <pc:docMk/>
          <pc:sldMk cId="1900627532" sldId="260"/>
        </pc:sldMkLst>
        <pc:spChg chg="mod">
          <ac:chgData name="Tony Toe" userId="8901cf30983edc6b" providerId="LiveId" clId="{C1442F02-3345-4BB8-8B0E-23C8E3F94CAE}" dt="2018-11-07T02:40:56.142" v="33" actId="20577"/>
          <ac:spMkLst>
            <pc:docMk/>
            <pc:sldMk cId="1900627532" sldId="260"/>
            <ac:spMk id="2" creationId="{45F803A7-FACA-4F16-B76C-A9AB4CDF6334}"/>
          </ac:spMkLst>
        </pc:spChg>
        <pc:spChg chg="mod">
          <ac:chgData name="Tony Toe" userId="8901cf30983edc6b" providerId="LiveId" clId="{C1442F02-3345-4BB8-8B0E-23C8E3F94CAE}" dt="2018-11-07T02:47:13.229" v="65" actId="20577"/>
          <ac:spMkLst>
            <pc:docMk/>
            <pc:sldMk cId="1900627532" sldId="260"/>
            <ac:spMk id="3" creationId="{A3A52AE1-D289-4E7A-88F2-F05F7F4EDB0D}"/>
          </ac:spMkLst>
        </pc:spChg>
      </pc:sldChg>
      <pc:sldChg chg="addSp delSp modSp add mod setBg">
        <pc:chgData name="Tony Toe" userId="8901cf30983edc6b" providerId="LiveId" clId="{C1442F02-3345-4BB8-8B0E-23C8E3F94CAE}" dt="2018-11-07T02:48:15.523" v="134" actId="26606"/>
        <pc:sldMkLst>
          <pc:docMk/>
          <pc:sldMk cId="113529752" sldId="261"/>
        </pc:sldMkLst>
        <pc:spChg chg="mod">
          <ac:chgData name="Tony Toe" userId="8901cf30983edc6b" providerId="LiveId" clId="{C1442F02-3345-4BB8-8B0E-23C8E3F94CAE}" dt="2018-11-07T02:48:15.523" v="134" actId="26606"/>
          <ac:spMkLst>
            <pc:docMk/>
            <pc:sldMk cId="113529752" sldId="261"/>
            <ac:spMk id="2" creationId="{EEB12D6D-EBBC-42A7-A5F6-857F56F83A98}"/>
          </ac:spMkLst>
        </pc:spChg>
        <pc:spChg chg="del">
          <ac:chgData name="Tony Toe" userId="8901cf30983edc6b" providerId="LiveId" clId="{C1442F02-3345-4BB8-8B0E-23C8E3F94CAE}" dt="2018-11-07T02:47:48.649" v="131" actId="26606"/>
          <ac:spMkLst>
            <pc:docMk/>
            <pc:sldMk cId="113529752" sldId="261"/>
            <ac:spMk id="3" creationId="{509542F9-F69C-4EB1-8492-84FD69DF1DCA}"/>
          </ac:spMkLst>
        </pc:spChg>
        <pc:graphicFrameChg chg="add mod modGraphic">
          <ac:chgData name="Tony Toe" userId="8901cf30983edc6b" providerId="LiveId" clId="{C1442F02-3345-4BB8-8B0E-23C8E3F94CAE}" dt="2018-11-07T02:48:15.523" v="134" actId="26606"/>
          <ac:graphicFrameMkLst>
            <pc:docMk/>
            <pc:sldMk cId="113529752" sldId="261"/>
            <ac:graphicFrameMk id="4" creationId="{1C9A4696-1632-48E4-8722-567C739AB91B}"/>
          </ac:graphicFrameMkLst>
        </pc:graphicFrameChg>
      </pc:sldChg>
      <pc:sldChg chg="addSp modSp add">
        <pc:chgData name="Tony Toe" userId="8901cf30983edc6b" providerId="LiveId" clId="{C1442F02-3345-4BB8-8B0E-23C8E3F94CAE}" dt="2018-11-07T02:51:21.716" v="234" actId="20577"/>
        <pc:sldMkLst>
          <pc:docMk/>
          <pc:sldMk cId="3969558563" sldId="262"/>
        </pc:sldMkLst>
        <pc:spChg chg="mod">
          <ac:chgData name="Tony Toe" userId="8901cf30983edc6b" providerId="LiveId" clId="{C1442F02-3345-4BB8-8B0E-23C8E3F94CAE}" dt="2018-11-07T02:48:27.173" v="154" actId="20577"/>
          <ac:spMkLst>
            <pc:docMk/>
            <pc:sldMk cId="3969558563" sldId="262"/>
            <ac:spMk id="2" creationId="{5F131AFE-C8A2-4D1F-BD60-9842204D5183}"/>
          </ac:spMkLst>
        </pc:spChg>
        <pc:spChg chg="mod">
          <ac:chgData name="Tony Toe" userId="8901cf30983edc6b" providerId="LiveId" clId="{C1442F02-3345-4BB8-8B0E-23C8E3F94CAE}" dt="2018-11-07T02:49:18.077" v="205" actId="20577"/>
          <ac:spMkLst>
            <pc:docMk/>
            <pc:sldMk cId="3969558563" sldId="262"/>
            <ac:spMk id="3" creationId="{A7D5A1EC-D487-4379-B861-BFD03ABBEDF2}"/>
          </ac:spMkLst>
        </pc:spChg>
        <pc:spChg chg="add mod">
          <ac:chgData name="Tony Toe" userId="8901cf30983edc6b" providerId="LiveId" clId="{C1442F02-3345-4BB8-8B0E-23C8E3F94CAE}" dt="2018-11-07T02:49:43.518" v="213" actId="1076"/>
          <ac:spMkLst>
            <pc:docMk/>
            <pc:sldMk cId="3969558563" sldId="262"/>
            <ac:spMk id="4" creationId="{65F0777D-C1B3-4AC9-8236-74EAE95320B6}"/>
          </ac:spMkLst>
        </pc:spChg>
        <pc:spChg chg="add mod">
          <ac:chgData name="Tony Toe" userId="8901cf30983edc6b" providerId="LiveId" clId="{C1442F02-3345-4BB8-8B0E-23C8E3F94CAE}" dt="2018-11-07T02:50:50.878" v="219" actId="1076"/>
          <ac:spMkLst>
            <pc:docMk/>
            <pc:sldMk cId="3969558563" sldId="262"/>
            <ac:spMk id="5" creationId="{4D661E92-FEE9-4003-A583-1C73125C079E}"/>
          </ac:spMkLst>
        </pc:spChg>
        <pc:spChg chg="add mod">
          <ac:chgData name="Tony Toe" userId="8901cf30983edc6b" providerId="LiveId" clId="{C1442F02-3345-4BB8-8B0E-23C8E3F94CAE}" dt="2018-11-07T02:51:21.716" v="234" actId="20577"/>
          <ac:spMkLst>
            <pc:docMk/>
            <pc:sldMk cId="3969558563" sldId="262"/>
            <ac:spMk id="6" creationId="{935E57C7-408F-45E9-A6DD-6FD9D2A09C31}"/>
          </ac:spMkLst>
        </pc:spChg>
      </pc:sldChg>
      <pc:sldChg chg="modSp add">
        <pc:chgData name="Tony Toe" userId="8901cf30983edc6b" providerId="LiveId" clId="{C1442F02-3345-4BB8-8B0E-23C8E3F94CAE}" dt="2018-11-07T02:52:17.709" v="290" actId="20577"/>
        <pc:sldMkLst>
          <pc:docMk/>
          <pc:sldMk cId="559869889" sldId="263"/>
        </pc:sldMkLst>
        <pc:spChg chg="mod">
          <ac:chgData name="Tony Toe" userId="8901cf30983edc6b" providerId="LiveId" clId="{C1442F02-3345-4BB8-8B0E-23C8E3F94CAE}" dt="2018-11-07T02:52:03.525" v="247" actId="20577"/>
          <ac:spMkLst>
            <pc:docMk/>
            <pc:sldMk cId="559869889" sldId="263"/>
            <ac:spMk id="2" creationId="{381301AC-9853-4354-A499-D62DDE9405F5}"/>
          </ac:spMkLst>
        </pc:spChg>
        <pc:spChg chg="mod">
          <ac:chgData name="Tony Toe" userId="8901cf30983edc6b" providerId="LiveId" clId="{C1442F02-3345-4BB8-8B0E-23C8E3F94CAE}" dt="2018-11-07T02:52:17.709" v="290" actId="20577"/>
          <ac:spMkLst>
            <pc:docMk/>
            <pc:sldMk cId="559869889" sldId="263"/>
            <ac:spMk id="3" creationId="{A848DCD5-3BE6-4EC6-A161-81F30994B542}"/>
          </ac:spMkLst>
        </pc:spChg>
      </pc:sldChg>
      <pc:sldChg chg="modSp add">
        <pc:chgData name="Tony Toe" userId="8901cf30983edc6b" providerId="LiveId" clId="{C1442F02-3345-4BB8-8B0E-23C8E3F94CAE}" dt="2018-11-07T02:53:39.390" v="311" actId="20577"/>
        <pc:sldMkLst>
          <pc:docMk/>
          <pc:sldMk cId="2663059022" sldId="264"/>
        </pc:sldMkLst>
        <pc:spChg chg="mod">
          <ac:chgData name="Tony Toe" userId="8901cf30983edc6b" providerId="LiveId" clId="{C1442F02-3345-4BB8-8B0E-23C8E3F94CAE}" dt="2018-11-07T02:53:02.812" v="304" actId="20577"/>
          <ac:spMkLst>
            <pc:docMk/>
            <pc:sldMk cId="2663059022" sldId="264"/>
            <ac:spMk id="2" creationId="{56C38C1D-E5D3-491E-AB5C-FD264E405F84}"/>
          </ac:spMkLst>
        </pc:spChg>
        <pc:spChg chg="mod">
          <ac:chgData name="Tony Toe" userId="8901cf30983edc6b" providerId="LiveId" clId="{C1442F02-3345-4BB8-8B0E-23C8E3F94CAE}" dt="2018-11-07T02:53:39.390" v="311" actId="20577"/>
          <ac:spMkLst>
            <pc:docMk/>
            <pc:sldMk cId="2663059022" sldId="264"/>
            <ac:spMk id="3" creationId="{D170DBF4-03B0-46C7-8921-AC850D27F341}"/>
          </ac:spMkLst>
        </pc:spChg>
      </pc:sldChg>
      <pc:sldChg chg="modSp add">
        <pc:chgData name="Tony Toe" userId="8901cf30983edc6b" providerId="LiveId" clId="{C1442F02-3345-4BB8-8B0E-23C8E3F94CAE}" dt="2018-11-07T02:54:18.012" v="332" actId="20577"/>
        <pc:sldMkLst>
          <pc:docMk/>
          <pc:sldMk cId="767239538" sldId="265"/>
        </pc:sldMkLst>
        <pc:spChg chg="mod">
          <ac:chgData name="Tony Toe" userId="8901cf30983edc6b" providerId="LiveId" clId="{C1442F02-3345-4BB8-8B0E-23C8E3F94CAE}" dt="2018-11-07T02:54:02.781" v="326" actId="20577"/>
          <ac:spMkLst>
            <pc:docMk/>
            <pc:sldMk cId="767239538" sldId="265"/>
            <ac:spMk id="2" creationId="{D5DA16FE-8B01-4D89-9A03-706D9BB3FA13}"/>
          </ac:spMkLst>
        </pc:spChg>
        <pc:spChg chg="mod">
          <ac:chgData name="Tony Toe" userId="8901cf30983edc6b" providerId="LiveId" clId="{C1442F02-3345-4BB8-8B0E-23C8E3F94CAE}" dt="2018-11-07T02:54:18.012" v="332" actId="20577"/>
          <ac:spMkLst>
            <pc:docMk/>
            <pc:sldMk cId="767239538" sldId="265"/>
            <ac:spMk id="3" creationId="{AD2B53B1-8061-44BD-95CC-40420DB8CBE5}"/>
          </ac:spMkLst>
        </pc:spChg>
      </pc:sldChg>
      <pc:sldChg chg="addSp modSp add">
        <pc:chgData name="Tony Toe" userId="8901cf30983edc6b" providerId="LiveId" clId="{C1442F02-3345-4BB8-8B0E-23C8E3F94CAE}" dt="2018-11-07T02:56:07.607" v="468" actId="1076"/>
        <pc:sldMkLst>
          <pc:docMk/>
          <pc:sldMk cId="2036393543" sldId="266"/>
        </pc:sldMkLst>
        <pc:spChg chg="mod">
          <ac:chgData name="Tony Toe" userId="8901cf30983edc6b" providerId="LiveId" clId="{C1442F02-3345-4BB8-8B0E-23C8E3F94CAE}" dt="2018-11-07T02:55:19.723" v="413" actId="20577"/>
          <ac:spMkLst>
            <pc:docMk/>
            <pc:sldMk cId="2036393543" sldId="266"/>
            <ac:spMk id="2" creationId="{CAAE499C-48D2-4FF9-9C18-FE32A3DA42D3}"/>
          </ac:spMkLst>
        </pc:spChg>
        <pc:spChg chg="mod">
          <ac:chgData name="Tony Toe" userId="8901cf30983edc6b" providerId="LiveId" clId="{C1442F02-3345-4BB8-8B0E-23C8E3F94CAE}" dt="2018-11-07T02:55:43.388" v="460" actId="20577"/>
          <ac:spMkLst>
            <pc:docMk/>
            <pc:sldMk cId="2036393543" sldId="266"/>
            <ac:spMk id="3" creationId="{5A577533-217A-4D1C-8533-D565EC3A1507}"/>
          </ac:spMkLst>
        </pc:spChg>
        <pc:spChg chg="add mod">
          <ac:chgData name="Tony Toe" userId="8901cf30983edc6b" providerId="LiveId" clId="{C1442F02-3345-4BB8-8B0E-23C8E3F94CAE}" dt="2018-11-07T02:56:07.607" v="468" actId="1076"/>
          <ac:spMkLst>
            <pc:docMk/>
            <pc:sldMk cId="2036393543" sldId="266"/>
            <ac:spMk id="4" creationId="{3B37C893-FE76-45E0-9010-2C273797A4CD}"/>
          </ac:spMkLst>
        </pc:spChg>
      </pc:sldChg>
      <pc:sldChg chg="addSp modSp add">
        <pc:chgData name="Tony Toe" userId="8901cf30983edc6b" providerId="LiveId" clId="{C1442F02-3345-4BB8-8B0E-23C8E3F94CAE}" dt="2018-11-07T03:02:05.063" v="475" actId="1076"/>
        <pc:sldMkLst>
          <pc:docMk/>
          <pc:sldMk cId="2616453588" sldId="267"/>
        </pc:sldMkLst>
        <pc:spChg chg="add mod">
          <ac:chgData name="Tony Toe" userId="8901cf30983edc6b" providerId="LiveId" clId="{C1442F02-3345-4BB8-8B0E-23C8E3F94CAE}" dt="2018-11-07T03:02:05.063" v="475" actId="1076"/>
          <ac:spMkLst>
            <pc:docMk/>
            <pc:sldMk cId="2616453588" sldId="267"/>
            <ac:spMk id="4" creationId="{972503FA-87D8-4690-9B27-39B72E6FEEF2}"/>
          </ac:spMkLst>
        </pc:spChg>
      </pc:sldChg>
      <pc:sldChg chg="addSp modSp add">
        <pc:chgData name="Tony Toe" userId="8901cf30983edc6b" providerId="LiveId" clId="{C1442F02-3345-4BB8-8B0E-23C8E3F94CAE}" dt="2018-11-07T03:23:44.043" v="697" actId="13926"/>
        <pc:sldMkLst>
          <pc:docMk/>
          <pc:sldMk cId="1867288806" sldId="268"/>
        </pc:sldMkLst>
        <pc:spChg chg="mod">
          <ac:chgData name="Tony Toe" userId="8901cf30983edc6b" providerId="LiveId" clId="{C1442F02-3345-4BB8-8B0E-23C8E3F94CAE}" dt="2018-11-07T03:21:49.203" v="560" actId="20577"/>
          <ac:spMkLst>
            <pc:docMk/>
            <pc:sldMk cId="1867288806" sldId="268"/>
            <ac:spMk id="2" creationId="{FFB80AD2-0F53-4F63-9C39-445785BC8CC8}"/>
          </ac:spMkLst>
        </pc:spChg>
        <pc:spChg chg="mod">
          <ac:chgData name="Tony Toe" userId="8901cf30983edc6b" providerId="LiveId" clId="{C1442F02-3345-4BB8-8B0E-23C8E3F94CAE}" dt="2018-11-07T03:23:44.043" v="697" actId="13926"/>
          <ac:spMkLst>
            <pc:docMk/>
            <pc:sldMk cId="1867288806" sldId="268"/>
            <ac:spMk id="3" creationId="{EDAEE099-9176-44BC-908E-F9E0EB7AC08A}"/>
          </ac:spMkLst>
        </pc:spChg>
        <pc:spChg chg="add mod">
          <ac:chgData name="Tony Toe" userId="8901cf30983edc6b" providerId="LiveId" clId="{C1442F02-3345-4BB8-8B0E-23C8E3F94CAE}" dt="2018-11-07T03:13:17.815" v="485" actId="1076"/>
          <ac:spMkLst>
            <pc:docMk/>
            <pc:sldMk cId="1867288806" sldId="268"/>
            <ac:spMk id="4" creationId="{61BFF04E-3C15-46A9-BD09-A562632B2385}"/>
          </ac:spMkLst>
        </pc:spChg>
      </pc:sldChg>
      <pc:sldChg chg="modSp add">
        <pc:chgData name="Tony Toe" userId="8901cf30983edc6b" providerId="LiveId" clId="{C1442F02-3345-4BB8-8B0E-23C8E3F94CAE}" dt="2018-11-07T03:24:16.345" v="747" actId="20577"/>
        <pc:sldMkLst>
          <pc:docMk/>
          <pc:sldMk cId="1395854422" sldId="269"/>
        </pc:sldMkLst>
        <pc:spChg chg="mod">
          <ac:chgData name="Tony Toe" userId="8901cf30983edc6b" providerId="LiveId" clId="{C1442F02-3345-4BB8-8B0E-23C8E3F94CAE}" dt="2018-11-07T03:24:06.186" v="712" actId="20577"/>
          <ac:spMkLst>
            <pc:docMk/>
            <pc:sldMk cId="1395854422" sldId="269"/>
            <ac:spMk id="2" creationId="{307E50DE-A596-4547-AC5F-B36ADA737D9C}"/>
          </ac:spMkLst>
        </pc:spChg>
        <pc:spChg chg="mod">
          <ac:chgData name="Tony Toe" userId="8901cf30983edc6b" providerId="LiveId" clId="{C1442F02-3345-4BB8-8B0E-23C8E3F94CAE}" dt="2018-11-07T03:24:16.345" v="747" actId="20577"/>
          <ac:spMkLst>
            <pc:docMk/>
            <pc:sldMk cId="1395854422" sldId="269"/>
            <ac:spMk id="3" creationId="{4CCFF443-4F39-41CB-9279-D4203F0AA836}"/>
          </ac:spMkLst>
        </pc:spChg>
      </pc:sldChg>
      <pc:sldChg chg="addSp modSp add">
        <pc:chgData name="Tony Toe" userId="8901cf30983edc6b" providerId="LiveId" clId="{C1442F02-3345-4BB8-8B0E-23C8E3F94CAE}" dt="2018-11-07T03:25:47.010" v="804" actId="1076"/>
        <pc:sldMkLst>
          <pc:docMk/>
          <pc:sldMk cId="3231123048" sldId="270"/>
        </pc:sldMkLst>
        <pc:spChg chg="mod">
          <ac:chgData name="Tony Toe" userId="8901cf30983edc6b" providerId="LiveId" clId="{C1442F02-3345-4BB8-8B0E-23C8E3F94CAE}" dt="2018-11-07T03:25:10.275" v="782" actId="20577"/>
          <ac:spMkLst>
            <pc:docMk/>
            <pc:sldMk cId="3231123048" sldId="270"/>
            <ac:spMk id="2" creationId="{17D525A4-FA0D-4B6A-89EB-086373F965A4}"/>
          </ac:spMkLst>
        </pc:spChg>
        <pc:spChg chg="mod">
          <ac:chgData name="Tony Toe" userId="8901cf30983edc6b" providerId="LiveId" clId="{C1442F02-3345-4BB8-8B0E-23C8E3F94CAE}" dt="2018-11-07T03:25:17.129" v="802" actId="20577"/>
          <ac:spMkLst>
            <pc:docMk/>
            <pc:sldMk cId="3231123048" sldId="270"/>
            <ac:spMk id="3" creationId="{855CD4D5-F530-40B6-B0E4-2C0F3E49ADA0}"/>
          </ac:spMkLst>
        </pc:spChg>
        <pc:spChg chg="add mod">
          <ac:chgData name="Tony Toe" userId="8901cf30983edc6b" providerId="LiveId" clId="{C1442F02-3345-4BB8-8B0E-23C8E3F94CAE}" dt="2018-11-07T03:25:47.010" v="804" actId="1076"/>
          <ac:spMkLst>
            <pc:docMk/>
            <pc:sldMk cId="3231123048" sldId="270"/>
            <ac:spMk id="4" creationId="{B2929AF2-E606-4604-B7BE-09C0B9FC731D}"/>
          </ac:spMkLst>
        </pc:spChg>
      </pc:sldChg>
      <pc:sldChg chg="addSp modSp add">
        <pc:chgData name="Tony Toe" userId="8901cf30983edc6b" providerId="LiveId" clId="{C1442F02-3345-4BB8-8B0E-23C8E3F94CAE}" dt="2018-11-07T03:27:28.563" v="842" actId="313"/>
        <pc:sldMkLst>
          <pc:docMk/>
          <pc:sldMk cId="2226938883" sldId="271"/>
        </pc:sldMkLst>
        <pc:spChg chg="mod">
          <ac:chgData name="Tony Toe" userId="8901cf30983edc6b" providerId="LiveId" clId="{C1442F02-3345-4BB8-8B0E-23C8E3F94CAE}" dt="2018-11-07T03:27:28.563" v="842" actId="313"/>
          <ac:spMkLst>
            <pc:docMk/>
            <pc:sldMk cId="2226938883" sldId="271"/>
            <ac:spMk id="2" creationId="{A33D42EA-4F61-4A75-8A34-428F5477EE5B}"/>
          </ac:spMkLst>
        </pc:spChg>
        <pc:spChg chg="mod">
          <ac:chgData name="Tony Toe" userId="8901cf30983edc6b" providerId="LiveId" clId="{C1442F02-3345-4BB8-8B0E-23C8E3F94CAE}" dt="2018-11-07T03:26:56.939" v="833" actId="313"/>
          <ac:spMkLst>
            <pc:docMk/>
            <pc:sldMk cId="2226938883" sldId="271"/>
            <ac:spMk id="3" creationId="{D2898233-4A8B-4FC8-9357-7D461A4B2BA7}"/>
          </ac:spMkLst>
        </pc:spChg>
        <pc:spChg chg="add mod">
          <ac:chgData name="Tony Toe" userId="8901cf30983edc6b" providerId="LiveId" clId="{C1442F02-3345-4BB8-8B0E-23C8E3F94CAE}" dt="2018-11-07T03:27:26.223" v="841" actId="13926"/>
          <ac:spMkLst>
            <pc:docMk/>
            <pc:sldMk cId="2226938883" sldId="271"/>
            <ac:spMk id="4" creationId="{CB4F1EEB-0FB4-472A-9480-C01B4FDBD131}"/>
          </ac:spMkLst>
        </pc:spChg>
      </pc:sldChg>
      <pc:sldChg chg="modSp add">
        <pc:chgData name="Tony Toe" userId="8901cf30983edc6b" providerId="LiveId" clId="{C1442F02-3345-4BB8-8B0E-23C8E3F94CAE}" dt="2018-11-07T03:27:52.250" v="892" actId="20577"/>
        <pc:sldMkLst>
          <pc:docMk/>
          <pc:sldMk cId="1347873503" sldId="272"/>
        </pc:sldMkLst>
        <pc:spChg chg="mod">
          <ac:chgData name="Tony Toe" userId="8901cf30983edc6b" providerId="LiveId" clId="{C1442F02-3345-4BB8-8B0E-23C8E3F94CAE}" dt="2018-11-07T03:27:41.722" v="855" actId="20577"/>
          <ac:spMkLst>
            <pc:docMk/>
            <pc:sldMk cId="1347873503" sldId="272"/>
            <ac:spMk id="2" creationId="{BC1E6C45-5A91-4137-800A-D9BB4E569DD3}"/>
          </ac:spMkLst>
        </pc:spChg>
        <pc:spChg chg="mod">
          <ac:chgData name="Tony Toe" userId="8901cf30983edc6b" providerId="LiveId" clId="{C1442F02-3345-4BB8-8B0E-23C8E3F94CAE}" dt="2018-11-07T03:27:52.250" v="892" actId="20577"/>
          <ac:spMkLst>
            <pc:docMk/>
            <pc:sldMk cId="1347873503" sldId="272"/>
            <ac:spMk id="3" creationId="{63F16016-25AA-440C-9266-145D9817099E}"/>
          </ac:spMkLst>
        </pc:spChg>
      </pc:sldChg>
      <pc:sldChg chg="addSp modSp add">
        <pc:chgData name="Tony Toe" userId="8901cf30983edc6b" providerId="LiveId" clId="{C1442F02-3345-4BB8-8B0E-23C8E3F94CAE}" dt="2018-11-07T03:29:41.595" v="898" actId="1076"/>
        <pc:sldMkLst>
          <pc:docMk/>
          <pc:sldMk cId="3830724426" sldId="273"/>
        </pc:sldMkLst>
        <pc:spChg chg="mod">
          <ac:chgData name="Tony Toe" userId="8901cf30983edc6b" providerId="LiveId" clId="{C1442F02-3345-4BB8-8B0E-23C8E3F94CAE}" dt="2018-11-07T03:29:08.148" v="895" actId="20577"/>
          <ac:spMkLst>
            <pc:docMk/>
            <pc:sldMk cId="3830724426" sldId="273"/>
            <ac:spMk id="2" creationId="{0E765B06-95B3-4634-B01B-77D8EF067F87}"/>
          </ac:spMkLst>
        </pc:spChg>
        <pc:spChg chg="mod">
          <ac:chgData name="Tony Toe" userId="8901cf30983edc6b" providerId="LiveId" clId="{C1442F02-3345-4BB8-8B0E-23C8E3F94CAE}" dt="2018-11-07T03:29:25.043" v="896" actId="1076"/>
          <ac:spMkLst>
            <pc:docMk/>
            <pc:sldMk cId="3830724426" sldId="273"/>
            <ac:spMk id="3" creationId="{AD0BE510-A2FB-462A-A645-CD725DC831F5}"/>
          </ac:spMkLst>
        </pc:spChg>
        <pc:spChg chg="add mod">
          <ac:chgData name="Tony Toe" userId="8901cf30983edc6b" providerId="LiveId" clId="{C1442F02-3345-4BB8-8B0E-23C8E3F94CAE}" dt="2018-11-07T03:29:41.595" v="898" actId="1076"/>
          <ac:spMkLst>
            <pc:docMk/>
            <pc:sldMk cId="3830724426" sldId="273"/>
            <ac:spMk id="4" creationId="{ABF220DE-02F4-4CEE-BD55-E3AD5B70CBFA}"/>
          </ac:spMkLst>
        </pc:spChg>
      </pc:sldChg>
      <pc:sldChg chg="addSp delSp modSp add">
        <pc:chgData name="Tony Toe" userId="8901cf30983edc6b" providerId="LiveId" clId="{C1442F02-3345-4BB8-8B0E-23C8E3F94CAE}" dt="2018-11-07T03:30:14.895" v="926" actId="1076"/>
        <pc:sldMkLst>
          <pc:docMk/>
          <pc:sldMk cId="1251736921" sldId="274"/>
        </pc:sldMkLst>
        <pc:spChg chg="mod">
          <ac:chgData name="Tony Toe" userId="8901cf30983edc6b" providerId="LiveId" clId="{C1442F02-3345-4BB8-8B0E-23C8E3F94CAE}" dt="2018-11-07T03:29:59.266" v="922" actId="20577"/>
          <ac:spMkLst>
            <pc:docMk/>
            <pc:sldMk cId="1251736921" sldId="274"/>
            <ac:spMk id="2" creationId="{1C511B08-FC97-4809-BDBE-64B0651BFE8D}"/>
          </ac:spMkLst>
        </pc:spChg>
        <pc:spChg chg="del">
          <ac:chgData name="Tony Toe" userId="8901cf30983edc6b" providerId="LiveId" clId="{C1442F02-3345-4BB8-8B0E-23C8E3F94CAE}" dt="2018-11-07T03:30:11.345" v="925" actId="478"/>
          <ac:spMkLst>
            <pc:docMk/>
            <pc:sldMk cId="1251736921" sldId="274"/>
            <ac:spMk id="3" creationId="{5AB02C63-1A5A-4096-B978-1708337BA9AB}"/>
          </ac:spMkLst>
        </pc:spChg>
        <pc:spChg chg="add mod">
          <ac:chgData name="Tony Toe" userId="8901cf30983edc6b" providerId="LiveId" clId="{C1442F02-3345-4BB8-8B0E-23C8E3F94CAE}" dt="2018-11-07T03:30:14.895" v="926" actId="1076"/>
          <ac:spMkLst>
            <pc:docMk/>
            <pc:sldMk cId="1251736921" sldId="274"/>
            <ac:spMk id="4" creationId="{9D120C2A-7C72-47C6-85AD-36B172660C4A}"/>
          </ac:spMkLst>
        </pc:spChg>
      </pc:sldChg>
      <pc:sldChg chg="modSp add">
        <pc:chgData name="Tony Toe" userId="8901cf30983edc6b" providerId="LiveId" clId="{C1442F02-3345-4BB8-8B0E-23C8E3F94CAE}" dt="2018-11-07T03:30:50.653" v="954" actId="20577"/>
        <pc:sldMkLst>
          <pc:docMk/>
          <pc:sldMk cId="3084603823" sldId="275"/>
        </pc:sldMkLst>
        <pc:spChg chg="mod">
          <ac:chgData name="Tony Toe" userId="8901cf30983edc6b" providerId="LiveId" clId="{C1442F02-3345-4BB8-8B0E-23C8E3F94CAE}" dt="2018-11-07T03:30:35.721" v="951" actId="20577"/>
          <ac:spMkLst>
            <pc:docMk/>
            <pc:sldMk cId="3084603823" sldId="275"/>
            <ac:spMk id="2" creationId="{831DEFDB-D9B9-44D9-B481-729A02A77A05}"/>
          </ac:spMkLst>
        </pc:spChg>
        <pc:spChg chg="mod">
          <ac:chgData name="Tony Toe" userId="8901cf30983edc6b" providerId="LiveId" clId="{C1442F02-3345-4BB8-8B0E-23C8E3F94CAE}" dt="2018-11-07T03:30:50.653" v="954" actId="20577"/>
          <ac:spMkLst>
            <pc:docMk/>
            <pc:sldMk cId="3084603823" sldId="275"/>
            <ac:spMk id="3" creationId="{38805D42-842E-480E-BAB0-725A05CFE8E1}"/>
          </ac:spMkLst>
        </pc:spChg>
      </pc:sldChg>
      <pc:sldChg chg="addSp modSp add">
        <pc:chgData name="Tony Toe" userId="8901cf30983edc6b" providerId="LiveId" clId="{C1442F02-3345-4BB8-8B0E-23C8E3F94CAE}" dt="2018-11-07T03:31:40.113" v="978" actId="13926"/>
        <pc:sldMkLst>
          <pc:docMk/>
          <pc:sldMk cId="1438324259" sldId="276"/>
        </pc:sldMkLst>
        <pc:spChg chg="mod">
          <ac:chgData name="Tony Toe" userId="8901cf30983edc6b" providerId="LiveId" clId="{C1442F02-3345-4BB8-8B0E-23C8E3F94CAE}" dt="2018-11-07T03:31:12.585" v="971" actId="20577"/>
          <ac:spMkLst>
            <pc:docMk/>
            <pc:sldMk cId="1438324259" sldId="276"/>
            <ac:spMk id="2" creationId="{01A772CF-92EF-464C-85AE-5D6816092E33}"/>
          </ac:spMkLst>
        </pc:spChg>
        <pc:spChg chg="mod">
          <ac:chgData name="Tony Toe" userId="8901cf30983edc6b" providerId="LiveId" clId="{C1442F02-3345-4BB8-8B0E-23C8E3F94CAE}" dt="2018-11-07T03:31:21.164" v="972" actId="13926"/>
          <ac:spMkLst>
            <pc:docMk/>
            <pc:sldMk cId="1438324259" sldId="276"/>
            <ac:spMk id="3" creationId="{1080FF5B-12C0-4E71-A4AB-44C2777599A9}"/>
          </ac:spMkLst>
        </pc:spChg>
        <pc:spChg chg="add mod">
          <ac:chgData name="Tony Toe" userId="8901cf30983edc6b" providerId="LiveId" clId="{C1442F02-3345-4BB8-8B0E-23C8E3F94CAE}" dt="2018-11-07T03:31:40.113" v="978" actId="13926"/>
          <ac:spMkLst>
            <pc:docMk/>
            <pc:sldMk cId="1438324259" sldId="276"/>
            <ac:spMk id="4" creationId="{F65E28A2-8C94-4B19-B7B1-E84A7FA22D03}"/>
          </ac:spMkLst>
        </pc:spChg>
      </pc:sldChg>
      <pc:sldChg chg="addSp modSp add">
        <pc:chgData name="Tony Toe" userId="8901cf30983edc6b" providerId="LiveId" clId="{C1442F02-3345-4BB8-8B0E-23C8E3F94CAE}" dt="2018-11-07T03:39:27.803" v="1124" actId="1076"/>
        <pc:sldMkLst>
          <pc:docMk/>
          <pc:sldMk cId="3797467521" sldId="277"/>
        </pc:sldMkLst>
        <pc:spChg chg="mod">
          <ac:chgData name="Tony Toe" userId="8901cf30983edc6b" providerId="LiveId" clId="{C1442F02-3345-4BB8-8B0E-23C8E3F94CAE}" dt="2018-11-07T03:33:36.785" v="1035" actId="20577"/>
          <ac:spMkLst>
            <pc:docMk/>
            <pc:sldMk cId="3797467521" sldId="277"/>
            <ac:spMk id="2" creationId="{43D3CC60-1B8D-4160-B2C4-16837B745B18}"/>
          </ac:spMkLst>
        </pc:spChg>
        <pc:spChg chg="mod">
          <ac:chgData name="Tony Toe" userId="8901cf30983edc6b" providerId="LiveId" clId="{C1442F02-3345-4BB8-8B0E-23C8E3F94CAE}" dt="2018-11-07T03:39:13.191" v="1122" actId="20577"/>
          <ac:spMkLst>
            <pc:docMk/>
            <pc:sldMk cId="3797467521" sldId="277"/>
            <ac:spMk id="3" creationId="{D4BA7592-B468-4766-8160-AD8DF5A25C0D}"/>
          </ac:spMkLst>
        </pc:spChg>
        <pc:spChg chg="add mod">
          <ac:chgData name="Tony Toe" userId="8901cf30983edc6b" providerId="LiveId" clId="{C1442F02-3345-4BB8-8B0E-23C8E3F94CAE}" dt="2018-11-07T03:39:27.803" v="1124" actId="1076"/>
          <ac:spMkLst>
            <pc:docMk/>
            <pc:sldMk cId="3797467521" sldId="277"/>
            <ac:spMk id="4" creationId="{98AEF56F-4B54-491B-A4B7-14DCE9048D7B}"/>
          </ac:spMkLst>
        </pc:spChg>
      </pc:sldChg>
      <pc:sldChg chg="modSp add">
        <pc:chgData name="Tony Toe" userId="8901cf30983edc6b" providerId="LiveId" clId="{C1442F02-3345-4BB8-8B0E-23C8E3F94CAE}" dt="2018-11-07T03:39:58.521" v="1197" actId="20577"/>
        <pc:sldMkLst>
          <pc:docMk/>
          <pc:sldMk cId="870818330" sldId="278"/>
        </pc:sldMkLst>
        <pc:spChg chg="mod">
          <ac:chgData name="Tony Toe" userId="8901cf30983edc6b" providerId="LiveId" clId="{C1442F02-3345-4BB8-8B0E-23C8E3F94CAE}" dt="2018-11-07T03:39:41.025" v="1139" actId="20577"/>
          <ac:spMkLst>
            <pc:docMk/>
            <pc:sldMk cId="870818330" sldId="278"/>
            <ac:spMk id="2" creationId="{788B429D-28D7-429B-A1BA-00B451086C32}"/>
          </ac:spMkLst>
        </pc:spChg>
        <pc:spChg chg="mod">
          <ac:chgData name="Tony Toe" userId="8901cf30983edc6b" providerId="LiveId" clId="{C1442F02-3345-4BB8-8B0E-23C8E3F94CAE}" dt="2018-11-07T03:39:58.521" v="1197" actId="20577"/>
          <ac:spMkLst>
            <pc:docMk/>
            <pc:sldMk cId="870818330" sldId="278"/>
            <ac:spMk id="3" creationId="{1F301E4E-04E6-41DB-98AB-ABE1BD812B06}"/>
          </ac:spMkLst>
        </pc:spChg>
      </pc:sldChg>
      <pc:sldChg chg="addSp delSp modSp add">
        <pc:chgData name="Tony Toe" userId="8901cf30983edc6b" providerId="LiveId" clId="{C1442F02-3345-4BB8-8B0E-23C8E3F94CAE}" dt="2018-11-07T03:40:39.511" v="1216" actId="1076"/>
        <pc:sldMkLst>
          <pc:docMk/>
          <pc:sldMk cId="1756175335" sldId="279"/>
        </pc:sldMkLst>
        <pc:spChg chg="mod">
          <ac:chgData name="Tony Toe" userId="8901cf30983edc6b" providerId="LiveId" clId="{C1442F02-3345-4BB8-8B0E-23C8E3F94CAE}" dt="2018-11-07T03:40:30.265" v="1213" actId="20577"/>
          <ac:spMkLst>
            <pc:docMk/>
            <pc:sldMk cId="1756175335" sldId="279"/>
            <ac:spMk id="2" creationId="{F4726761-D2AC-4EE2-B8F8-CDA23138D106}"/>
          </ac:spMkLst>
        </pc:spChg>
        <pc:spChg chg="del">
          <ac:chgData name="Tony Toe" userId="8901cf30983edc6b" providerId="LiveId" clId="{C1442F02-3345-4BB8-8B0E-23C8E3F94CAE}" dt="2018-11-07T03:40:33.521" v="1214" actId="478"/>
          <ac:spMkLst>
            <pc:docMk/>
            <pc:sldMk cId="1756175335" sldId="279"/>
            <ac:spMk id="3" creationId="{3D4A8FE1-6858-4AF5-A3DC-EEDEA06D87B3}"/>
          </ac:spMkLst>
        </pc:spChg>
        <pc:spChg chg="add mod">
          <ac:chgData name="Tony Toe" userId="8901cf30983edc6b" providerId="LiveId" clId="{C1442F02-3345-4BB8-8B0E-23C8E3F94CAE}" dt="2018-11-07T03:40:39.511" v="1216" actId="1076"/>
          <ac:spMkLst>
            <pc:docMk/>
            <pc:sldMk cId="1756175335" sldId="279"/>
            <ac:spMk id="4" creationId="{0EA7A70B-D9C3-4E32-B520-4DF8FE4015B5}"/>
          </ac:spMkLst>
        </pc:spChg>
      </pc:sldChg>
      <pc:sldChg chg="addSp delSp modSp add">
        <pc:chgData name="Tony Toe" userId="8901cf30983edc6b" providerId="LiveId" clId="{C1442F02-3345-4BB8-8B0E-23C8E3F94CAE}" dt="2018-11-07T03:40:57.817" v="1238" actId="1076"/>
        <pc:sldMkLst>
          <pc:docMk/>
          <pc:sldMk cId="1845229966" sldId="280"/>
        </pc:sldMkLst>
        <pc:spChg chg="mod">
          <ac:chgData name="Tony Toe" userId="8901cf30983edc6b" providerId="LiveId" clId="{C1442F02-3345-4BB8-8B0E-23C8E3F94CAE}" dt="2018-11-07T03:40:46.561" v="1235" actId="20577"/>
          <ac:spMkLst>
            <pc:docMk/>
            <pc:sldMk cId="1845229966" sldId="280"/>
            <ac:spMk id="2" creationId="{57480F1F-F645-4AFD-98AD-1F1D58C1E7BD}"/>
          </ac:spMkLst>
        </pc:spChg>
        <pc:spChg chg="del">
          <ac:chgData name="Tony Toe" userId="8901cf30983edc6b" providerId="LiveId" clId="{C1442F02-3345-4BB8-8B0E-23C8E3F94CAE}" dt="2018-11-07T03:40:54.393" v="1237" actId="478"/>
          <ac:spMkLst>
            <pc:docMk/>
            <pc:sldMk cId="1845229966" sldId="280"/>
            <ac:spMk id="3" creationId="{3FE6BD24-8395-4D1B-9FBC-16B3640B1948}"/>
          </ac:spMkLst>
        </pc:spChg>
        <pc:spChg chg="add mod">
          <ac:chgData name="Tony Toe" userId="8901cf30983edc6b" providerId="LiveId" clId="{C1442F02-3345-4BB8-8B0E-23C8E3F94CAE}" dt="2018-11-07T03:40:57.817" v="1238" actId="1076"/>
          <ac:spMkLst>
            <pc:docMk/>
            <pc:sldMk cId="1845229966" sldId="280"/>
            <ac:spMk id="4" creationId="{C2884227-5DE1-4705-9E64-143E38DFD107}"/>
          </ac:spMkLst>
        </pc:spChg>
      </pc:sldChg>
      <pc:sldChg chg="addSp delSp modSp add mod setBg">
        <pc:chgData name="Tony Toe" userId="8901cf30983edc6b" providerId="LiveId" clId="{C1442F02-3345-4BB8-8B0E-23C8E3F94CAE}" dt="2018-11-07T03:43:49.182" v="1292" actId="13926"/>
        <pc:sldMkLst>
          <pc:docMk/>
          <pc:sldMk cId="2012060342" sldId="281"/>
        </pc:sldMkLst>
        <pc:spChg chg="mod">
          <ac:chgData name="Tony Toe" userId="8901cf30983edc6b" providerId="LiveId" clId="{C1442F02-3345-4BB8-8B0E-23C8E3F94CAE}" dt="2018-11-07T03:41:37.430" v="1281" actId="26606"/>
          <ac:spMkLst>
            <pc:docMk/>
            <pc:sldMk cId="2012060342" sldId="281"/>
            <ac:spMk id="2" creationId="{66A0CB76-ACF6-417C-8714-F84BE47CAF67}"/>
          </ac:spMkLst>
        </pc:spChg>
        <pc:spChg chg="add del">
          <ac:chgData name="Tony Toe" userId="8901cf30983edc6b" providerId="LiveId" clId="{C1442F02-3345-4BB8-8B0E-23C8E3F94CAE}" dt="2018-11-07T03:41:32.103" v="1279" actId="13926"/>
          <ac:spMkLst>
            <pc:docMk/>
            <pc:sldMk cId="2012060342" sldId="281"/>
            <ac:spMk id="3" creationId="{CA104CC2-8AD4-40BB-AD29-A01981FF1F31}"/>
          </ac:spMkLst>
        </pc:spChg>
        <pc:spChg chg="add del">
          <ac:chgData name="Tony Toe" userId="8901cf30983edc6b" providerId="LiveId" clId="{C1442F02-3345-4BB8-8B0E-23C8E3F94CAE}" dt="2018-11-07T03:41:14.793" v="1241" actId="13926"/>
          <ac:spMkLst>
            <pc:docMk/>
            <pc:sldMk cId="2012060342" sldId="281"/>
            <ac:spMk id="5" creationId="{5F1C5B7B-EE78-423E-8F19-7E8A66F339C1}"/>
          </ac:spMkLst>
        </pc:spChg>
        <pc:spChg chg="add mod">
          <ac:chgData name="Tony Toe" userId="8901cf30983edc6b" providerId="LiveId" clId="{C1442F02-3345-4BB8-8B0E-23C8E3F94CAE}" dt="2018-11-07T03:43:49.182" v="1292" actId="13926"/>
          <ac:spMkLst>
            <pc:docMk/>
            <pc:sldMk cId="2012060342" sldId="281"/>
            <ac:spMk id="7" creationId="{5500E125-A739-445A-A976-BF0C3E1B2C8A}"/>
          </ac:spMkLst>
        </pc:spChg>
        <pc:spChg chg="add mod">
          <ac:chgData name="Tony Toe" userId="8901cf30983edc6b" providerId="LiveId" clId="{C1442F02-3345-4BB8-8B0E-23C8E3F94CAE}" dt="2018-11-07T03:42:42.598" v="1290" actId="11529"/>
          <ac:spMkLst>
            <pc:docMk/>
            <pc:sldMk cId="2012060342" sldId="281"/>
            <ac:spMk id="8" creationId="{1C434B31-0DF0-450D-BB3D-A815E87F3BE5}"/>
          </ac:spMkLst>
        </pc:spChg>
        <pc:graphicFrameChg chg="add del mod">
          <ac:chgData name="Tony Toe" userId="8901cf30983edc6b" providerId="LiveId" clId="{C1442F02-3345-4BB8-8B0E-23C8E3F94CAE}" dt="2018-11-07T03:41:14.793" v="1241" actId="13926"/>
          <ac:graphicFrameMkLst>
            <pc:docMk/>
            <pc:sldMk cId="2012060342" sldId="281"/>
            <ac:graphicFrameMk id="4" creationId="{80857680-7C3B-42E6-ABAC-C090F0FA6C72}"/>
          </ac:graphicFrameMkLst>
        </pc:graphicFrameChg>
        <pc:graphicFrameChg chg="add mod modGraphic">
          <ac:chgData name="Tony Toe" userId="8901cf30983edc6b" providerId="LiveId" clId="{C1442F02-3345-4BB8-8B0E-23C8E3F94CAE}" dt="2018-11-07T03:43:43.368" v="1291" actId="13926"/>
          <ac:graphicFrameMkLst>
            <pc:docMk/>
            <pc:sldMk cId="2012060342" sldId="281"/>
            <ac:graphicFrameMk id="6" creationId="{EA7F043D-9C5E-4AB9-990E-B6787FFAB1F6}"/>
          </ac:graphicFrameMkLst>
        </pc:graphicFrameChg>
      </pc:sldChg>
      <pc:sldChg chg="addSp delSp modSp add">
        <pc:chgData name="Tony Toe" userId="8901cf30983edc6b" providerId="LiveId" clId="{C1442F02-3345-4BB8-8B0E-23C8E3F94CAE}" dt="2018-11-07T03:46:21.533" v="1312" actId="1076"/>
        <pc:sldMkLst>
          <pc:docMk/>
          <pc:sldMk cId="2731599334" sldId="282"/>
        </pc:sldMkLst>
        <pc:spChg chg="mod">
          <ac:chgData name="Tony Toe" userId="8901cf30983edc6b" providerId="LiveId" clId="{C1442F02-3345-4BB8-8B0E-23C8E3F94CAE}" dt="2018-11-07T03:44:01.900" v="1294" actId="1076"/>
          <ac:spMkLst>
            <pc:docMk/>
            <pc:sldMk cId="2731599334" sldId="282"/>
            <ac:spMk id="2" creationId="{82E46549-2BF2-49DC-94E1-AB1C80B67F5B}"/>
          </ac:spMkLst>
        </pc:spChg>
        <pc:spChg chg="del">
          <ac:chgData name="Tony Toe" userId="8901cf30983edc6b" providerId="LiveId" clId="{C1442F02-3345-4BB8-8B0E-23C8E3F94CAE}" dt="2018-11-07T03:44:10.784" v="1295" actId="478"/>
          <ac:spMkLst>
            <pc:docMk/>
            <pc:sldMk cId="2731599334" sldId="282"/>
            <ac:spMk id="3" creationId="{E80BD6E0-4760-46E4-A115-836CD89F0C03}"/>
          </ac:spMkLst>
        </pc:spChg>
        <pc:spChg chg="add mod">
          <ac:chgData name="Tony Toe" userId="8901cf30983edc6b" providerId="LiveId" clId="{C1442F02-3345-4BB8-8B0E-23C8E3F94CAE}" dt="2018-11-07T03:45:39.098" v="1308" actId="13926"/>
          <ac:spMkLst>
            <pc:docMk/>
            <pc:sldMk cId="2731599334" sldId="282"/>
            <ac:spMk id="5" creationId="{C7A88ABA-E7FF-48FA-90FA-236DFE77513F}"/>
          </ac:spMkLst>
        </pc:spChg>
        <pc:spChg chg="add mod">
          <ac:chgData name="Tony Toe" userId="8901cf30983edc6b" providerId="LiveId" clId="{C1442F02-3345-4BB8-8B0E-23C8E3F94CAE}" dt="2018-11-07T03:45:18.955" v="1306" actId="11529"/>
          <ac:spMkLst>
            <pc:docMk/>
            <pc:sldMk cId="2731599334" sldId="282"/>
            <ac:spMk id="6" creationId="{80CC9286-5D88-4997-B5DE-EC62946F42BA}"/>
          </ac:spMkLst>
        </pc:spChg>
        <pc:spChg chg="add mod">
          <ac:chgData name="Tony Toe" userId="8901cf30983edc6b" providerId="LiveId" clId="{C1442F02-3345-4BB8-8B0E-23C8E3F94CAE}" dt="2018-11-07T03:46:21.533" v="1312" actId="1076"/>
          <ac:spMkLst>
            <pc:docMk/>
            <pc:sldMk cId="2731599334" sldId="282"/>
            <ac:spMk id="7" creationId="{48C477FB-E3CD-484A-A319-69D7A1BCC76C}"/>
          </ac:spMkLst>
        </pc:spChg>
        <pc:graphicFrameChg chg="add mod modGraphic">
          <ac:chgData name="Tony Toe" userId="8901cf30983edc6b" providerId="LiveId" clId="{C1442F02-3345-4BB8-8B0E-23C8E3F94CAE}" dt="2018-11-07T03:44:42.164" v="1300" actId="13926"/>
          <ac:graphicFrameMkLst>
            <pc:docMk/>
            <pc:sldMk cId="2731599334" sldId="282"/>
            <ac:graphicFrameMk id="4" creationId="{C8705313-9BAF-46D7-BDD3-BF42C029BF80}"/>
          </ac:graphicFrameMkLst>
        </pc:graphicFrameChg>
      </pc:sldChg>
      <pc:sldChg chg="addSp delSp modSp add">
        <pc:chgData name="Tony Toe" userId="8901cf30983edc6b" providerId="LiveId" clId="{C1442F02-3345-4BB8-8B0E-23C8E3F94CAE}" dt="2018-11-07T03:47:43.289" v="1336" actId="11529"/>
        <pc:sldMkLst>
          <pc:docMk/>
          <pc:sldMk cId="224454288" sldId="283"/>
        </pc:sldMkLst>
        <pc:spChg chg="mod">
          <ac:chgData name="Tony Toe" userId="8901cf30983edc6b" providerId="LiveId" clId="{C1442F02-3345-4BB8-8B0E-23C8E3F94CAE}" dt="2018-11-07T03:46:36.728" v="1328" actId="20577"/>
          <ac:spMkLst>
            <pc:docMk/>
            <pc:sldMk cId="224454288" sldId="283"/>
            <ac:spMk id="2" creationId="{8C6843A6-A07F-4D10-A33D-9F9125BB865E}"/>
          </ac:spMkLst>
        </pc:spChg>
        <pc:spChg chg="del">
          <ac:chgData name="Tony Toe" userId="8901cf30983edc6b" providerId="LiveId" clId="{C1442F02-3345-4BB8-8B0E-23C8E3F94CAE}" dt="2018-11-07T03:46:43.888" v="1329" actId="478"/>
          <ac:spMkLst>
            <pc:docMk/>
            <pc:sldMk cId="224454288" sldId="283"/>
            <ac:spMk id="3" creationId="{38B80C75-8FB6-45DE-A341-B20E0A3EE076}"/>
          </ac:spMkLst>
        </pc:spChg>
        <pc:graphicFrameChg chg="add mod modGraphic">
          <ac:chgData name="Tony Toe" userId="8901cf30983edc6b" providerId="LiveId" clId="{C1442F02-3345-4BB8-8B0E-23C8E3F94CAE}" dt="2018-11-07T03:47:31.465" v="1335" actId="1076"/>
          <ac:graphicFrameMkLst>
            <pc:docMk/>
            <pc:sldMk cId="224454288" sldId="283"/>
            <ac:graphicFrameMk id="4" creationId="{195B6503-894C-4CD4-A82B-AC29E1B75DD7}"/>
          </ac:graphicFrameMkLst>
        </pc:graphicFrameChg>
        <pc:cxnChg chg="add mod">
          <ac:chgData name="Tony Toe" userId="8901cf30983edc6b" providerId="LiveId" clId="{C1442F02-3345-4BB8-8B0E-23C8E3F94CAE}" dt="2018-11-07T03:47:43.289" v="1336" actId="11529"/>
          <ac:cxnSpMkLst>
            <pc:docMk/>
            <pc:sldMk cId="224454288" sldId="283"/>
            <ac:cxnSpMk id="6" creationId="{C8ABCF21-64EE-448A-B4E5-CB7B047819F1}"/>
          </ac:cxnSpMkLst>
        </pc:cxnChg>
      </pc:sldChg>
      <pc:sldChg chg="addSp delSp modSp add">
        <pc:chgData name="Tony Toe" userId="8901cf30983edc6b" providerId="LiveId" clId="{C1442F02-3345-4BB8-8B0E-23C8E3F94CAE}" dt="2018-11-07T03:48:44.486" v="1366" actId="11529"/>
        <pc:sldMkLst>
          <pc:docMk/>
          <pc:sldMk cId="1353420490" sldId="284"/>
        </pc:sldMkLst>
        <pc:spChg chg="mod">
          <ac:chgData name="Tony Toe" userId="8901cf30983edc6b" providerId="LiveId" clId="{C1442F02-3345-4BB8-8B0E-23C8E3F94CAE}" dt="2018-11-07T03:48:07.102" v="1359" actId="313"/>
          <ac:spMkLst>
            <pc:docMk/>
            <pc:sldMk cId="1353420490" sldId="284"/>
            <ac:spMk id="2" creationId="{59CC1552-B16F-43C9-96C2-1F34D60FB217}"/>
          </ac:spMkLst>
        </pc:spChg>
        <pc:spChg chg="del">
          <ac:chgData name="Tony Toe" userId="8901cf30983edc6b" providerId="LiveId" clId="{C1442F02-3345-4BB8-8B0E-23C8E3F94CAE}" dt="2018-11-07T03:47:58.512" v="1357" actId="478"/>
          <ac:spMkLst>
            <pc:docMk/>
            <pc:sldMk cId="1353420490" sldId="284"/>
            <ac:spMk id="3" creationId="{FEBD7888-0B1E-4F9A-8969-CCA2CD033303}"/>
          </ac:spMkLst>
        </pc:spChg>
        <pc:graphicFrameChg chg="add mod modGraphic">
          <ac:chgData name="Tony Toe" userId="8901cf30983edc6b" providerId="LiveId" clId="{C1442F02-3345-4BB8-8B0E-23C8E3F94CAE}" dt="2018-11-07T03:48:36.819" v="1365" actId="1076"/>
          <ac:graphicFrameMkLst>
            <pc:docMk/>
            <pc:sldMk cId="1353420490" sldId="284"/>
            <ac:graphicFrameMk id="4" creationId="{2AACF460-ECA9-4BC9-881A-AA8A6D676B32}"/>
          </ac:graphicFrameMkLst>
        </pc:graphicFrameChg>
        <pc:cxnChg chg="add mod">
          <ac:chgData name="Tony Toe" userId="8901cf30983edc6b" providerId="LiveId" clId="{C1442F02-3345-4BB8-8B0E-23C8E3F94CAE}" dt="2018-11-07T03:48:44.486" v="1366" actId="11529"/>
          <ac:cxnSpMkLst>
            <pc:docMk/>
            <pc:sldMk cId="1353420490" sldId="284"/>
            <ac:cxnSpMk id="6" creationId="{5D2B5455-F3D5-4063-8979-A2D587E37E58}"/>
          </ac:cxnSpMkLst>
        </pc:cxnChg>
      </pc:sldChg>
      <pc:sldChg chg="modSp add">
        <pc:chgData name="Tony Toe" userId="8901cf30983edc6b" providerId="LiveId" clId="{C1442F02-3345-4BB8-8B0E-23C8E3F94CAE}" dt="2018-11-07T03:49:15.072" v="1414" actId="20577"/>
        <pc:sldMkLst>
          <pc:docMk/>
          <pc:sldMk cId="842387938" sldId="285"/>
        </pc:sldMkLst>
        <pc:spChg chg="mod">
          <ac:chgData name="Tony Toe" userId="8901cf30983edc6b" providerId="LiveId" clId="{C1442F02-3345-4BB8-8B0E-23C8E3F94CAE}" dt="2018-11-07T03:49:05.617" v="1379" actId="20577"/>
          <ac:spMkLst>
            <pc:docMk/>
            <pc:sldMk cId="842387938" sldId="285"/>
            <ac:spMk id="2" creationId="{87CC4303-961B-4F9E-8A46-0F809C33ED94}"/>
          </ac:spMkLst>
        </pc:spChg>
        <pc:spChg chg="mod">
          <ac:chgData name="Tony Toe" userId="8901cf30983edc6b" providerId="LiveId" clId="{C1442F02-3345-4BB8-8B0E-23C8E3F94CAE}" dt="2018-11-07T03:49:15.072" v="1414" actId="20577"/>
          <ac:spMkLst>
            <pc:docMk/>
            <pc:sldMk cId="842387938" sldId="285"/>
            <ac:spMk id="3" creationId="{D3635190-C5CA-45F1-B3DE-3ED97404023E}"/>
          </ac:spMkLst>
        </pc:spChg>
      </pc:sldChg>
      <pc:sldChg chg="modSp add">
        <pc:chgData name="Tony Toe" userId="8901cf30983edc6b" providerId="LiveId" clId="{C1442F02-3345-4BB8-8B0E-23C8E3F94CAE}" dt="2018-11-09T08:53:22.890" v="1735" actId="20577"/>
        <pc:sldMkLst>
          <pc:docMk/>
          <pc:sldMk cId="1800740791" sldId="286"/>
        </pc:sldMkLst>
        <pc:spChg chg="mod">
          <ac:chgData name="Tony Toe" userId="8901cf30983edc6b" providerId="LiveId" clId="{C1442F02-3345-4BB8-8B0E-23C8E3F94CAE}" dt="2018-11-09T08:51:20.450" v="1552" actId="20577"/>
          <ac:spMkLst>
            <pc:docMk/>
            <pc:sldMk cId="1800740791" sldId="286"/>
            <ac:spMk id="2" creationId="{B5015436-C8EC-4095-8DF1-C55DFC3843E5}"/>
          </ac:spMkLst>
        </pc:spChg>
        <pc:spChg chg="mod">
          <ac:chgData name="Tony Toe" userId="8901cf30983edc6b" providerId="LiveId" clId="{C1442F02-3345-4BB8-8B0E-23C8E3F94CAE}" dt="2018-11-09T08:53:22.890" v="1735" actId="20577"/>
          <ac:spMkLst>
            <pc:docMk/>
            <pc:sldMk cId="1800740791" sldId="286"/>
            <ac:spMk id="3" creationId="{63C27EF6-3248-4E49-A5C5-7826FDFEAB5D}"/>
          </ac:spMkLst>
        </pc:spChg>
      </pc:sldChg>
      <pc:sldMasterChg chg="modSldLayout">
        <pc:chgData name="Tony Toe" userId="8901cf30983edc6b" providerId="LiveId" clId="{C1442F02-3345-4BB8-8B0E-23C8E3F94CAE}" dt="2018-11-07T03:59:46.980" v="1540" actId="20577"/>
        <pc:sldMasterMkLst>
          <pc:docMk/>
          <pc:sldMasterMk cId="236828940" sldId="2147483648"/>
        </pc:sldMasterMkLst>
        <pc:sldLayoutChg chg="addSp">
          <pc:chgData name="Tony Toe" userId="8901cf30983edc6b" providerId="LiveId" clId="{C1442F02-3345-4BB8-8B0E-23C8E3F94CAE}" dt="2018-11-07T03:59:46.980" v="1540" actId="20577"/>
          <pc:sldLayoutMkLst>
            <pc:docMk/>
            <pc:sldMasterMk cId="236828940" sldId="2147483648"/>
            <pc:sldLayoutMk cId="4054162043" sldId="2147483649"/>
          </pc:sldLayoutMkLst>
          <pc:spChg chg="add">
            <ac:chgData name="Tony Toe" userId="8901cf30983edc6b" providerId="LiveId" clId="{C1442F02-3345-4BB8-8B0E-23C8E3F94CAE}" dt="2018-11-07T03:59:46.980" v="1540" actId="20577"/>
            <ac:spMkLst>
              <pc:docMk/>
              <pc:sldMasterMk cId="236828940" sldId="2147483648"/>
              <pc:sldLayoutMk cId="4054162043" sldId="2147483649"/>
              <ac:spMk id="8" creationId="{B9059644-BD68-48DA-B90B-E97D932F04F4}"/>
            </ac:spMkLst>
          </pc:spChg>
          <pc:spChg chg="add">
            <ac:chgData name="Tony Toe" userId="8901cf30983edc6b" providerId="LiveId" clId="{C1442F02-3345-4BB8-8B0E-23C8E3F94CAE}" dt="2018-11-07T03:59:46.980" v="1540" actId="20577"/>
            <ac:spMkLst>
              <pc:docMk/>
              <pc:sldMasterMk cId="236828940" sldId="2147483648"/>
              <pc:sldLayoutMk cId="4054162043" sldId="2147483649"/>
              <ac:spMk id="9" creationId="{3AEF5720-1197-40C8-BFBA-5BF0AC560111}"/>
            </ac:spMkLst>
          </pc:spChg>
          <pc:picChg chg="add">
            <ac:chgData name="Tony Toe" userId="8901cf30983edc6b" providerId="LiveId" clId="{C1442F02-3345-4BB8-8B0E-23C8E3F94CAE}" dt="2018-11-07T03:59:46.980" v="1540" actId="20577"/>
            <ac:picMkLst>
              <pc:docMk/>
              <pc:sldMasterMk cId="236828940" sldId="2147483648"/>
              <pc:sldLayoutMk cId="4054162043" sldId="2147483649"/>
              <ac:picMk id="10" creationId="{81CE94B4-04F5-4161-95DF-2EB53BA97E45}"/>
            </ac:picMkLst>
          </pc:picChg>
          <pc:cxnChg chg="add">
            <ac:chgData name="Tony Toe" userId="8901cf30983edc6b" providerId="LiveId" clId="{C1442F02-3345-4BB8-8B0E-23C8E3F94CAE}" dt="2018-11-07T03:59:46.980" v="1540" actId="20577"/>
            <ac:cxnSpMkLst>
              <pc:docMk/>
              <pc:sldMasterMk cId="236828940" sldId="2147483648"/>
              <pc:sldLayoutMk cId="4054162043" sldId="2147483649"/>
              <ac:cxnSpMk id="7" creationId="{35D354F6-1E43-4FE2-9416-04E184CE86D7}"/>
            </ac:cxnSpMkLst>
          </pc:cxnChg>
        </pc:sldLayoutChg>
        <pc:sldLayoutChg chg="addSp delSp modSp">
          <pc:chgData name="Tony Toe" userId="8901cf30983edc6b" providerId="LiveId" clId="{C1442F02-3345-4BB8-8B0E-23C8E3F94CAE}" dt="2018-11-07T03:59:12.708" v="1539" actId="167"/>
          <pc:sldLayoutMkLst>
            <pc:docMk/>
            <pc:sldMasterMk cId="236828940" sldId="2147483648"/>
            <pc:sldLayoutMk cId="1864361372" sldId="2147483650"/>
          </pc:sldLayoutMkLst>
          <pc:spChg chg="add mod">
            <ac:chgData name="Tony Toe" userId="8901cf30983edc6b" providerId="LiveId" clId="{C1442F02-3345-4BB8-8B0E-23C8E3F94CAE}" dt="2018-11-07T03:56:20.415" v="1462" actId="14100"/>
            <ac:spMkLst>
              <pc:docMk/>
              <pc:sldMasterMk cId="236828940" sldId="2147483648"/>
              <pc:sldLayoutMk cId="1864361372" sldId="2147483650"/>
              <ac:spMk id="9" creationId="{7F2E3DB5-B764-4A40-95A7-3FCFC0735F10}"/>
            </ac:spMkLst>
          </pc:spChg>
          <pc:spChg chg="add mod">
            <ac:chgData name="Tony Toe" userId="8901cf30983edc6b" providerId="LiveId" clId="{C1442F02-3345-4BB8-8B0E-23C8E3F94CAE}" dt="2018-11-07T03:57:48.350" v="1474" actId="14100"/>
            <ac:spMkLst>
              <pc:docMk/>
              <pc:sldMasterMk cId="236828940" sldId="2147483648"/>
              <pc:sldLayoutMk cId="1864361372" sldId="2147483650"/>
              <ac:spMk id="12" creationId="{8DDA959D-3244-40DF-8C39-48899F94628E}"/>
            </ac:spMkLst>
          </pc:spChg>
          <pc:picChg chg="add mod ord">
            <ac:chgData name="Tony Toe" userId="8901cf30983edc6b" providerId="LiveId" clId="{C1442F02-3345-4BB8-8B0E-23C8E3F94CAE}" dt="2018-11-07T03:57:53.712" v="1479" actId="1038"/>
            <ac:picMkLst>
              <pc:docMk/>
              <pc:sldMasterMk cId="236828940" sldId="2147483648"/>
              <pc:sldLayoutMk cId="1864361372" sldId="2147483650"/>
              <ac:picMk id="11" creationId="{0E49D956-4E7D-4FF0-9764-CA5EA52DF041}"/>
            </ac:picMkLst>
          </pc:picChg>
          <pc:cxnChg chg="add del mod">
            <ac:chgData name="Tony Toe" userId="8901cf30983edc6b" providerId="LiveId" clId="{C1442F02-3345-4BB8-8B0E-23C8E3F94CAE}" dt="2018-11-07T03:58:16.759" v="1526" actId="478"/>
            <ac:cxnSpMkLst>
              <pc:docMk/>
              <pc:sldMasterMk cId="236828940" sldId="2147483648"/>
              <pc:sldLayoutMk cId="1864361372" sldId="2147483650"/>
              <ac:cxnSpMk id="14" creationId="{5E4C11DD-567C-46CF-8316-3D294DCDDC45}"/>
            </ac:cxnSpMkLst>
          </pc:cxnChg>
          <pc:cxnChg chg="add mod ord">
            <ac:chgData name="Tony Toe" userId="8901cf30983edc6b" providerId="LiveId" clId="{C1442F02-3345-4BB8-8B0E-23C8E3F94CAE}" dt="2018-11-07T03:59:12.708" v="1539" actId="167"/>
            <ac:cxnSpMkLst>
              <pc:docMk/>
              <pc:sldMasterMk cId="236828940" sldId="2147483648"/>
              <pc:sldLayoutMk cId="1864361372" sldId="2147483650"/>
              <ac:cxnSpMk id="16" creationId="{3572CAD7-C006-4353-A7EB-D4461834FFBC}"/>
            </ac:cxnSpMkLst>
          </pc:cxnChg>
        </pc:sldLayoutChg>
      </pc:sldMasterChg>
    </pc:docChg>
  </pc:docChgLst>
  <pc:docChgLst>
    <pc:chgData name="Marie Chris Soque" userId="9ebdbcbf79932a9a" providerId="LiveId" clId="{F6EC3869-9C89-4C52-8A5D-5D74F43AA94A}"/>
    <pc:docChg chg="undo redo custSel mod addSld delSld modSld sldOrd modMainMaster">
      <pc:chgData name="Marie Chris Soque" userId="9ebdbcbf79932a9a" providerId="LiveId" clId="{F6EC3869-9C89-4C52-8A5D-5D74F43AA94A}" dt="2020-04-09T02:50:48.941" v="10968"/>
      <pc:docMkLst>
        <pc:docMk/>
      </pc:docMkLst>
      <pc:sldChg chg="modSp">
        <pc:chgData name="Marie Chris Soque" userId="9ebdbcbf79932a9a" providerId="LiveId" clId="{F6EC3869-9C89-4C52-8A5D-5D74F43AA94A}" dt="2020-04-08T04:54:56.945" v="49" actId="20577"/>
        <pc:sldMkLst>
          <pc:docMk/>
          <pc:sldMk cId="2856143625" sldId="256"/>
        </pc:sldMkLst>
        <pc:spChg chg="mod">
          <ac:chgData name="Marie Chris Soque" userId="9ebdbcbf79932a9a" providerId="LiveId" clId="{F6EC3869-9C89-4C52-8A5D-5D74F43AA94A}" dt="2020-04-08T04:54:56.945" v="49" actId="20577"/>
          <ac:spMkLst>
            <pc:docMk/>
            <pc:sldMk cId="2856143625" sldId="256"/>
            <ac:spMk id="3" creationId="{F41BFC50-F776-4C51-876C-0FBE15360ED2}"/>
          </ac:spMkLst>
        </pc:spChg>
      </pc:sldChg>
      <pc:sldChg chg="addSp delSp modSp mod setBg">
        <pc:chgData name="Marie Chris Soque" userId="9ebdbcbf79932a9a" providerId="LiveId" clId="{F6EC3869-9C89-4C52-8A5D-5D74F43AA94A}" dt="2020-04-09T02:04:25.049" v="8646" actId="20577"/>
        <pc:sldMkLst>
          <pc:docMk/>
          <pc:sldMk cId="3774295882" sldId="257"/>
        </pc:sldMkLst>
        <pc:spChg chg="mod">
          <ac:chgData name="Marie Chris Soque" userId="9ebdbcbf79932a9a" providerId="LiveId" clId="{F6EC3869-9C89-4C52-8A5D-5D74F43AA94A}" dt="2020-04-08T05:09:24.973" v="454" actId="20577"/>
          <ac:spMkLst>
            <pc:docMk/>
            <pc:sldMk cId="3774295882" sldId="257"/>
            <ac:spMk id="2" creationId="{E872F88A-68F7-4655-8A42-CD311E858579}"/>
          </ac:spMkLst>
        </pc:spChg>
        <pc:spChg chg="del mod">
          <ac:chgData name="Marie Chris Soque" userId="9ebdbcbf79932a9a" providerId="LiveId" clId="{F6EC3869-9C89-4C52-8A5D-5D74F43AA94A}" dt="2020-04-08T05:08:35.178" v="439" actId="26606"/>
          <ac:spMkLst>
            <pc:docMk/>
            <pc:sldMk cId="3774295882" sldId="257"/>
            <ac:spMk id="3" creationId="{E06C8290-7477-4920-92F8-89337E771A02}"/>
          </ac:spMkLst>
        </pc:spChg>
        <pc:spChg chg="add mod">
          <ac:chgData name="Marie Chris Soque" userId="9ebdbcbf79932a9a" providerId="LiveId" clId="{F6EC3869-9C89-4C52-8A5D-5D74F43AA94A}" dt="2020-04-08T09:02:25.507" v="3097" actId="20577"/>
          <ac:spMkLst>
            <pc:docMk/>
            <pc:sldMk cId="3774295882" sldId="257"/>
            <ac:spMk id="4" creationId="{C85643B5-F188-4736-98E6-6F65F7AC6AE5}"/>
          </ac:spMkLst>
        </pc:spChg>
        <pc:graphicFrameChg chg="add mod">
          <ac:chgData name="Marie Chris Soque" userId="9ebdbcbf79932a9a" providerId="LiveId" clId="{F6EC3869-9C89-4C52-8A5D-5D74F43AA94A}" dt="2020-04-09T02:04:25.049" v="8646" actId="20577"/>
          <ac:graphicFrameMkLst>
            <pc:docMk/>
            <pc:sldMk cId="3774295882" sldId="257"/>
            <ac:graphicFrameMk id="5" creationId="{FB24A3A2-3D5D-4CFC-BF3A-96905B4B676A}"/>
          </ac:graphicFrameMkLst>
        </pc:graphicFrameChg>
      </pc:sldChg>
      <pc:sldChg chg="modSp">
        <pc:chgData name="Marie Chris Soque" userId="9ebdbcbf79932a9a" providerId="LiveId" clId="{F6EC3869-9C89-4C52-8A5D-5D74F43AA94A}" dt="2020-04-08T04:56:54.901" v="122" actId="20577"/>
        <pc:sldMkLst>
          <pc:docMk/>
          <pc:sldMk cId="3099011843" sldId="258"/>
        </pc:sldMkLst>
        <pc:spChg chg="mod">
          <ac:chgData name="Marie Chris Soque" userId="9ebdbcbf79932a9a" providerId="LiveId" clId="{F6EC3869-9C89-4C52-8A5D-5D74F43AA94A}" dt="2020-04-08T04:56:50.703" v="116" actId="20577"/>
          <ac:spMkLst>
            <pc:docMk/>
            <pc:sldMk cId="3099011843" sldId="258"/>
            <ac:spMk id="2" creationId="{26AD339F-CD4B-4FCC-AADD-4449CCA42FB7}"/>
          </ac:spMkLst>
        </pc:spChg>
        <pc:spChg chg="mod">
          <ac:chgData name="Marie Chris Soque" userId="9ebdbcbf79932a9a" providerId="LiveId" clId="{F6EC3869-9C89-4C52-8A5D-5D74F43AA94A}" dt="2020-04-08T04:56:54.901" v="122" actId="20577"/>
          <ac:spMkLst>
            <pc:docMk/>
            <pc:sldMk cId="3099011843" sldId="258"/>
            <ac:spMk id="3" creationId="{1040C2EB-69A2-43FE-875B-BD02C0C4F430}"/>
          </ac:spMkLst>
        </pc:spChg>
      </pc:sldChg>
      <pc:sldChg chg="addSp delSp modSp add mod setBg">
        <pc:chgData name="Marie Chris Soque" userId="9ebdbcbf79932a9a" providerId="LiveId" clId="{F6EC3869-9C89-4C52-8A5D-5D74F43AA94A}" dt="2020-04-08T05:33:50.239" v="1477" actId="1076"/>
        <pc:sldMkLst>
          <pc:docMk/>
          <pc:sldMk cId="3648519117" sldId="259"/>
        </pc:sldMkLst>
        <pc:spChg chg="mod">
          <ac:chgData name="Marie Chris Soque" userId="9ebdbcbf79932a9a" providerId="LiveId" clId="{F6EC3869-9C89-4C52-8A5D-5D74F43AA94A}" dt="2020-04-08T05:33:21.337" v="1471" actId="26606"/>
          <ac:spMkLst>
            <pc:docMk/>
            <pc:sldMk cId="3648519117" sldId="259"/>
            <ac:spMk id="2" creationId="{3FC5C696-0D55-47E0-A874-0533693A860B}"/>
          </ac:spMkLst>
        </pc:spChg>
        <pc:spChg chg="add del mod">
          <ac:chgData name="Marie Chris Soque" userId="9ebdbcbf79932a9a" providerId="LiveId" clId="{F6EC3869-9C89-4C52-8A5D-5D74F43AA94A}" dt="2020-04-08T05:28:09.407" v="1372" actId="26606"/>
          <ac:spMkLst>
            <pc:docMk/>
            <pc:sldMk cId="3648519117" sldId="259"/>
            <ac:spMk id="3" creationId="{EDCF324A-277E-4D96-A65A-D8584DA1C68E}"/>
          </ac:spMkLst>
        </pc:spChg>
        <pc:graphicFrameChg chg="add del">
          <ac:chgData name="Marie Chris Soque" userId="9ebdbcbf79932a9a" providerId="LiveId" clId="{F6EC3869-9C89-4C52-8A5D-5D74F43AA94A}" dt="2020-04-08T05:28:09.345" v="1371" actId="26606"/>
          <ac:graphicFrameMkLst>
            <pc:docMk/>
            <pc:sldMk cId="3648519117" sldId="259"/>
            <ac:graphicFrameMk id="5" creationId="{225ABD99-497D-47F3-949F-FBCE0DB1CA63}"/>
          </ac:graphicFrameMkLst>
        </pc:graphicFrameChg>
        <pc:graphicFrameChg chg="add mod modGraphic">
          <ac:chgData name="Marie Chris Soque" userId="9ebdbcbf79932a9a" providerId="LiveId" clId="{F6EC3869-9C89-4C52-8A5D-5D74F43AA94A}" dt="2020-04-08T05:33:50.239" v="1477" actId="1076"/>
          <ac:graphicFrameMkLst>
            <pc:docMk/>
            <pc:sldMk cId="3648519117" sldId="259"/>
            <ac:graphicFrameMk id="7" creationId="{DB489FFD-05ED-4C81-9B38-2168AD0494CB}"/>
          </ac:graphicFrameMkLst>
        </pc:graphicFrameChg>
      </pc:sldChg>
      <pc:sldChg chg="addSp delSp modSp add mod setBg">
        <pc:chgData name="Marie Chris Soque" userId="9ebdbcbf79932a9a" providerId="LiveId" clId="{F6EC3869-9C89-4C52-8A5D-5D74F43AA94A}" dt="2020-04-09T01:17:23.074" v="5994" actId="14100"/>
        <pc:sldMkLst>
          <pc:docMk/>
          <pc:sldMk cId="1604745909" sldId="260"/>
        </pc:sldMkLst>
        <pc:spChg chg="mod">
          <ac:chgData name="Marie Chris Soque" userId="9ebdbcbf79932a9a" providerId="LiveId" clId="{F6EC3869-9C89-4C52-8A5D-5D74F43AA94A}" dt="2020-04-08T08:22:17.710" v="2256" actId="1076"/>
          <ac:spMkLst>
            <pc:docMk/>
            <pc:sldMk cId="1604745909" sldId="260"/>
            <ac:spMk id="2" creationId="{CEF598B1-5400-44A2-8D8B-D87392DE5E90}"/>
          </ac:spMkLst>
        </pc:spChg>
        <pc:spChg chg="del">
          <ac:chgData name="Marie Chris Soque" userId="9ebdbcbf79932a9a" providerId="LiveId" clId="{F6EC3869-9C89-4C52-8A5D-5D74F43AA94A}" dt="2020-04-08T05:36:15.895" v="1545" actId="478"/>
          <ac:spMkLst>
            <pc:docMk/>
            <pc:sldMk cId="1604745909" sldId="260"/>
            <ac:spMk id="3" creationId="{0D940BA9-8288-41F8-9206-32737625E9D4}"/>
          </ac:spMkLst>
        </pc:spChg>
        <pc:spChg chg="add del">
          <ac:chgData name="Marie Chris Soque" userId="9ebdbcbf79932a9a" providerId="LiveId" clId="{F6EC3869-9C89-4C52-8A5D-5D74F43AA94A}" dt="2020-04-08T05:38:23.786" v="1579" actId="26606"/>
          <ac:spMkLst>
            <pc:docMk/>
            <pc:sldMk cId="1604745909" sldId="260"/>
            <ac:spMk id="9" creationId="{6753252F-4873-4F63-801D-CC719279A7D5}"/>
          </ac:spMkLst>
        </pc:spChg>
        <pc:spChg chg="add mod">
          <ac:chgData name="Marie Chris Soque" userId="9ebdbcbf79932a9a" providerId="LiveId" clId="{F6EC3869-9C89-4C52-8A5D-5D74F43AA94A}" dt="2020-04-08T08:22:27.190" v="2258" actId="1076"/>
          <ac:spMkLst>
            <pc:docMk/>
            <pc:sldMk cId="1604745909" sldId="260"/>
            <ac:spMk id="10" creationId="{150F4661-99FE-4F58-AB18-6BCE0B9D512A}"/>
          </ac:spMkLst>
        </pc:spChg>
        <pc:spChg chg="add del">
          <ac:chgData name="Marie Chris Soque" userId="9ebdbcbf79932a9a" providerId="LiveId" clId="{F6EC3869-9C89-4C52-8A5D-5D74F43AA94A}" dt="2020-04-08T05:38:23.786" v="1579" actId="26606"/>
          <ac:spMkLst>
            <pc:docMk/>
            <pc:sldMk cId="1604745909" sldId="260"/>
            <ac:spMk id="11" creationId="{047C8CCB-F95D-4249-92DD-651249D3535A}"/>
          </ac:spMkLst>
        </pc:spChg>
        <pc:spChg chg="add del">
          <ac:chgData name="Marie Chris Soque" userId="9ebdbcbf79932a9a" providerId="LiveId" clId="{F6EC3869-9C89-4C52-8A5D-5D74F43AA94A}" dt="2020-04-08T05:38:53.613" v="1581" actId="26606"/>
          <ac:spMkLst>
            <pc:docMk/>
            <pc:sldMk cId="1604745909" sldId="260"/>
            <ac:spMk id="16" creationId="{6753252F-4873-4F63-801D-CC719279A7D5}"/>
          </ac:spMkLst>
        </pc:spChg>
        <pc:spChg chg="add del">
          <ac:chgData name="Marie Chris Soque" userId="9ebdbcbf79932a9a" providerId="LiveId" clId="{F6EC3869-9C89-4C52-8A5D-5D74F43AA94A}" dt="2020-04-08T05:38:53.613" v="1581" actId="26606"/>
          <ac:spMkLst>
            <pc:docMk/>
            <pc:sldMk cId="1604745909" sldId="260"/>
            <ac:spMk id="18" creationId="{047C8CCB-F95D-4249-92DD-651249D3535A}"/>
          </ac:spMkLst>
        </pc:spChg>
        <pc:picChg chg="add mod modCrop">
          <ac:chgData name="Marie Chris Soque" userId="9ebdbcbf79932a9a" providerId="LiveId" clId="{F6EC3869-9C89-4C52-8A5D-5D74F43AA94A}" dt="2020-04-09T01:17:23.074" v="5994" actId="14100"/>
          <ac:picMkLst>
            <pc:docMk/>
            <pc:sldMk cId="1604745909" sldId="260"/>
            <ac:picMk id="4" creationId="{C35C4719-35E4-42B7-9839-E706F519F915}"/>
          </ac:picMkLst>
        </pc:picChg>
        <pc:picChg chg="add mod">
          <ac:chgData name="Marie Chris Soque" userId="9ebdbcbf79932a9a" providerId="LiveId" clId="{F6EC3869-9C89-4C52-8A5D-5D74F43AA94A}" dt="2020-04-08T05:37:34.890" v="1569" actId="571"/>
          <ac:picMkLst>
            <pc:docMk/>
            <pc:sldMk cId="1604745909" sldId="260"/>
            <ac:picMk id="5" creationId="{831FCDED-A4E7-4259-8312-9E1CFE3A011A}"/>
          </ac:picMkLst>
        </pc:picChg>
      </pc:sldChg>
      <pc:sldChg chg="addSp delSp modSp add mod setBg">
        <pc:chgData name="Marie Chris Soque" userId="9ebdbcbf79932a9a" providerId="LiveId" clId="{F6EC3869-9C89-4C52-8A5D-5D74F43AA94A}" dt="2020-04-08T08:23:37.492" v="2276" actId="1076"/>
        <pc:sldMkLst>
          <pc:docMk/>
          <pc:sldMk cId="1800710159" sldId="261"/>
        </pc:sldMkLst>
        <pc:spChg chg="mod">
          <ac:chgData name="Marie Chris Soque" userId="9ebdbcbf79932a9a" providerId="LiveId" clId="{F6EC3869-9C89-4C52-8A5D-5D74F43AA94A}" dt="2020-04-08T08:23:22.363" v="2274" actId="207"/>
          <ac:spMkLst>
            <pc:docMk/>
            <pc:sldMk cId="1800710159" sldId="261"/>
            <ac:spMk id="2" creationId="{E8FE8FDC-8CB4-422E-911C-212E5D4960AD}"/>
          </ac:spMkLst>
        </pc:spChg>
        <pc:spChg chg="del mod">
          <ac:chgData name="Marie Chris Soque" userId="9ebdbcbf79932a9a" providerId="LiveId" clId="{F6EC3869-9C89-4C52-8A5D-5D74F43AA94A}" dt="2020-04-08T08:18:35.590" v="1926" actId="26606"/>
          <ac:spMkLst>
            <pc:docMk/>
            <pc:sldMk cId="1800710159" sldId="261"/>
            <ac:spMk id="3" creationId="{24B26FF4-C730-43EF-A211-34190D6F1D29}"/>
          </ac:spMkLst>
        </pc:spChg>
        <pc:spChg chg="add mod">
          <ac:chgData name="Marie Chris Soque" userId="9ebdbcbf79932a9a" providerId="LiveId" clId="{F6EC3869-9C89-4C52-8A5D-5D74F43AA94A}" dt="2020-04-08T08:22:33.040" v="2259" actId="1076"/>
          <ac:spMkLst>
            <pc:docMk/>
            <pc:sldMk cId="1800710159" sldId="261"/>
            <ac:spMk id="4" creationId="{80FB5C48-D0F1-41E4-B2F3-D13899F2FCEC}"/>
          </ac:spMkLst>
        </pc:spChg>
        <pc:spChg chg="add mod">
          <ac:chgData name="Marie Chris Soque" userId="9ebdbcbf79932a9a" providerId="LiveId" clId="{F6EC3869-9C89-4C52-8A5D-5D74F43AA94A}" dt="2020-04-08T08:23:02.451" v="2268" actId="1076"/>
          <ac:spMkLst>
            <pc:docMk/>
            <pc:sldMk cId="1800710159" sldId="261"/>
            <ac:spMk id="6" creationId="{A7F7F480-80EE-497B-8AF9-B4E2BD993D56}"/>
          </ac:spMkLst>
        </pc:spChg>
        <pc:graphicFrameChg chg="add mod">
          <ac:chgData name="Marie Chris Soque" userId="9ebdbcbf79932a9a" providerId="LiveId" clId="{F6EC3869-9C89-4C52-8A5D-5D74F43AA94A}" dt="2020-04-08T08:23:37.492" v="2276" actId="1076"/>
          <ac:graphicFrameMkLst>
            <pc:docMk/>
            <pc:sldMk cId="1800710159" sldId="261"/>
            <ac:graphicFrameMk id="5" creationId="{61D11CDB-2018-4AD7-BDB6-2749845E80EF}"/>
          </ac:graphicFrameMkLst>
        </pc:graphicFrameChg>
      </pc:sldChg>
      <pc:sldChg chg="modSp add">
        <pc:chgData name="Marie Chris Soque" userId="9ebdbcbf79932a9a" providerId="LiveId" clId="{F6EC3869-9C89-4C52-8A5D-5D74F43AA94A}" dt="2020-04-08T08:28:05.037" v="2932" actId="20577"/>
        <pc:sldMkLst>
          <pc:docMk/>
          <pc:sldMk cId="575056238" sldId="262"/>
        </pc:sldMkLst>
        <pc:spChg chg="mod">
          <ac:chgData name="Marie Chris Soque" userId="9ebdbcbf79932a9a" providerId="LiveId" clId="{F6EC3869-9C89-4C52-8A5D-5D74F43AA94A}" dt="2020-04-08T08:23:57.264" v="2277"/>
          <ac:spMkLst>
            <pc:docMk/>
            <pc:sldMk cId="575056238" sldId="262"/>
            <ac:spMk id="2" creationId="{DCD2676C-1732-4D2A-AB3F-37A24C269438}"/>
          </ac:spMkLst>
        </pc:spChg>
        <pc:spChg chg="mod">
          <ac:chgData name="Marie Chris Soque" userId="9ebdbcbf79932a9a" providerId="LiveId" clId="{F6EC3869-9C89-4C52-8A5D-5D74F43AA94A}" dt="2020-04-08T08:28:05.037" v="2932" actId="20577"/>
          <ac:spMkLst>
            <pc:docMk/>
            <pc:sldMk cId="575056238" sldId="262"/>
            <ac:spMk id="3" creationId="{DCDCF8F7-9262-43A9-BD69-14307290DE63}"/>
          </ac:spMkLst>
        </pc:spChg>
      </pc:sldChg>
      <pc:sldChg chg="addSp delSp modSp add">
        <pc:chgData name="Marie Chris Soque" userId="9ebdbcbf79932a9a" providerId="LiveId" clId="{F6EC3869-9C89-4C52-8A5D-5D74F43AA94A}" dt="2020-04-08T08:32:26.518" v="3027" actId="1076"/>
        <pc:sldMkLst>
          <pc:docMk/>
          <pc:sldMk cId="2051419591" sldId="263"/>
        </pc:sldMkLst>
        <pc:spChg chg="mod">
          <ac:chgData name="Marie Chris Soque" userId="9ebdbcbf79932a9a" providerId="LiveId" clId="{F6EC3869-9C89-4C52-8A5D-5D74F43AA94A}" dt="2020-04-08T08:32:22.002" v="3026" actId="207"/>
          <ac:spMkLst>
            <pc:docMk/>
            <pc:sldMk cId="2051419591" sldId="263"/>
            <ac:spMk id="2" creationId="{329457D1-B8F7-432A-9F9C-1E249327410D}"/>
          </ac:spMkLst>
        </pc:spChg>
        <pc:spChg chg="del">
          <ac:chgData name="Marie Chris Soque" userId="9ebdbcbf79932a9a" providerId="LiveId" clId="{F6EC3869-9C89-4C52-8A5D-5D74F43AA94A}" dt="2020-04-08T08:31:21.783" v="2980" actId="478"/>
          <ac:spMkLst>
            <pc:docMk/>
            <pc:sldMk cId="2051419591" sldId="263"/>
            <ac:spMk id="3" creationId="{66C767A1-DAAC-48EC-874A-218EED72979B}"/>
          </ac:spMkLst>
        </pc:spChg>
        <pc:picChg chg="add mod">
          <ac:chgData name="Marie Chris Soque" userId="9ebdbcbf79932a9a" providerId="LiveId" clId="{F6EC3869-9C89-4C52-8A5D-5D74F43AA94A}" dt="2020-04-08T08:32:26.518" v="3027" actId="1076"/>
          <ac:picMkLst>
            <pc:docMk/>
            <pc:sldMk cId="2051419591" sldId="263"/>
            <ac:picMk id="1026" creationId="{07E0F305-C8C9-4BAE-8057-E123FD51CD0F}"/>
          </ac:picMkLst>
        </pc:picChg>
      </pc:sldChg>
      <pc:sldChg chg="addSp delSp modSp add">
        <pc:chgData name="Marie Chris Soque" userId="9ebdbcbf79932a9a" providerId="LiveId" clId="{F6EC3869-9C89-4C52-8A5D-5D74F43AA94A}" dt="2020-04-08T08:35:01.003" v="3036" actId="1076"/>
        <pc:sldMkLst>
          <pc:docMk/>
          <pc:sldMk cId="3039012824" sldId="264"/>
        </pc:sldMkLst>
        <pc:picChg chg="del">
          <ac:chgData name="Marie Chris Soque" userId="9ebdbcbf79932a9a" providerId="LiveId" clId="{F6EC3869-9C89-4C52-8A5D-5D74F43AA94A}" dt="2020-04-08T08:34:26.837" v="3029" actId="478"/>
          <ac:picMkLst>
            <pc:docMk/>
            <pc:sldMk cId="3039012824" sldId="264"/>
            <ac:picMk id="1026" creationId="{07E0F305-C8C9-4BAE-8057-E123FD51CD0F}"/>
          </ac:picMkLst>
        </pc:picChg>
        <pc:picChg chg="add mod">
          <ac:chgData name="Marie Chris Soque" userId="9ebdbcbf79932a9a" providerId="LiveId" clId="{F6EC3869-9C89-4C52-8A5D-5D74F43AA94A}" dt="2020-04-08T08:35:01.003" v="3036" actId="1076"/>
          <ac:picMkLst>
            <pc:docMk/>
            <pc:sldMk cId="3039012824" sldId="264"/>
            <ac:picMk id="2050" creationId="{F3909185-1F27-4A70-803B-E522C3FEB5C0}"/>
          </ac:picMkLst>
        </pc:picChg>
      </pc:sldChg>
      <pc:sldChg chg="addSp delSp modSp add mod setBg">
        <pc:chgData name="Marie Chris Soque" userId="9ebdbcbf79932a9a" providerId="LiveId" clId="{F6EC3869-9C89-4C52-8A5D-5D74F43AA94A}" dt="2020-04-08T09:06:28.543" v="3445" actId="26606"/>
        <pc:sldMkLst>
          <pc:docMk/>
          <pc:sldMk cId="3468130014" sldId="265"/>
        </pc:sldMkLst>
        <pc:spChg chg="mod">
          <ac:chgData name="Marie Chris Soque" userId="9ebdbcbf79932a9a" providerId="LiveId" clId="{F6EC3869-9C89-4C52-8A5D-5D74F43AA94A}" dt="2020-04-08T09:06:28.543" v="3445" actId="26606"/>
          <ac:spMkLst>
            <pc:docMk/>
            <pc:sldMk cId="3468130014" sldId="265"/>
            <ac:spMk id="2" creationId="{B8496723-B262-4737-B54E-770056DFC5A3}"/>
          </ac:spMkLst>
        </pc:spChg>
        <pc:spChg chg="mod">
          <ac:chgData name="Marie Chris Soque" userId="9ebdbcbf79932a9a" providerId="LiveId" clId="{F6EC3869-9C89-4C52-8A5D-5D74F43AA94A}" dt="2020-04-08T09:06:28.543" v="3445" actId="26606"/>
          <ac:spMkLst>
            <pc:docMk/>
            <pc:sldMk cId="3468130014" sldId="265"/>
            <ac:spMk id="3" creationId="{FAE4720C-08B5-4950-8F46-142789EC2E46}"/>
          </ac:spMkLst>
        </pc:spChg>
        <pc:picChg chg="add del">
          <ac:chgData name="Marie Chris Soque" userId="9ebdbcbf79932a9a" providerId="LiveId" clId="{F6EC3869-9C89-4C52-8A5D-5D74F43AA94A}" dt="2020-04-08T09:06:28.543" v="3445" actId="26606"/>
          <ac:picMkLst>
            <pc:docMk/>
            <pc:sldMk cId="3468130014" sldId="265"/>
            <ac:picMk id="7" creationId="{17010810-ADBE-4265-B78C-F8EA42B9F950}"/>
          </ac:picMkLst>
        </pc:picChg>
      </pc:sldChg>
      <pc:sldChg chg="modSp add ord">
        <pc:chgData name="Marie Chris Soque" userId="9ebdbcbf79932a9a" providerId="LiveId" clId="{F6EC3869-9C89-4C52-8A5D-5D74F43AA94A}" dt="2020-04-08T08:48:37.527" v="3044" actId="20577"/>
        <pc:sldMkLst>
          <pc:docMk/>
          <pc:sldMk cId="2555899942" sldId="266"/>
        </pc:sldMkLst>
        <pc:spChg chg="mod">
          <ac:chgData name="Marie Chris Soque" userId="9ebdbcbf79932a9a" providerId="LiveId" clId="{F6EC3869-9C89-4C52-8A5D-5D74F43AA94A}" dt="2020-04-08T08:48:33.790" v="3042" actId="20577"/>
          <ac:spMkLst>
            <pc:docMk/>
            <pc:sldMk cId="2555899942" sldId="266"/>
            <ac:spMk id="2" creationId="{26AD339F-CD4B-4FCC-AADD-4449CCA42FB7}"/>
          </ac:spMkLst>
        </pc:spChg>
        <pc:spChg chg="mod">
          <ac:chgData name="Marie Chris Soque" userId="9ebdbcbf79932a9a" providerId="LiveId" clId="{F6EC3869-9C89-4C52-8A5D-5D74F43AA94A}" dt="2020-04-08T08:48:37.527" v="3044" actId="20577"/>
          <ac:spMkLst>
            <pc:docMk/>
            <pc:sldMk cId="2555899942" sldId="266"/>
            <ac:spMk id="3" creationId="{1040C2EB-69A2-43FE-875B-BD02C0C4F430}"/>
          </ac:spMkLst>
        </pc:spChg>
      </pc:sldChg>
      <pc:sldChg chg="modSp add">
        <pc:chgData name="Marie Chris Soque" userId="9ebdbcbf79932a9a" providerId="LiveId" clId="{F6EC3869-9C89-4C52-8A5D-5D74F43AA94A}" dt="2020-04-08T09:10:40.362" v="3760" actId="20577"/>
        <pc:sldMkLst>
          <pc:docMk/>
          <pc:sldMk cId="3609602597" sldId="267"/>
        </pc:sldMkLst>
        <pc:spChg chg="mod">
          <ac:chgData name="Marie Chris Soque" userId="9ebdbcbf79932a9a" providerId="LiveId" clId="{F6EC3869-9C89-4C52-8A5D-5D74F43AA94A}" dt="2020-04-08T09:10:40.362" v="3760" actId="20577"/>
          <ac:spMkLst>
            <pc:docMk/>
            <pc:sldMk cId="3609602597" sldId="267"/>
            <ac:spMk id="3" creationId="{FAE4720C-08B5-4950-8F46-142789EC2E46}"/>
          </ac:spMkLst>
        </pc:spChg>
      </pc:sldChg>
      <pc:sldChg chg="modSp add ord">
        <pc:chgData name="Marie Chris Soque" userId="9ebdbcbf79932a9a" providerId="LiveId" clId="{F6EC3869-9C89-4C52-8A5D-5D74F43AA94A}" dt="2020-04-08T09:11:54.267" v="3894" actId="20577"/>
        <pc:sldMkLst>
          <pc:docMk/>
          <pc:sldMk cId="217900666" sldId="268"/>
        </pc:sldMkLst>
        <pc:spChg chg="mod">
          <ac:chgData name="Marie Chris Soque" userId="9ebdbcbf79932a9a" providerId="LiveId" clId="{F6EC3869-9C89-4C52-8A5D-5D74F43AA94A}" dt="2020-04-08T09:11:54.267" v="3894" actId="20577"/>
          <ac:spMkLst>
            <pc:docMk/>
            <pc:sldMk cId="217900666" sldId="268"/>
            <ac:spMk id="3" creationId="{FAE4720C-08B5-4950-8F46-142789EC2E46}"/>
          </ac:spMkLst>
        </pc:spChg>
      </pc:sldChg>
      <pc:sldChg chg="modSp add ord">
        <pc:chgData name="Marie Chris Soque" userId="9ebdbcbf79932a9a" providerId="LiveId" clId="{F6EC3869-9C89-4C52-8A5D-5D74F43AA94A}" dt="2020-04-08T09:16:06.684" v="4254" actId="20577"/>
        <pc:sldMkLst>
          <pc:docMk/>
          <pc:sldMk cId="1679287852" sldId="269"/>
        </pc:sldMkLst>
        <pc:spChg chg="mod">
          <ac:chgData name="Marie Chris Soque" userId="9ebdbcbf79932a9a" providerId="LiveId" clId="{F6EC3869-9C89-4C52-8A5D-5D74F43AA94A}" dt="2020-04-08T09:16:06.684" v="4254" actId="20577"/>
          <ac:spMkLst>
            <pc:docMk/>
            <pc:sldMk cId="1679287852" sldId="269"/>
            <ac:spMk id="3" creationId="{FAE4720C-08B5-4950-8F46-142789EC2E46}"/>
          </ac:spMkLst>
        </pc:spChg>
      </pc:sldChg>
      <pc:sldChg chg="modSp add">
        <pc:chgData name="Marie Chris Soque" userId="9ebdbcbf79932a9a" providerId="LiveId" clId="{F6EC3869-9C89-4C52-8A5D-5D74F43AA94A}" dt="2020-04-08T09:55:04.580" v="4510" actId="20577"/>
        <pc:sldMkLst>
          <pc:docMk/>
          <pc:sldMk cId="2595018770" sldId="270"/>
        </pc:sldMkLst>
        <pc:spChg chg="mod">
          <ac:chgData name="Marie Chris Soque" userId="9ebdbcbf79932a9a" providerId="LiveId" clId="{F6EC3869-9C89-4C52-8A5D-5D74F43AA94A}" dt="2020-04-08T09:55:04.580" v="4510" actId="20577"/>
          <ac:spMkLst>
            <pc:docMk/>
            <pc:sldMk cId="2595018770" sldId="270"/>
            <ac:spMk id="3" creationId="{FAE4720C-08B5-4950-8F46-142789EC2E46}"/>
          </ac:spMkLst>
        </pc:spChg>
      </pc:sldChg>
      <pc:sldChg chg="add del">
        <pc:chgData name="Marie Chris Soque" userId="9ebdbcbf79932a9a" providerId="LiveId" clId="{F6EC3869-9C89-4C52-8A5D-5D74F43AA94A}" dt="2020-04-08T09:13:36.758" v="4080"/>
        <pc:sldMkLst>
          <pc:docMk/>
          <pc:sldMk cId="3490128912" sldId="270"/>
        </pc:sldMkLst>
      </pc:sldChg>
      <pc:sldChg chg="modSp add ord">
        <pc:chgData name="Marie Chris Soque" userId="9ebdbcbf79932a9a" providerId="LiveId" clId="{F6EC3869-9C89-4C52-8A5D-5D74F43AA94A}" dt="2020-04-08T09:19:15.201" v="4343" actId="20577"/>
        <pc:sldMkLst>
          <pc:docMk/>
          <pc:sldMk cId="1137371372" sldId="271"/>
        </pc:sldMkLst>
        <pc:spChg chg="mod">
          <ac:chgData name="Marie Chris Soque" userId="9ebdbcbf79932a9a" providerId="LiveId" clId="{F6EC3869-9C89-4C52-8A5D-5D74F43AA94A}" dt="2020-04-08T09:19:15.201" v="4343" actId="20577"/>
          <ac:spMkLst>
            <pc:docMk/>
            <pc:sldMk cId="1137371372" sldId="271"/>
            <ac:spMk id="3" creationId="{FAE4720C-08B5-4950-8F46-142789EC2E46}"/>
          </ac:spMkLst>
        </pc:spChg>
      </pc:sldChg>
      <pc:sldChg chg="add del">
        <pc:chgData name="Marie Chris Soque" userId="9ebdbcbf79932a9a" providerId="LiveId" clId="{F6EC3869-9C89-4C52-8A5D-5D74F43AA94A}" dt="2020-04-08T09:13:36.758" v="4080"/>
        <pc:sldMkLst>
          <pc:docMk/>
          <pc:sldMk cId="3105090741" sldId="271"/>
        </pc:sldMkLst>
      </pc:sldChg>
      <pc:sldChg chg="modSp add ord">
        <pc:chgData name="Marie Chris Soque" userId="9ebdbcbf79932a9a" providerId="LiveId" clId="{F6EC3869-9C89-4C52-8A5D-5D74F43AA94A}" dt="2020-04-08T09:20:34.522" v="4490" actId="20577"/>
        <pc:sldMkLst>
          <pc:docMk/>
          <pc:sldMk cId="1154172505" sldId="272"/>
        </pc:sldMkLst>
        <pc:spChg chg="mod">
          <ac:chgData name="Marie Chris Soque" userId="9ebdbcbf79932a9a" providerId="LiveId" clId="{F6EC3869-9C89-4C52-8A5D-5D74F43AA94A}" dt="2020-04-08T09:20:34.522" v="4490" actId="20577"/>
          <ac:spMkLst>
            <pc:docMk/>
            <pc:sldMk cId="1154172505" sldId="272"/>
            <ac:spMk id="3" creationId="{FAE4720C-08B5-4950-8F46-142789EC2E46}"/>
          </ac:spMkLst>
        </pc:spChg>
      </pc:sldChg>
      <pc:sldChg chg="add">
        <pc:chgData name="Marie Chris Soque" userId="9ebdbcbf79932a9a" providerId="LiveId" clId="{F6EC3869-9C89-4C52-8A5D-5D74F43AA94A}" dt="2020-04-08T09:34:45.803" v="4493"/>
        <pc:sldMkLst>
          <pc:docMk/>
          <pc:sldMk cId="285141372" sldId="273"/>
        </pc:sldMkLst>
      </pc:sldChg>
      <pc:sldChg chg="add del">
        <pc:chgData name="Marie Chris Soque" userId="9ebdbcbf79932a9a" providerId="LiveId" clId="{F6EC3869-9C89-4C52-8A5D-5D74F43AA94A}" dt="2020-04-08T09:34:42.303" v="4492" actId="2696"/>
        <pc:sldMkLst>
          <pc:docMk/>
          <pc:sldMk cId="1603555748" sldId="273"/>
        </pc:sldMkLst>
      </pc:sldChg>
      <pc:sldChg chg="modSp add ord">
        <pc:chgData name="Marie Chris Soque" userId="9ebdbcbf79932a9a" providerId="LiveId" clId="{F6EC3869-9C89-4C52-8A5D-5D74F43AA94A}" dt="2020-04-08T09:43:40.870" v="4500" actId="20577"/>
        <pc:sldMkLst>
          <pc:docMk/>
          <pc:sldMk cId="842845398" sldId="274"/>
        </pc:sldMkLst>
        <pc:spChg chg="mod">
          <ac:chgData name="Marie Chris Soque" userId="9ebdbcbf79932a9a" providerId="LiveId" clId="{F6EC3869-9C89-4C52-8A5D-5D74F43AA94A}" dt="2020-04-08T09:43:38.146" v="4498" actId="20577"/>
          <ac:spMkLst>
            <pc:docMk/>
            <pc:sldMk cId="842845398" sldId="274"/>
            <ac:spMk id="2" creationId="{26AD339F-CD4B-4FCC-AADD-4449CCA42FB7}"/>
          </ac:spMkLst>
        </pc:spChg>
        <pc:spChg chg="mod">
          <ac:chgData name="Marie Chris Soque" userId="9ebdbcbf79932a9a" providerId="LiveId" clId="{F6EC3869-9C89-4C52-8A5D-5D74F43AA94A}" dt="2020-04-08T09:43:40.870" v="4500" actId="20577"/>
          <ac:spMkLst>
            <pc:docMk/>
            <pc:sldMk cId="842845398" sldId="274"/>
            <ac:spMk id="3" creationId="{1040C2EB-69A2-43FE-875B-BD02C0C4F430}"/>
          </ac:spMkLst>
        </pc:spChg>
      </pc:sldChg>
      <pc:sldChg chg="modSp add del">
        <pc:chgData name="Marie Chris Soque" userId="9ebdbcbf79932a9a" providerId="LiveId" clId="{F6EC3869-9C89-4C52-8A5D-5D74F43AA94A}" dt="2020-04-09T00:51:21.197" v="4541" actId="47"/>
        <pc:sldMkLst>
          <pc:docMk/>
          <pc:sldMk cId="1107608281" sldId="275"/>
        </pc:sldMkLst>
        <pc:spChg chg="mod">
          <ac:chgData name="Marie Chris Soque" userId="9ebdbcbf79932a9a" providerId="LiveId" clId="{F6EC3869-9C89-4C52-8A5D-5D74F43AA94A}" dt="2020-04-09T00:51:18.935" v="4540" actId="20577"/>
          <ac:spMkLst>
            <pc:docMk/>
            <pc:sldMk cId="1107608281" sldId="275"/>
            <ac:spMk id="2" creationId="{EF6AB3F3-36D6-4353-9361-DF4EF23B5060}"/>
          </ac:spMkLst>
        </pc:spChg>
      </pc:sldChg>
      <pc:sldChg chg="addSp modSp add">
        <pc:chgData name="Marie Chris Soque" userId="9ebdbcbf79932a9a" providerId="LiveId" clId="{F6EC3869-9C89-4C52-8A5D-5D74F43AA94A}" dt="2020-04-09T00:57:52.027" v="4923" actId="1076"/>
        <pc:sldMkLst>
          <pc:docMk/>
          <pc:sldMk cId="1401673842" sldId="275"/>
        </pc:sldMkLst>
        <pc:spChg chg="mod">
          <ac:chgData name="Marie Chris Soque" userId="9ebdbcbf79932a9a" providerId="LiveId" clId="{F6EC3869-9C89-4C52-8A5D-5D74F43AA94A}" dt="2020-04-09T00:51:43.661" v="4583" actId="20577"/>
          <ac:spMkLst>
            <pc:docMk/>
            <pc:sldMk cId="1401673842" sldId="275"/>
            <ac:spMk id="2" creationId="{B8496723-B262-4737-B54E-770056DFC5A3}"/>
          </ac:spMkLst>
        </pc:spChg>
        <pc:spChg chg="mod">
          <ac:chgData name="Marie Chris Soque" userId="9ebdbcbf79932a9a" providerId="LiveId" clId="{F6EC3869-9C89-4C52-8A5D-5D74F43AA94A}" dt="2020-04-09T00:57:39.898" v="4919" actId="27636"/>
          <ac:spMkLst>
            <pc:docMk/>
            <pc:sldMk cId="1401673842" sldId="275"/>
            <ac:spMk id="3" creationId="{FAE4720C-08B5-4950-8F46-142789EC2E46}"/>
          </ac:spMkLst>
        </pc:spChg>
        <pc:spChg chg="add mod">
          <ac:chgData name="Marie Chris Soque" userId="9ebdbcbf79932a9a" providerId="LiveId" clId="{F6EC3869-9C89-4C52-8A5D-5D74F43AA94A}" dt="2020-04-09T00:57:52.027" v="4923" actId="1076"/>
          <ac:spMkLst>
            <pc:docMk/>
            <pc:sldMk cId="1401673842" sldId="275"/>
            <ac:spMk id="4" creationId="{17D5E294-53B6-4FE9-B970-00C1E8029327}"/>
          </ac:spMkLst>
        </pc:spChg>
      </pc:sldChg>
      <pc:sldChg chg="addSp delSp modSp add ord">
        <pc:chgData name="Marie Chris Soque" userId="9ebdbcbf79932a9a" providerId="LiveId" clId="{F6EC3869-9C89-4C52-8A5D-5D74F43AA94A}" dt="2020-04-09T01:03:14.400" v="5472" actId="20577"/>
        <pc:sldMkLst>
          <pc:docMk/>
          <pc:sldMk cId="1546413181" sldId="276"/>
        </pc:sldMkLst>
        <pc:spChg chg="mod">
          <ac:chgData name="Marie Chris Soque" userId="9ebdbcbf79932a9a" providerId="LiveId" clId="{F6EC3869-9C89-4C52-8A5D-5D74F43AA94A}" dt="2020-04-09T00:58:57.696" v="5004" actId="1076"/>
          <ac:spMkLst>
            <pc:docMk/>
            <pc:sldMk cId="1546413181" sldId="276"/>
            <ac:spMk id="2" creationId="{B8496723-B262-4737-B54E-770056DFC5A3}"/>
          </ac:spMkLst>
        </pc:spChg>
        <pc:spChg chg="del mod">
          <ac:chgData name="Marie Chris Soque" userId="9ebdbcbf79932a9a" providerId="LiveId" clId="{F6EC3869-9C89-4C52-8A5D-5D74F43AA94A}" dt="2020-04-09T00:59:49.648" v="5007" actId="478"/>
          <ac:spMkLst>
            <pc:docMk/>
            <pc:sldMk cId="1546413181" sldId="276"/>
            <ac:spMk id="3" creationId="{FAE4720C-08B5-4950-8F46-142789EC2E46}"/>
          </ac:spMkLst>
        </pc:spChg>
        <pc:spChg chg="add del mod">
          <ac:chgData name="Marie Chris Soque" userId="9ebdbcbf79932a9a" providerId="LiveId" clId="{F6EC3869-9C89-4C52-8A5D-5D74F43AA94A}" dt="2020-04-09T00:59:53.071" v="5008" actId="478"/>
          <ac:spMkLst>
            <pc:docMk/>
            <pc:sldMk cId="1546413181" sldId="276"/>
            <ac:spMk id="5" creationId="{0473B93A-8C21-4A92-918C-9EC031B1A437}"/>
          </ac:spMkLst>
        </pc:spChg>
        <pc:graphicFrameChg chg="add mod modGraphic">
          <ac:chgData name="Marie Chris Soque" userId="9ebdbcbf79932a9a" providerId="LiveId" clId="{F6EC3869-9C89-4C52-8A5D-5D74F43AA94A}" dt="2020-04-09T01:03:14.400" v="5472" actId="20577"/>
          <ac:graphicFrameMkLst>
            <pc:docMk/>
            <pc:sldMk cId="1546413181" sldId="276"/>
            <ac:graphicFrameMk id="6" creationId="{7441D855-0C51-4189-8235-DE53B43AA7BE}"/>
          </ac:graphicFrameMkLst>
        </pc:graphicFrameChg>
      </pc:sldChg>
      <pc:sldChg chg="add del">
        <pc:chgData name="Marie Chris Soque" userId="9ebdbcbf79932a9a" providerId="LiveId" clId="{F6EC3869-9C89-4C52-8A5D-5D74F43AA94A}" dt="2020-04-09T00:58:15.562" v="4925" actId="2696"/>
        <pc:sldMkLst>
          <pc:docMk/>
          <pc:sldMk cId="1926989854" sldId="276"/>
        </pc:sldMkLst>
      </pc:sldChg>
      <pc:sldChg chg="modSp add">
        <pc:chgData name="Marie Chris Soque" userId="9ebdbcbf79932a9a" providerId="LiveId" clId="{F6EC3869-9C89-4C52-8A5D-5D74F43AA94A}" dt="2020-04-09T01:08:07.336" v="5991" actId="21"/>
        <pc:sldMkLst>
          <pc:docMk/>
          <pc:sldMk cId="3366113470" sldId="277"/>
        </pc:sldMkLst>
        <pc:graphicFrameChg chg="mod modGraphic">
          <ac:chgData name="Marie Chris Soque" userId="9ebdbcbf79932a9a" providerId="LiveId" clId="{F6EC3869-9C89-4C52-8A5D-5D74F43AA94A}" dt="2020-04-09T01:08:07.336" v="5991" actId="21"/>
          <ac:graphicFrameMkLst>
            <pc:docMk/>
            <pc:sldMk cId="3366113470" sldId="277"/>
            <ac:graphicFrameMk id="6" creationId="{7441D855-0C51-4189-8235-DE53B43AA7BE}"/>
          </ac:graphicFrameMkLst>
        </pc:graphicFrameChg>
      </pc:sldChg>
      <pc:sldChg chg="add del">
        <pc:chgData name="Marie Chris Soque" userId="9ebdbcbf79932a9a" providerId="LiveId" clId="{F6EC3869-9C89-4C52-8A5D-5D74F43AA94A}" dt="2020-04-09T01:24:53.724" v="6588" actId="47"/>
        <pc:sldMkLst>
          <pc:docMk/>
          <pc:sldMk cId="3233817065" sldId="278"/>
        </pc:sldMkLst>
      </pc:sldChg>
      <pc:sldChg chg="add del">
        <pc:chgData name="Marie Chris Soque" userId="9ebdbcbf79932a9a" providerId="LiveId" clId="{F6EC3869-9C89-4C52-8A5D-5D74F43AA94A}" dt="2020-04-09T01:17:29.299" v="5996" actId="47"/>
        <pc:sldMkLst>
          <pc:docMk/>
          <pc:sldMk cId="2119710423" sldId="279"/>
        </pc:sldMkLst>
      </pc:sldChg>
      <pc:sldChg chg="addSp delSp modSp add">
        <pc:chgData name="Marie Chris Soque" userId="9ebdbcbf79932a9a" providerId="LiveId" clId="{F6EC3869-9C89-4C52-8A5D-5D74F43AA94A}" dt="2020-04-09T01:20:57.110" v="6482" actId="20577"/>
        <pc:sldMkLst>
          <pc:docMk/>
          <pc:sldMk cId="3475064618" sldId="279"/>
        </pc:sldMkLst>
        <pc:spChg chg="mod">
          <ac:chgData name="Marie Chris Soque" userId="9ebdbcbf79932a9a" providerId="LiveId" clId="{F6EC3869-9C89-4C52-8A5D-5D74F43AA94A}" dt="2020-04-09T01:20:57.110" v="6482" actId="20577"/>
          <ac:spMkLst>
            <pc:docMk/>
            <pc:sldMk cId="3475064618" sldId="279"/>
            <ac:spMk id="2" creationId="{3FC5C696-0D55-47E0-A874-0533693A860B}"/>
          </ac:spMkLst>
        </pc:spChg>
        <pc:spChg chg="add mod">
          <ac:chgData name="Marie Chris Soque" userId="9ebdbcbf79932a9a" providerId="LiveId" clId="{F6EC3869-9C89-4C52-8A5D-5D74F43AA94A}" dt="2020-04-09T01:20:01.979" v="6434" actId="20577"/>
          <ac:spMkLst>
            <pc:docMk/>
            <pc:sldMk cId="3475064618" sldId="279"/>
            <ac:spMk id="4" creationId="{AD2BCD51-ABB6-48A6-A6A5-C2B690891177}"/>
          </ac:spMkLst>
        </pc:spChg>
        <pc:graphicFrameChg chg="del">
          <ac:chgData name="Marie Chris Soque" userId="9ebdbcbf79932a9a" providerId="LiveId" clId="{F6EC3869-9C89-4C52-8A5D-5D74F43AA94A}" dt="2020-04-09T01:18:14.329" v="6064" actId="478"/>
          <ac:graphicFrameMkLst>
            <pc:docMk/>
            <pc:sldMk cId="3475064618" sldId="279"/>
            <ac:graphicFrameMk id="7" creationId="{DB489FFD-05ED-4C81-9B38-2168AD0494CB}"/>
          </ac:graphicFrameMkLst>
        </pc:graphicFrameChg>
      </pc:sldChg>
      <pc:sldChg chg="addSp delSp modSp add">
        <pc:chgData name="Marie Chris Soque" userId="9ebdbcbf79932a9a" providerId="LiveId" clId="{F6EC3869-9C89-4C52-8A5D-5D74F43AA94A}" dt="2020-04-09T01:23:32.668" v="6587" actId="20577"/>
        <pc:sldMkLst>
          <pc:docMk/>
          <pc:sldMk cId="2336891015" sldId="280"/>
        </pc:sldMkLst>
        <pc:spChg chg="mod">
          <ac:chgData name="Marie Chris Soque" userId="9ebdbcbf79932a9a" providerId="LiveId" clId="{F6EC3869-9C89-4C52-8A5D-5D74F43AA94A}" dt="2020-04-09T01:23:32.668" v="6587" actId="20577"/>
          <ac:spMkLst>
            <pc:docMk/>
            <pc:sldMk cId="2336891015" sldId="280"/>
            <ac:spMk id="2" creationId="{3FC5C696-0D55-47E0-A874-0533693A860B}"/>
          </ac:spMkLst>
        </pc:spChg>
        <pc:spChg chg="del">
          <ac:chgData name="Marie Chris Soque" userId="9ebdbcbf79932a9a" providerId="LiveId" clId="{F6EC3869-9C89-4C52-8A5D-5D74F43AA94A}" dt="2020-04-09T01:22:43.560" v="6553" actId="478"/>
          <ac:spMkLst>
            <pc:docMk/>
            <pc:sldMk cId="2336891015" sldId="280"/>
            <ac:spMk id="4" creationId="{AD2BCD51-ABB6-48A6-A6A5-C2B690891177}"/>
          </ac:spMkLst>
        </pc:spChg>
        <pc:spChg chg="add del mod">
          <ac:chgData name="Marie Chris Soque" userId="9ebdbcbf79932a9a" providerId="LiveId" clId="{F6EC3869-9C89-4C52-8A5D-5D74F43AA94A}" dt="2020-04-09T01:22:45.463" v="6554" actId="478"/>
          <ac:spMkLst>
            <pc:docMk/>
            <pc:sldMk cId="2336891015" sldId="280"/>
            <ac:spMk id="5" creationId="{6FD5D940-A7EB-42F9-8D08-74596B870133}"/>
          </ac:spMkLst>
        </pc:spChg>
        <pc:picChg chg="add mod modCrop">
          <ac:chgData name="Marie Chris Soque" userId="9ebdbcbf79932a9a" providerId="LiveId" clId="{F6EC3869-9C89-4C52-8A5D-5D74F43AA94A}" dt="2020-04-09T01:23:22.028" v="6562" actId="1076"/>
          <ac:picMkLst>
            <pc:docMk/>
            <pc:sldMk cId="2336891015" sldId="280"/>
            <ac:picMk id="6" creationId="{E53A5FC5-FC6D-4FB0-909C-73A95A4ACA0A}"/>
          </ac:picMkLst>
        </pc:picChg>
      </pc:sldChg>
      <pc:sldChg chg="addSp delSp modSp add ord">
        <pc:chgData name="Marie Chris Soque" userId="9ebdbcbf79932a9a" providerId="LiveId" clId="{F6EC3869-9C89-4C52-8A5D-5D74F43AA94A}" dt="2020-04-09T01:31:57.510" v="6838"/>
        <pc:sldMkLst>
          <pc:docMk/>
          <pc:sldMk cId="1943892027" sldId="281"/>
        </pc:sldMkLst>
        <pc:spChg chg="mod">
          <ac:chgData name="Marie Chris Soque" userId="9ebdbcbf79932a9a" providerId="LiveId" clId="{F6EC3869-9C89-4C52-8A5D-5D74F43AA94A}" dt="2020-04-09T01:25:48.002" v="6623" actId="1076"/>
          <ac:spMkLst>
            <pc:docMk/>
            <pc:sldMk cId="1943892027" sldId="281"/>
            <ac:spMk id="2" creationId="{B8496723-B262-4737-B54E-770056DFC5A3}"/>
          </ac:spMkLst>
        </pc:spChg>
        <pc:spChg chg="add del mod">
          <ac:chgData name="Marie Chris Soque" userId="9ebdbcbf79932a9a" providerId="LiveId" clId="{F6EC3869-9C89-4C52-8A5D-5D74F43AA94A}" dt="2020-04-09T01:26:29.580" v="6629"/>
          <ac:spMkLst>
            <pc:docMk/>
            <pc:sldMk cId="1943892027" sldId="281"/>
            <ac:spMk id="4" creationId="{67222A15-9D73-4E77-88D8-6487922F5244}"/>
          </ac:spMkLst>
        </pc:spChg>
        <pc:spChg chg="add mod">
          <ac:chgData name="Marie Chris Soque" userId="9ebdbcbf79932a9a" providerId="LiveId" clId="{F6EC3869-9C89-4C52-8A5D-5D74F43AA94A}" dt="2020-04-09T01:27:57.713" v="6698" actId="20577"/>
          <ac:spMkLst>
            <pc:docMk/>
            <pc:sldMk cId="1943892027" sldId="281"/>
            <ac:spMk id="5" creationId="{AD2C5C67-C4FB-4E19-B3BA-F07BFF83D7DE}"/>
          </ac:spMkLst>
        </pc:spChg>
        <pc:graphicFrameChg chg="del modGraphic">
          <ac:chgData name="Marie Chris Soque" userId="9ebdbcbf79932a9a" providerId="LiveId" clId="{F6EC3869-9C89-4C52-8A5D-5D74F43AA94A}" dt="2020-04-09T01:25:36.478" v="6622" actId="478"/>
          <ac:graphicFrameMkLst>
            <pc:docMk/>
            <pc:sldMk cId="1943892027" sldId="281"/>
            <ac:graphicFrameMk id="6" creationId="{7441D855-0C51-4189-8235-DE53B43AA7BE}"/>
          </ac:graphicFrameMkLst>
        </pc:graphicFrameChg>
        <pc:picChg chg="add mod modCrop">
          <ac:chgData name="Marie Chris Soque" userId="9ebdbcbf79932a9a" providerId="LiveId" clId="{F6EC3869-9C89-4C52-8A5D-5D74F43AA94A}" dt="2020-04-09T01:26:51.446" v="6637" actId="1076"/>
          <ac:picMkLst>
            <pc:docMk/>
            <pc:sldMk cId="1943892027" sldId="281"/>
            <ac:picMk id="3" creationId="{D804E7CB-A43B-4DA1-A7EC-57E7B27123BF}"/>
          </ac:picMkLst>
        </pc:picChg>
      </pc:sldChg>
      <pc:sldChg chg="addSp delSp modSp add ord">
        <pc:chgData name="Marie Chris Soque" userId="9ebdbcbf79932a9a" providerId="LiveId" clId="{F6EC3869-9C89-4C52-8A5D-5D74F43AA94A}" dt="2020-04-09T01:31:57.510" v="6838"/>
        <pc:sldMkLst>
          <pc:docMk/>
          <pc:sldMk cId="1556508545" sldId="282"/>
        </pc:sldMkLst>
        <pc:spChg chg="mod">
          <ac:chgData name="Marie Chris Soque" userId="9ebdbcbf79932a9a" providerId="LiveId" clId="{F6EC3869-9C89-4C52-8A5D-5D74F43AA94A}" dt="2020-04-09T01:30:38.244" v="6825" actId="1076"/>
          <ac:spMkLst>
            <pc:docMk/>
            <pc:sldMk cId="1556508545" sldId="282"/>
            <ac:spMk id="5" creationId="{AD2C5C67-C4FB-4E19-B3BA-F07BFF83D7DE}"/>
          </ac:spMkLst>
        </pc:spChg>
        <pc:picChg chg="del">
          <ac:chgData name="Marie Chris Soque" userId="9ebdbcbf79932a9a" providerId="LiveId" clId="{F6EC3869-9C89-4C52-8A5D-5D74F43AA94A}" dt="2020-04-09T01:29:53.751" v="6700" actId="478"/>
          <ac:picMkLst>
            <pc:docMk/>
            <pc:sldMk cId="1556508545" sldId="282"/>
            <ac:picMk id="3" creationId="{D804E7CB-A43B-4DA1-A7EC-57E7B27123BF}"/>
          </ac:picMkLst>
        </pc:picChg>
        <pc:picChg chg="add mod modCrop">
          <ac:chgData name="Marie Chris Soque" userId="9ebdbcbf79932a9a" providerId="LiveId" clId="{F6EC3869-9C89-4C52-8A5D-5D74F43AA94A}" dt="2020-04-09T01:31:25.363" v="6836" actId="14100"/>
          <ac:picMkLst>
            <pc:docMk/>
            <pc:sldMk cId="1556508545" sldId="282"/>
            <ac:picMk id="4" creationId="{0A6CC863-D1D5-440C-A452-7FDE7F9B6B70}"/>
          </ac:picMkLst>
        </pc:picChg>
      </pc:sldChg>
      <pc:sldChg chg="addSp delSp modSp add mod setBg">
        <pc:chgData name="Marie Chris Soque" userId="9ebdbcbf79932a9a" providerId="LiveId" clId="{F6EC3869-9C89-4C52-8A5D-5D74F43AA94A}" dt="2020-04-09T01:38:31.969" v="7129" actId="403"/>
        <pc:sldMkLst>
          <pc:docMk/>
          <pc:sldMk cId="1735830947" sldId="283"/>
        </pc:sldMkLst>
        <pc:spChg chg="del">
          <ac:chgData name="Marie Chris Soque" userId="9ebdbcbf79932a9a" providerId="LiveId" clId="{F6EC3869-9C89-4C52-8A5D-5D74F43AA94A}" dt="2020-04-09T01:33:56.170" v="6840" actId="478"/>
          <ac:spMkLst>
            <pc:docMk/>
            <pc:sldMk cId="1735830947" sldId="283"/>
            <ac:spMk id="2" creationId="{B8496723-B262-4737-B54E-770056DFC5A3}"/>
          </ac:spMkLst>
        </pc:spChg>
        <pc:spChg chg="add mod">
          <ac:chgData name="Marie Chris Soque" userId="9ebdbcbf79932a9a" providerId="LiveId" clId="{F6EC3869-9C89-4C52-8A5D-5D74F43AA94A}" dt="2020-04-09T01:38:31.969" v="7129" actId="403"/>
          <ac:spMkLst>
            <pc:docMk/>
            <pc:sldMk cId="1735830947" sldId="283"/>
            <ac:spMk id="4" creationId="{FD8402FE-28D8-40DD-8BA6-C2DA7AF22DBD}"/>
          </ac:spMkLst>
        </pc:spChg>
        <pc:spChg chg="add del mod">
          <ac:chgData name="Marie Chris Soque" userId="9ebdbcbf79932a9a" providerId="LiveId" clId="{F6EC3869-9C89-4C52-8A5D-5D74F43AA94A}" dt="2020-04-09T01:36:30.380" v="7080" actId="26606"/>
          <ac:spMkLst>
            <pc:docMk/>
            <pc:sldMk cId="1735830947" sldId="283"/>
            <ac:spMk id="5" creationId="{5549C6B2-6F32-480C-8EB7-E33185CADC93}"/>
          </ac:spMkLst>
        </pc:spChg>
        <pc:spChg chg="add del">
          <ac:chgData name="Marie Chris Soque" userId="9ebdbcbf79932a9a" providerId="LiveId" clId="{F6EC3869-9C89-4C52-8A5D-5D74F43AA94A}" dt="2020-04-09T01:37:33.625" v="7112" actId="26606"/>
          <ac:spMkLst>
            <pc:docMk/>
            <pc:sldMk cId="1735830947" sldId="283"/>
            <ac:spMk id="12" creationId="{3A5B4632-C963-4296-86F0-79AA9EA5AE98}"/>
          </ac:spMkLst>
        </pc:spChg>
        <pc:spChg chg="add del">
          <ac:chgData name="Marie Chris Soque" userId="9ebdbcbf79932a9a" providerId="LiveId" clId="{F6EC3869-9C89-4C52-8A5D-5D74F43AA94A}" dt="2020-04-09T01:37:36.420" v="7114" actId="26606"/>
          <ac:spMkLst>
            <pc:docMk/>
            <pc:sldMk cId="1735830947" sldId="283"/>
            <ac:spMk id="17" creationId="{122F9423-F4B1-45D4-8445-E9991ECCBCCF}"/>
          </ac:spMkLst>
        </pc:spChg>
        <pc:spChg chg="add del">
          <ac:chgData name="Marie Chris Soque" userId="9ebdbcbf79932a9a" providerId="LiveId" clId="{F6EC3869-9C89-4C52-8A5D-5D74F43AA94A}" dt="2020-04-09T01:37:49.842" v="7116" actId="26606"/>
          <ac:spMkLst>
            <pc:docMk/>
            <pc:sldMk cId="1735830947" sldId="283"/>
            <ac:spMk id="19" creationId="{122F9423-F4B1-45D4-8445-E9991ECCBCCF}"/>
          </ac:spMkLst>
        </pc:spChg>
        <pc:spChg chg="add del">
          <ac:chgData name="Marie Chris Soque" userId="9ebdbcbf79932a9a" providerId="LiveId" clId="{F6EC3869-9C89-4C52-8A5D-5D74F43AA94A}" dt="2020-04-09T01:37:59.973" v="7119" actId="26606"/>
          <ac:spMkLst>
            <pc:docMk/>
            <pc:sldMk cId="1735830947" sldId="283"/>
            <ac:spMk id="24" creationId="{122F9423-F4B1-45D4-8445-E9991ECCBCCF}"/>
          </ac:spMkLst>
        </pc:spChg>
        <pc:spChg chg="add">
          <ac:chgData name="Marie Chris Soque" userId="9ebdbcbf79932a9a" providerId="LiveId" clId="{F6EC3869-9C89-4C52-8A5D-5D74F43AA94A}" dt="2020-04-09T01:37:59.973" v="7119" actId="26606"/>
          <ac:spMkLst>
            <pc:docMk/>
            <pc:sldMk cId="1735830947" sldId="283"/>
            <ac:spMk id="30" creationId="{122F9423-F4B1-45D4-8445-E9991ECCBCCF}"/>
          </ac:spMkLst>
        </pc:spChg>
        <pc:grpChg chg="add del">
          <ac:chgData name="Marie Chris Soque" userId="9ebdbcbf79932a9a" providerId="LiveId" clId="{F6EC3869-9C89-4C52-8A5D-5D74F43AA94A}" dt="2020-04-09T01:37:36.420" v="7114" actId="26606"/>
          <ac:grpSpMkLst>
            <pc:docMk/>
            <pc:sldMk cId="1735830947" sldId="283"/>
            <ac:grpSpMk id="14" creationId="{770AE191-D2EA-45C9-A44D-830C188F74CB}"/>
          </ac:grpSpMkLst>
        </pc:grpChg>
        <pc:grpChg chg="add del">
          <ac:chgData name="Marie Chris Soque" userId="9ebdbcbf79932a9a" providerId="LiveId" clId="{F6EC3869-9C89-4C52-8A5D-5D74F43AA94A}" dt="2020-04-09T01:37:49.842" v="7116" actId="26606"/>
          <ac:grpSpMkLst>
            <pc:docMk/>
            <pc:sldMk cId="1735830947" sldId="283"/>
            <ac:grpSpMk id="20" creationId="{770AE191-D2EA-45C9-A44D-830C188F74CB}"/>
          </ac:grpSpMkLst>
        </pc:grpChg>
        <pc:grpChg chg="add del">
          <ac:chgData name="Marie Chris Soque" userId="9ebdbcbf79932a9a" providerId="LiveId" clId="{F6EC3869-9C89-4C52-8A5D-5D74F43AA94A}" dt="2020-04-09T01:37:59.973" v="7119" actId="26606"/>
          <ac:grpSpMkLst>
            <pc:docMk/>
            <pc:sldMk cId="1735830947" sldId="283"/>
            <ac:grpSpMk id="25" creationId="{770AE191-D2EA-45C9-A44D-830C188F74CB}"/>
          </ac:grpSpMkLst>
        </pc:grpChg>
        <pc:grpChg chg="add">
          <ac:chgData name="Marie Chris Soque" userId="9ebdbcbf79932a9a" providerId="LiveId" clId="{F6EC3869-9C89-4C52-8A5D-5D74F43AA94A}" dt="2020-04-09T01:37:59.973" v="7119" actId="26606"/>
          <ac:grpSpMkLst>
            <pc:docMk/>
            <pc:sldMk cId="1735830947" sldId="283"/>
            <ac:grpSpMk id="32" creationId="{770AE191-D2EA-45C9-A44D-830C188F74CB}"/>
          </ac:grpSpMkLst>
        </pc:grpChg>
        <pc:graphicFrameChg chg="del">
          <ac:chgData name="Marie Chris Soque" userId="9ebdbcbf79932a9a" providerId="LiveId" clId="{F6EC3869-9C89-4C52-8A5D-5D74F43AA94A}" dt="2020-04-09T01:34:40.964" v="6913" actId="478"/>
          <ac:graphicFrameMkLst>
            <pc:docMk/>
            <pc:sldMk cId="1735830947" sldId="283"/>
            <ac:graphicFrameMk id="6" creationId="{7441D855-0C51-4189-8235-DE53B43AA7BE}"/>
          </ac:graphicFrameMkLst>
        </pc:graphicFrameChg>
        <pc:graphicFrameChg chg="add mod modGraphic">
          <ac:chgData name="Marie Chris Soque" userId="9ebdbcbf79932a9a" providerId="LiveId" clId="{F6EC3869-9C89-4C52-8A5D-5D74F43AA94A}" dt="2020-04-09T01:37:59.973" v="7119" actId="26606"/>
          <ac:graphicFrameMkLst>
            <pc:docMk/>
            <pc:sldMk cId="1735830947" sldId="283"/>
            <ac:graphicFrameMk id="7" creationId="{B4457822-0CC2-436F-983C-57F082C17716}"/>
          </ac:graphicFrameMkLst>
        </pc:graphicFrameChg>
      </pc:sldChg>
      <pc:sldChg chg="addSp delSp modSp add mod setBg">
        <pc:chgData name="Marie Chris Soque" userId="9ebdbcbf79932a9a" providerId="LiveId" clId="{F6EC3869-9C89-4C52-8A5D-5D74F43AA94A}" dt="2020-04-09T01:48:10.477" v="7731" actId="120"/>
        <pc:sldMkLst>
          <pc:docMk/>
          <pc:sldMk cId="3075831719" sldId="284"/>
        </pc:sldMkLst>
        <pc:spChg chg="mod">
          <ac:chgData name="Marie Chris Soque" userId="9ebdbcbf79932a9a" providerId="LiveId" clId="{F6EC3869-9C89-4C52-8A5D-5D74F43AA94A}" dt="2020-04-09T01:48:10.477" v="7731" actId="120"/>
          <ac:spMkLst>
            <pc:docMk/>
            <pc:sldMk cId="3075831719" sldId="284"/>
            <ac:spMk id="2" creationId="{B39E0B26-E57D-431B-AA6C-B6CA89758471}"/>
          </ac:spMkLst>
        </pc:spChg>
        <pc:spChg chg="add del mod">
          <ac:chgData name="Marie Chris Soque" userId="9ebdbcbf79932a9a" providerId="LiveId" clId="{F6EC3869-9C89-4C52-8A5D-5D74F43AA94A}" dt="2020-04-09T01:46:28.403" v="7724" actId="26606"/>
          <ac:spMkLst>
            <pc:docMk/>
            <pc:sldMk cId="3075831719" sldId="284"/>
            <ac:spMk id="3" creationId="{121BBA95-EF22-422A-9036-AB0AD1234A50}"/>
          </ac:spMkLst>
        </pc:spChg>
        <pc:spChg chg="add del">
          <ac:chgData name="Marie Chris Soque" userId="9ebdbcbf79932a9a" providerId="LiveId" clId="{F6EC3869-9C89-4C52-8A5D-5D74F43AA94A}" dt="2020-04-09T01:46:28.316" v="7723" actId="26606"/>
          <ac:spMkLst>
            <pc:docMk/>
            <pc:sldMk cId="3075831719" sldId="284"/>
            <ac:spMk id="10" creationId="{122F9423-F4B1-45D4-8445-E9991ECCBCCF}"/>
          </ac:spMkLst>
        </pc:spChg>
        <pc:spChg chg="add del">
          <ac:chgData name="Marie Chris Soque" userId="9ebdbcbf79932a9a" providerId="LiveId" clId="{F6EC3869-9C89-4C52-8A5D-5D74F43AA94A}" dt="2020-04-09T01:46:44.747" v="7725" actId="26606"/>
          <ac:spMkLst>
            <pc:docMk/>
            <pc:sldMk cId="3075831719" sldId="284"/>
            <ac:spMk id="16" creationId="{122F9423-F4B1-45D4-8445-E9991ECCBCCF}"/>
          </ac:spMkLst>
        </pc:spChg>
        <pc:grpChg chg="add del">
          <ac:chgData name="Marie Chris Soque" userId="9ebdbcbf79932a9a" providerId="LiveId" clId="{F6EC3869-9C89-4C52-8A5D-5D74F43AA94A}" dt="2020-04-09T01:46:28.316" v="7723" actId="26606"/>
          <ac:grpSpMkLst>
            <pc:docMk/>
            <pc:sldMk cId="3075831719" sldId="284"/>
            <ac:grpSpMk id="12" creationId="{770AE191-D2EA-45C9-A44D-830C188F74CB}"/>
          </ac:grpSpMkLst>
        </pc:grpChg>
        <pc:grpChg chg="add del">
          <ac:chgData name="Marie Chris Soque" userId="9ebdbcbf79932a9a" providerId="LiveId" clId="{F6EC3869-9C89-4C52-8A5D-5D74F43AA94A}" dt="2020-04-09T01:46:44.747" v="7725" actId="26606"/>
          <ac:grpSpMkLst>
            <pc:docMk/>
            <pc:sldMk cId="3075831719" sldId="284"/>
            <ac:grpSpMk id="17" creationId="{770AE191-D2EA-45C9-A44D-830C188F74CB}"/>
          </ac:grpSpMkLst>
        </pc:grpChg>
        <pc:graphicFrameChg chg="add del">
          <ac:chgData name="Marie Chris Soque" userId="9ebdbcbf79932a9a" providerId="LiveId" clId="{F6EC3869-9C89-4C52-8A5D-5D74F43AA94A}" dt="2020-04-09T01:46:28.316" v="7723" actId="26606"/>
          <ac:graphicFrameMkLst>
            <pc:docMk/>
            <pc:sldMk cId="3075831719" sldId="284"/>
            <ac:graphicFrameMk id="5" creationId="{F3003D41-F6C5-4DA5-B5A4-1528D39C6674}"/>
          </ac:graphicFrameMkLst>
        </pc:graphicFrameChg>
        <pc:graphicFrameChg chg="add mod modGraphic">
          <ac:chgData name="Marie Chris Soque" userId="9ebdbcbf79932a9a" providerId="LiveId" clId="{F6EC3869-9C89-4C52-8A5D-5D74F43AA94A}" dt="2020-04-09T01:47:12.876" v="7730" actId="26606"/>
          <ac:graphicFrameMkLst>
            <pc:docMk/>
            <pc:sldMk cId="3075831719" sldId="284"/>
            <ac:graphicFrameMk id="20" creationId="{51C58323-89E5-486E-85CA-F909E79382B8}"/>
          </ac:graphicFrameMkLst>
        </pc:graphicFrameChg>
      </pc:sldChg>
      <pc:sldChg chg="addSp delSp modSp add">
        <pc:chgData name="Marie Chris Soque" userId="9ebdbcbf79932a9a" providerId="LiveId" clId="{F6EC3869-9C89-4C52-8A5D-5D74F43AA94A}" dt="2020-04-09T01:52:07.507" v="8257" actId="403"/>
        <pc:sldMkLst>
          <pc:docMk/>
          <pc:sldMk cId="1946132572" sldId="285"/>
        </pc:sldMkLst>
        <pc:spChg chg="mod">
          <ac:chgData name="Marie Chris Soque" userId="9ebdbcbf79932a9a" providerId="LiveId" clId="{F6EC3869-9C89-4C52-8A5D-5D74F43AA94A}" dt="2020-04-09T01:51:50.686" v="8254" actId="120"/>
          <ac:spMkLst>
            <pc:docMk/>
            <pc:sldMk cId="1946132572" sldId="285"/>
            <ac:spMk id="2" creationId="{B39E0B26-E57D-431B-AA6C-B6CA89758471}"/>
          </ac:spMkLst>
        </pc:spChg>
        <pc:spChg chg="add del mod">
          <ac:chgData name="Marie Chris Soque" userId="9ebdbcbf79932a9a" providerId="LiveId" clId="{F6EC3869-9C89-4C52-8A5D-5D74F43AA94A}" dt="2020-04-09T01:51:46.853" v="8253" actId="26606"/>
          <ac:spMkLst>
            <pc:docMk/>
            <pc:sldMk cId="1946132572" sldId="285"/>
            <ac:spMk id="4" creationId="{9C1A2526-2B95-4DDF-A54D-75D80AB04F03}"/>
          </ac:spMkLst>
        </pc:spChg>
        <pc:graphicFrameChg chg="add mod">
          <ac:chgData name="Marie Chris Soque" userId="9ebdbcbf79932a9a" providerId="LiveId" clId="{F6EC3869-9C89-4C52-8A5D-5D74F43AA94A}" dt="2020-04-09T01:52:07.507" v="8257" actId="403"/>
          <ac:graphicFrameMkLst>
            <pc:docMk/>
            <pc:sldMk cId="1946132572" sldId="285"/>
            <ac:graphicFrameMk id="6" creationId="{37860373-CC1C-42BB-A9DB-0C3907240A92}"/>
          </ac:graphicFrameMkLst>
        </pc:graphicFrameChg>
        <pc:graphicFrameChg chg="del">
          <ac:chgData name="Marie Chris Soque" userId="9ebdbcbf79932a9a" providerId="LiveId" clId="{F6EC3869-9C89-4C52-8A5D-5D74F43AA94A}" dt="2020-04-09T01:48:48.772" v="7733" actId="478"/>
          <ac:graphicFrameMkLst>
            <pc:docMk/>
            <pc:sldMk cId="1946132572" sldId="285"/>
            <ac:graphicFrameMk id="20" creationId="{51C58323-89E5-486E-85CA-F909E79382B8}"/>
          </ac:graphicFrameMkLst>
        </pc:graphicFrameChg>
      </pc:sldChg>
      <pc:sldChg chg="addSp delSp modSp add">
        <pc:chgData name="Marie Chris Soque" userId="9ebdbcbf79932a9a" providerId="LiveId" clId="{F6EC3869-9C89-4C52-8A5D-5D74F43AA94A}" dt="2020-04-09T01:59:12.609" v="8631" actId="1076"/>
        <pc:sldMkLst>
          <pc:docMk/>
          <pc:sldMk cId="3495195282" sldId="286"/>
        </pc:sldMkLst>
        <pc:spChg chg="add mod">
          <ac:chgData name="Marie Chris Soque" userId="9ebdbcbf79932a9a" providerId="LiveId" clId="{F6EC3869-9C89-4C52-8A5D-5D74F43AA94A}" dt="2020-04-09T01:59:12.609" v="8631" actId="1076"/>
          <ac:spMkLst>
            <pc:docMk/>
            <pc:sldMk cId="3495195282" sldId="286"/>
            <ac:spMk id="4" creationId="{2F173090-6CFE-43F5-B100-9ABC0AFD4433}"/>
          </ac:spMkLst>
        </pc:spChg>
        <pc:graphicFrameChg chg="del">
          <ac:chgData name="Marie Chris Soque" userId="9ebdbcbf79932a9a" providerId="LiveId" clId="{F6EC3869-9C89-4C52-8A5D-5D74F43AA94A}" dt="2020-04-09T01:52:46.210" v="8259" actId="478"/>
          <ac:graphicFrameMkLst>
            <pc:docMk/>
            <pc:sldMk cId="3495195282" sldId="286"/>
            <ac:graphicFrameMk id="6" creationId="{37860373-CC1C-42BB-A9DB-0C3907240A92}"/>
          </ac:graphicFrameMkLst>
        </pc:graphicFrameChg>
      </pc:sldChg>
      <pc:sldChg chg="addSp delSp modSp add">
        <pc:chgData name="Marie Chris Soque" userId="9ebdbcbf79932a9a" providerId="LiveId" clId="{F6EC3869-9C89-4C52-8A5D-5D74F43AA94A}" dt="2020-04-09T01:54:30.768" v="8430" actId="1076"/>
        <pc:sldMkLst>
          <pc:docMk/>
          <pc:sldMk cId="1380447002" sldId="287"/>
        </pc:sldMkLst>
        <pc:spChg chg="del">
          <ac:chgData name="Marie Chris Soque" userId="9ebdbcbf79932a9a" providerId="LiveId" clId="{F6EC3869-9C89-4C52-8A5D-5D74F43AA94A}" dt="2020-04-09T01:53:53.228" v="8420" actId="478"/>
          <ac:spMkLst>
            <pc:docMk/>
            <pc:sldMk cId="1380447002" sldId="287"/>
            <ac:spMk id="2" creationId="{774E7099-AC0B-4A6D-80E0-4428EB50DAC0}"/>
          </ac:spMkLst>
        </pc:spChg>
        <pc:spChg chg="del">
          <ac:chgData name="Marie Chris Soque" userId="9ebdbcbf79932a9a" providerId="LiveId" clId="{F6EC3869-9C89-4C52-8A5D-5D74F43AA94A}" dt="2020-04-09T01:53:56.161" v="8421" actId="478"/>
          <ac:spMkLst>
            <pc:docMk/>
            <pc:sldMk cId="1380447002" sldId="287"/>
            <ac:spMk id="3" creationId="{110DE95C-CCE6-42FF-AB4A-A599E9742CFF}"/>
          </ac:spMkLst>
        </pc:spChg>
        <pc:picChg chg="add mod modCrop">
          <ac:chgData name="Marie Chris Soque" userId="9ebdbcbf79932a9a" providerId="LiveId" clId="{F6EC3869-9C89-4C52-8A5D-5D74F43AA94A}" dt="2020-04-09T01:54:30.768" v="8430" actId="1076"/>
          <ac:picMkLst>
            <pc:docMk/>
            <pc:sldMk cId="1380447002" sldId="287"/>
            <ac:picMk id="4" creationId="{6695F397-9568-4C44-9960-45A814703C86}"/>
          </ac:picMkLst>
        </pc:picChg>
      </pc:sldChg>
      <pc:sldChg chg="addSp delSp modSp add">
        <pc:chgData name="Marie Chris Soque" userId="9ebdbcbf79932a9a" providerId="LiveId" clId="{F6EC3869-9C89-4C52-8A5D-5D74F43AA94A}" dt="2020-04-09T01:56:06.806" v="8439" actId="1076"/>
        <pc:sldMkLst>
          <pc:docMk/>
          <pc:sldMk cId="960313556" sldId="288"/>
        </pc:sldMkLst>
        <pc:picChg chg="add mod modCrop">
          <ac:chgData name="Marie Chris Soque" userId="9ebdbcbf79932a9a" providerId="LiveId" clId="{F6EC3869-9C89-4C52-8A5D-5D74F43AA94A}" dt="2020-04-09T01:56:06.806" v="8439" actId="1076"/>
          <ac:picMkLst>
            <pc:docMk/>
            <pc:sldMk cId="960313556" sldId="288"/>
            <ac:picMk id="2" creationId="{AFFE9D02-14F7-4013-8EB4-8EE6BAB864EC}"/>
          </ac:picMkLst>
        </pc:picChg>
        <pc:picChg chg="del">
          <ac:chgData name="Marie Chris Soque" userId="9ebdbcbf79932a9a" providerId="LiveId" clId="{F6EC3869-9C89-4C52-8A5D-5D74F43AA94A}" dt="2020-04-09T01:55:23.543" v="8432" actId="478"/>
          <ac:picMkLst>
            <pc:docMk/>
            <pc:sldMk cId="960313556" sldId="288"/>
            <ac:picMk id="4" creationId="{6695F397-9568-4C44-9960-45A814703C86}"/>
          </ac:picMkLst>
        </pc:picChg>
      </pc:sldChg>
      <pc:sldChg chg="add del">
        <pc:chgData name="Marie Chris Soque" userId="9ebdbcbf79932a9a" providerId="LiveId" clId="{F6EC3869-9C89-4C52-8A5D-5D74F43AA94A}" dt="2020-04-09T01:56:51.567" v="8441"/>
        <pc:sldMkLst>
          <pc:docMk/>
          <pc:sldMk cId="837907505" sldId="289"/>
        </pc:sldMkLst>
      </pc:sldChg>
      <pc:sldChg chg="addSp delSp modSp add">
        <pc:chgData name="Marie Chris Soque" userId="9ebdbcbf79932a9a" providerId="LiveId" clId="{F6EC3869-9C89-4C52-8A5D-5D74F43AA94A}" dt="2020-04-09T01:57:27.948" v="8452" actId="1076"/>
        <pc:sldMkLst>
          <pc:docMk/>
          <pc:sldMk cId="3529118089" sldId="289"/>
        </pc:sldMkLst>
        <pc:spChg chg="del">
          <ac:chgData name="Marie Chris Soque" userId="9ebdbcbf79932a9a" providerId="LiveId" clId="{F6EC3869-9C89-4C52-8A5D-5D74F43AA94A}" dt="2020-04-09T01:56:58.800" v="8443" actId="478"/>
          <ac:spMkLst>
            <pc:docMk/>
            <pc:sldMk cId="3529118089" sldId="289"/>
            <ac:spMk id="2" creationId="{DAD1CB69-BA9C-4787-94DB-B44EF1730C41}"/>
          </ac:spMkLst>
        </pc:spChg>
        <pc:spChg chg="del">
          <ac:chgData name="Marie Chris Soque" userId="9ebdbcbf79932a9a" providerId="LiveId" clId="{F6EC3869-9C89-4C52-8A5D-5D74F43AA94A}" dt="2020-04-09T01:56:58.800" v="8443" actId="478"/>
          <ac:spMkLst>
            <pc:docMk/>
            <pc:sldMk cId="3529118089" sldId="289"/>
            <ac:spMk id="3" creationId="{037C79F4-AD37-4BF6-A5E5-FB909E9A79DF}"/>
          </ac:spMkLst>
        </pc:spChg>
        <pc:picChg chg="add mod modCrop">
          <ac:chgData name="Marie Chris Soque" userId="9ebdbcbf79932a9a" providerId="LiveId" clId="{F6EC3869-9C89-4C52-8A5D-5D74F43AA94A}" dt="2020-04-09T01:57:27.948" v="8452" actId="1076"/>
          <ac:picMkLst>
            <pc:docMk/>
            <pc:sldMk cId="3529118089" sldId="289"/>
            <ac:picMk id="4" creationId="{F843D9C0-8F10-45AA-BE72-4D05AD7FE935}"/>
          </ac:picMkLst>
        </pc:picChg>
      </pc:sldChg>
      <pc:sldChg chg="modSp add ord">
        <pc:chgData name="Marie Chris Soque" userId="9ebdbcbf79932a9a" providerId="LiveId" clId="{F6EC3869-9C89-4C52-8A5D-5D74F43AA94A}" dt="2020-04-09T02:08:33.388" v="9055"/>
        <pc:sldMkLst>
          <pc:docMk/>
          <pc:sldMk cId="162659006" sldId="290"/>
        </pc:sldMkLst>
        <pc:spChg chg="mod">
          <ac:chgData name="Marie Chris Soque" userId="9ebdbcbf79932a9a" providerId="LiveId" clId="{F6EC3869-9C89-4C52-8A5D-5D74F43AA94A}" dt="2020-04-09T02:00:25.493" v="8636" actId="20577"/>
          <ac:spMkLst>
            <pc:docMk/>
            <pc:sldMk cId="162659006" sldId="290"/>
            <ac:spMk id="2" creationId="{26AD339F-CD4B-4FCC-AADD-4449CCA42FB7}"/>
          </ac:spMkLst>
        </pc:spChg>
        <pc:spChg chg="mod">
          <ac:chgData name="Marie Chris Soque" userId="9ebdbcbf79932a9a" providerId="LiveId" clId="{F6EC3869-9C89-4C52-8A5D-5D74F43AA94A}" dt="2020-04-09T02:00:27.283" v="8638" actId="20577"/>
          <ac:spMkLst>
            <pc:docMk/>
            <pc:sldMk cId="162659006" sldId="290"/>
            <ac:spMk id="3" creationId="{1040C2EB-69A2-43FE-875B-BD02C0C4F430}"/>
          </ac:spMkLst>
        </pc:spChg>
      </pc:sldChg>
      <pc:sldChg chg="modSp add del">
        <pc:chgData name="Marie Chris Soque" userId="9ebdbcbf79932a9a" providerId="LiveId" clId="{F6EC3869-9C89-4C52-8A5D-5D74F43AA94A}" dt="2020-04-09T02:05:04.907" v="8647" actId="47"/>
        <pc:sldMkLst>
          <pc:docMk/>
          <pc:sldMk cId="1960493477" sldId="291"/>
        </pc:sldMkLst>
        <pc:spChg chg="mod">
          <ac:chgData name="Marie Chris Soque" userId="9ebdbcbf79932a9a" providerId="LiveId" clId="{F6EC3869-9C89-4C52-8A5D-5D74F43AA94A}" dt="2020-04-09T02:03:02.588" v="8645" actId="20577"/>
          <ac:spMkLst>
            <pc:docMk/>
            <pc:sldMk cId="1960493477" sldId="291"/>
            <ac:spMk id="2" creationId="{7F6236B6-67AF-41E9-BE58-607CDF55C798}"/>
          </ac:spMkLst>
        </pc:spChg>
      </pc:sldChg>
      <pc:sldChg chg="addSp modSp add">
        <pc:chgData name="Marie Chris Soque" userId="9ebdbcbf79932a9a" providerId="LiveId" clId="{F6EC3869-9C89-4C52-8A5D-5D74F43AA94A}" dt="2020-04-09T02:35:29.720" v="10400" actId="20577"/>
        <pc:sldMkLst>
          <pc:docMk/>
          <pc:sldMk cId="2879635485" sldId="291"/>
        </pc:sldMkLst>
        <pc:spChg chg="mod">
          <ac:chgData name="Marie Chris Soque" userId="9ebdbcbf79932a9a" providerId="LiveId" clId="{F6EC3869-9C89-4C52-8A5D-5D74F43AA94A}" dt="2020-04-09T02:35:29.720" v="10400" actId="20577"/>
          <ac:spMkLst>
            <pc:docMk/>
            <pc:sldMk cId="2879635485" sldId="291"/>
            <ac:spMk id="2" creationId="{B39E0B26-E57D-431B-AA6C-B6CA89758471}"/>
          </ac:spMkLst>
        </pc:spChg>
        <pc:spChg chg="mod">
          <ac:chgData name="Marie Chris Soque" userId="9ebdbcbf79932a9a" providerId="LiveId" clId="{F6EC3869-9C89-4C52-8A5D-5D74F43AA94A}" dt="2020-04-09T02:08:26.945" v="9053" actId="1076"/>
          <ac:spMkLst>
            <pc:docMk/>
            <pc:sldMk cId="2879635485" sldId="291"/>
            <ac:spMk id="4" creationId="{2F173090-6CFE-43F5-B100-9ABC0AFD4433}"/>
          </ac:spMkLst>
        </pc:spChg>
        <pc:spChg chg="add">
          <ac:chgData name="Marie Chris Soque" userId="9ebdbcbf79932a9a" providerId="LiveId" clId="{F6EC3869-9C89-4C52-8A5D-5D74F43AA94A}" dt="2020-04-09T02:08:13.964" v="9048" actId="26606"/>
          <ac:spMkLst>
            <pc:docMk/>
            <pc:sldMk cId="2879635485" sldId="291"/>
            <ac:spMk id="9" creationId="{8D70B121-56F4-4848-B38B-182089D909FA}"/>
          </ac:spMkLst>
        </pc:spChg>
        <pc:cxnChg chg="add">
          <ac:chgData name="Marie Chris Soque" userId="9ebdbcbf79932a9a" providerId="LiveId" clId="{F6EC3869-9C89-4C52-8A5D-5D74F43AA94A}" dt="2020-04-09T02:08:13.964" v="9048" actId="26606"/>
          <ac:cxnSpMkLst>
            <pc:docMk/>
            <pc:sldMk cId="2879635485" sldId="291"/>
            <ac:cxnSpMk id="11" creationId="{2D72A2C9-F3CA-4216-8BAD-FA4C970C3C4E}"/>
          </ac:cxnSpMkLst>
        </pc:cxnChg>
      </pc:sldChg>
      <pc:sldChg chg="addSp delSp modSp add ord">
        <pc:chgData name="Marie Chris Soque" userId="9ebdbcbf79932a9a" providerId="LiveId" clId="{F6EC3869-9C89-4C52-8A5D-5D74F43AA94A}" dt="2020-04-09T02:15:22.156" v="9468" actId="1076"/>
        <pc:sldMkLst>
          <pc:docMk/>
          <pc:sldMk cId="2679639040" sldId="292"/>
        </pc:sldMkLst>
        <pc:spChg chg="mod">
          <ac:chgData name="Marie Chris Soque" userId="9ebdbcbf79932a9a" providerId="LiveId" clId="{F6EC3869-9C89-4C52-8A5D-5D74F43AA94A}" dt="2020-04-09T02:13:53.856" v="9412" actId="26606"/>
          <ac:spMkLst>
            <pc:docMk/>
            <pc:sldMk cId="2679639040" sldId="292"/>
            <ac:spMk id="2" creationId="{B39E0B26-E57D-431B-AA6C-B6CA89758471}"/>
          </ac:spMkLst>
        </pc:spChg>
        <pc:spChg chg="add mod">
          <ac:chgData name="Marie Chris Soque" userId="9ebdbcbf79932a9a" providerId="LiveId" clId="{F6EC3869-9C89-4C52-8A5D-5D74F43AA94A}" dt="2020-04-09T02:15:10.755" v="9466" actId="207"/>
          <ac:spMkLst>
            <pc:docMk/>
            <pc:sldMk cId="2679639040" sldId="292"/>
            <ac:spMk id="3" creationId="{015C40F8-B2CA-487F-B0E9-A79261D69376}"/>
          </ac:spMkLst>
        </pc:spChg>
        <pc:spChg chg="add del mod">
          <ac:chgData name="Marie Chris Soque" userId="9ebdbcbf79932a9a" providerId="LiveId" clId="{F6EC3869-9C89-4C52-8A5D-5D74F43AA94A}" dt="2020-04-09T02:13:53.932" v="9413" actId="26606"/>
          <ac:spMkLst>
            <pc:docMk/>
            <pc:sldMk cId="2679639040" sldId="292"/>
            <ac:spMk id="4" creationId="{2F173090-6CFE-43F5-B100-9ABC0AFD4433}"/>
          </ac:spMkLst>
        </pc:spChg>
        <pc:spChg chg="add del">
          <ac:chgData name="Marie Chris Soque" userId="9ebdbcbf79932a9a" providerId="LiveId" clId="{F6EC3869-9C89-4C52-8A5D-5D74F43AA94A}" dt="2020-04-09T02:13:53.856" v="9412" actId="26606"/>
          <ac:spMkLst>
            <pc:docMk/>
            <pc:sldMk cId="2679639040" sldId="292"/>
            <ac:spMk id="11" creationId="{122F9423-F4B1-45D4-8445-E9991ECCBCCF}"/>
          </ac:spMkLst>
        </pc:spChg>
        <pc:grpChg chg="add del">
          <ac:chgData name="Marie Chris Soque" userId="9ebdbcbf79932a9a" providerId="LiveId" clId="{F6EC3869-9C89-4C52-8A5D-5D74F43AA94A}" dt="2020-04-09T02:13:53.856" v="9412" actId="26606"/>
          <ac:grpSpMkLst>
            <pc:docMk/>
            <pc:sldMk cId="2679639040" sldId="292"/>
            <ac:grpSpMk id="13" creationId="{770AE191-D2EA-45C9-A44D-830C188F74CB}"/>
          </ac:grpSpMkLst>
        </pc:grpChg>
        <pc:graphicFrameChg chg="add del">
          <ac:chgData name="Marie Chris Soque" userId="9ebdbcbf79932a9a" providerId="LiveId" clId="{F6EC3869-9C89-4C52-8A5D-5D74F43AA94A}" dt="2020-04-09T02:13:49.312" v="9408" actId="26606"/>
          <ac:graphicFrameMkLst>
            <pc:docMk/>
            <pc:sldMk cId="2679639040" sldId="292"/>
            <ac:graphicFrameMk id="6" creationId="{1C8FDCB0-EDAC-4C0E-8206-31539D5B0710}"/>
          </ac:graphicFrameMkLst>
        </pc:graphicFrameChg>
        <pc:graphicFrameChg chg="add del">
          <ac:chgData name="Marie Chris Soque" userId="9ebdbcbf79932a9a" providerId="LiveId" clId="{F6EC3869-9C89-4C52-8A5D-5D74F43AA94A}" dt="2020-04-09T02:13:50.637" v="9410" actId="26606"/>
          <ac:graphicFrameMkLst>
            <pc:docMk/>
            <pc:sldMk cId="2679639040" sldId="292"/>
            <ac:graphicFrameMk id="8" creationId="{D330D1A3-1A59-4915-9817-4686496ECA6F}"/>
          </ac:graphicFrameMkLst>
        </pc:graphicFrameChg>
        <pc:graphicFrameChg chg="add del">
          <ac:chgData name="Marie Chris Soque" userId="9ebdbcbf79932a9a" providerId="LiveId" clId="{F6EC3869-9C89-4C52-8A5D-5D74F43AA94A}" dt="2020-04-09T02:13:53.856" v="9412" actId="26606"/>
          <ac:graphicFrameMkLst>
            <pc:docMk/>
            <pc:sldMk cId="2679639040" sldId="292"/>
            <ac:graphicFrameMk id="10" creationId="{6438646A-5718-46F4-84DB-F9933B0A6E1C}"/>
          </ac:graphicFrameMkLst>
        </pc:graphicFrameChg>
        <pc:graphicFrameChg chg="add mod">
          <ac:chgData name="Marie Chris Soque" userId="9ebdbcbf79932a9a" providerId="LiveId" clId="{F6EC3869-9C89-4C52-8A5D-5D74F43AA94A}" dt="2020-04-09T02:15:22.156" v="9468" actId="1076"/>
          <ac:graphicFrameMkLst>
            <pc:docMk/>
            <pc:sldMk cId="2679639040" sldId="292"/>
            <ac:graphicFrameMk id="17" creationId="{1C8FDCB0-EDAC-4C0E-8206-31539D5B0710}"/>
          </ac:graphicFrameMkLst>
        </pc:graphicFrameChg>
      </pc:sldChg>
      <pc:sldChg chg="addSp delSp modSp add">
        <pc:chgData name="Marie Chris Soque" userId="9ebdbcbf79932a9a" providerId="LiveId" clId="{F6EC3869-9C89-4C52-8A5D-5D74F43AA94A}" dt="2020-04-09T02:24:40.817" v="9931" actId="12100"/>
        <pc:sldMkLst>
          <pc:docMk/>
          <pc:sldMk cId="2664140308" sldId="293"/>
        </pc:sldMkLst>
        <pc:spChg chg="mod">
          <ac:chgData name="Marie Chris Soque" userId="9ebdbcbf79932a9a" providerId="LiveId" clId="{F6EC3869-9C89-4C52-8A5D-5D74F43AA94A}" dt="2020-04-09T02:23:09.048" v="9884" actId="26606"/>
          <ac:spMkLst>
            <pc:docMk/>
            <pc:sldMk cId="2664140308" sldId="293"/>
            <ac:spMk id="2" creationId="{B39E0B26-E57D-431B-AA6C-B6CA89758471}"/>
          </ac:spMkLst>
        </pc:spChg>
        <pc:spChg chg="del">
          <ac:chgData name="Marie Chris Soque" userId="9ebdbcbf79932a9a" providerId="LiveId" clId="{F6EC3869-9C89-4C52-8A5D-5D74F43AA94A}" dt="2020-04-09T02:18:13.217" v="9481" actId="478"/>
          <ac:spMkLst>
            <pc:docMk/>
            <pc:sldMk cId="2664140308" sldId="293"/>
            <ac:spMk id="3" creationId="{015C40F8-B2CA-487F-B0E9-A79261D69376}"/>
          </ac:spMkLst>
        </pc:spChg>
        <pc:spChg chg="add del mod">
          <ac:chgData name="Marie Chris Soque" userId="9ebdbcbf79932a9a" providerId="LiveId" clId="{F6EC3869-9C89-4C52-8A5D-5D74F43AA94A}" dt="2020-04-09T02:21:33.718" v="9869" actId="26606"/>
          <ac:spMkLst>
            <pc:docMk/>
            <pc:sldMk cId="2664140308" sldId="293"/>
            <ac:spMk id="5" creationId="{146BA6E7-A5B6-496C-B7E9-7FECC192B20E}"/>
          </ac:spMkLst>
        </pc:spChg>
        <pc:spChg chg="add mod">
          <ac:chgData name="Marie Chris Soque" userId="9ebdbcbf79932a9a" providerId="LiveId" clId="{F6EC3869-9C89-4C52-8A5D-5D74F43AA94A}" dt="2020-04-09T02:24:18.021" v="9927" actId="14100"/>
          <ac:spMkLst>
            <pc:docMk/>
            <pc:sldMk cId="2664140308" sldId="293"/>
            <ac:spMk id="10" creationId="{FF1347D8-2FDC-48BE-B4CB-AA0FB6AF3565}"/>
          </ac:spMkLst>
        </pc:spChg>
        <pc:graphicFrameChg chg="add del">
          <ac:chgData name="Marie Chris Soque" userId="9ebdbcbf79932a9a" providerId="LiveId" clId="{F6EC3869-9C89-4C52-8A5D-5D74F43AA94A}" dt="2020-04-09T02:21:29.454" v="9866" actId="26606"/>
          <ac:graphicFrameMkLst>
            <pc:docMk/>
            <pc:sldMk cId="2664140308" sldId="293"/>
            <ac:graphicFrameMk id="7" creationId="{F4B73D4F-53DB-43F3-BF46-8AB93FCF530E}"/>
          </ac:graphicFrameMkLst>
        </pc:graphicFrameChg>
        <pc:graphicFrameChg chg="add del">
          <ac:chgData name="Marie Chris Soque" userId="9ebdbcbf79932a9a" providerId="LiveId" clId="{F6EC3869-9C89-4C52-8A5D-5D74F43AA94A}" dt="2020-04-09T02:21:33.658" v="9868" actId="26606"/>
          <ac:graphicFrameMkLst>
            <pc:docMk/>
            <pc:sldMk cId="2664140308" sldId="293"/>
            <ac:graphicFrameMk id="9" creationId="{AAFDB112-062B-42EA-9C21-83B3AAF7119C}"/>
          </ac:graphicFrameMkLst>
        </pc:graphicFrameChg>
        <pc:graphicFrameChg chg="add mod modGraphic">
          <ac:chgData name="Marie Chris Soque" userId="9ebdbcbf79932a9a" providerId="LiveId" clId="{F6EC3869-9C89-4C52-8A5D-5D74F43AA94A}" dt="2020-04-09T02:24:40.817" v="9931" actId="12100"/>
          <ac:graphicFrameMkLst>
            <pc:docMk/>
            <pc:sldMk cId="2664140308" sldId="293"/>
            <ac:graphicFrameMk id="11" creationId="{F4B73D4F-53DB-43F3-BF46-8AB93FCF530E}"/>
          </ac:graphicFrameMkLst>
        </pc:graphicFrameChg>
        <pc:graphicFrameChg chg="del">
          <ac:chgData name="Marie Chris Soque" userId="9ebdbcbf79932a9a" providerId="LiveId" clId="{F6EC3869-9C89-4C52-8A5D-5D74F43AA94A}" dt="2020-04-09T02:18:15.735" v="9482" actId="478"/>
          <ac:graphicFrameMkLst>
            <pc:docMk/>
            <pc:sldMk cId="2664140308" sldId="293"/>
            <ac:graphicFrameMk id="17" creationId="{1C8FDCB0-EDAC-4C0E-8206-31539D5B0710}"/>
          </ac:graphicFrameMkLst>
        </pc:graphicFrameChg>
      </pc:sldChg>
      <pc:sldChg chg="modSp add ord">
        <pc:chgData name="Marie Chris Soque" userId="9ebdbcbf79932a9a" providerId="LiveId" clId="{F6EC3869-9C89-4C52-8A5D-5D74F43AA94A}" dt="2020-04-09T02:25:29.549" v="9938" actId="20577"/>
        <pc:sldMkLst>
          <pc:docMk/>
          <pc:sldMk cId="3879055668" sldId="294"/>
        </pc:sldMkLst>
        <pc:spChg chg="mod">
          <ac:chgData name="Marie Chris Soque" userId="9ebdbcbf79932a9a" providerId="LiveId" clId="{F6EC3869-9C89-4C52-8A5D-5D74F43AA94A}" dt="2020-04-09T02:25:27.675" v="9936" actId="20577"/>
          <ac:spMkLst>
            <pc:docMk/>
            <pc:sldMk cId="3879055668" sldId="294"/>
            <ac:spMk id="2" creationId="{26AD339F-CD4B-4FCC-AADD-4449CCA42FB7}"/>
          </ac:spMkLst>
        </pc:spChg>
        <pc:spChg chg="mod">
          <ac:chgData name="Marie Chris Soque" userId="9ebdbcbf79932a9a" providerId="LiveId" clId="{F6EC3869-9C89-4C52-8A5D-5D74F43AA94A}" dt="2020-04-09T02:25:29.549" v="9938" actId="20577"/>
          <ac:spMkLst>
            <pc:docMk/>
            <pc:sldMk cId="3879055668" sldId="294"/>
            <ac:spMk id="3" creationId="{1040C2EB-69A2-43FE-875B-BD02C0C4F430}"/>
          </ac:spMkLst>
        </pc:spChg>
      </pc:sldChg>
      <pc:sldChg chg="addSp delSp modSp add del ord">
        <pc:chgData name="Marie Chris Soque" userId="9ebdbcbf79932a9a" providerId="LiveId" clId="{F6EC3869-9C89-4C52-8A5D-5D74F43AA94A}" dt="2020-04-09T02:34:42.220" v="10396" actId="47"/>
        <pc:sldMkLst>
          <pc:docMk/>
          <pc:sldMk cId="61863255" sldId="295"/>
        </pc:sldMkLst>
        <pc:spChg chg="add mod">
          <ac:chgData name="Marie Chris Soque" userId="9ebdbcbf79932a9a" providerId="LiveId" clId="{F6EC3869-9C89-4C52-8A5D-5D74F43AA94A}" dt="2020-04-09T02:33:55.492" v="10378" actId="14100"/>
          <ac:spMkLst>
            <pc:docMk/>
            <pc:sldMk cId="61863255" sldId="295"/>
            <ac:spMk id="4" creationId="{D36AA22E-7075-4019-B15D-3C3B453C2ECE}"/>
          </ac:spMkLst>
        </pc:spChg>
        <pc:spChg chg="mod">
          <ac:chgData name="Marie Chris Soque" userId="9ebdbcbf79932a9a" providerId="LiveId" clId="{F6EC3869-9C89-4C52-8A5D-5D74F43AA94A}" dt="2020-04-09T02:34:13.516" v="10395" actId="1076"/>
          <ac:spMkLst>
            <pc:docMk/>
            <pc:sldMk cId="61863255" sldId="295"/>
            <ac:spMk id="10" creationId="{FF1347D8-2FDC-48BE-B4CB-AA0FB6AF3565}"/>
          </ac:spMkLst>
        </pc:spChg>
        <pc:graphicFrameChg chg="del mod">
          <ac:chgData name="Marie Chris Soque" userId="9ebdbcbf79932a9a" providerId="LiveId" clId="{F6EC3869-9C89-4C52-8A5D-5D74F43AA94A}" dt="2020-04-09T02:33:49.415" v="10377" actId="478"/>
          <ac:graphicFrameMkLst>
            <pc:docMk/>
            <pc:sldMk cId="61863255" sldId="295"/>
            <ac:graphicFrameMk id="11" creationId="{F4B73D4F-53DB-43F3-BF46-8AB93FCF530E}"/>
          </ac:graphicFrameMkLst>
        </pc:graphicFrameChg>
      </pc:sldChg>
      <pc:sldChg chg="add">
        <pc:chgData name="Marie Chris Soque" userId="9ebdbcbf79932a9a" providerId="LiveId" clId="{F6EC3869-9C89-4C52-8A5D-5D74F43AA94A}" dt="2020-04-09T02:33:32.034" v="10376"/>
        <pc:sldMkLst>
          <pc:docMk/>
          <pc:sldMk cId="3631707853" sldId="296"/>
        </pc:sldMkLst>
      </pc:sldChg>
      <pc:sldChg chg="addSp delSp modSp add">
        <pc:chgData name="Marie Chris Soque" userId="9ebdbcbf79932a9a" providerId="LiveId" clId="{F6EC3869-9C89-4C52-8A5D-5D74F43AA94A}" dt="2020-04-09T02:39:48.312" v="10624" actId="12100"/>
        <pc:sldMkLst>
          <pc:docMk/>
          <pc:sldMk cId="327189977" sldId="297"/>
        </pc:sldMkLst>
        <pc:spChg chg="mod">
          <ac:chgData name="Marie Chris Soque" userId="9ebdbcbf79932a9a" providerId="LiveId" clId="{F6EC3869-9C89-4C52-8A5D-5D74F43AA94A}" dt="2020-04-09T02:38:41.050" v="10584" actId="120"/>
          <ac:spMkLst>
            <pc:docMk/>
            <pc:sldMk cId="327189977" sldId="297"/>
            <ac:spMk id="2" creationId="{B39E0B26-E57D-431B-AA6C-B6CA89758471}"/>
          </ac:spMkLst>
        </pc:spChg>
        <pc:spChg chg="add del mod">
          <ac:chgData name="Marie Chris Soque" userId="9ebdbcbf79932a9a" providerId="LiveId" clId="{F6EC3869-9C89-4C52-8A5D-5D74F43AA94A}" dt="2020-04-09T02:38:35.225" v="10581" actId="26606"/>
          <ac:spMkLst>
            <pc:docMk/>
            <pc:sldMk cId="327189977" sldId="297"/>
            <ac:spMk id="4" creationId="{3E93F5DA-8CFE-4A20-B38F-307BFFC9C554}"/>
          </ac:spMkLst>
        </pc:spChg>
        <pc:spChg chg="add del">
          <ac:chgData name="Marie Chris Soque" userId="9ebdbcbf79932a9a" providerId="LiveId" clId="{F6EC3869-9C89-4C52-8A5D-5D74F43AA94A}" dt="2020-04-09T02:38:35.147" v="10580" actId="26606"/>
          <ac:spMkLst>
            <pc:docMk/>
            <pc:sldMk cId="327189977" sldId="297"/>
            <ac:spMk id="7" creationId="{DC8C3900-B8A1-4965-88E6-CBCBFE067207}"/>
          </ac:spMkLst>
        </pc:spChg>
        <pc:spChg chg="del">
          <ac:chgData name="Marie Chris Soque" userId="9ebdbcbf79932a9a" providerId="LiveId" clId="{F6EC3869-9C89-4C52-8A5D-5D74F43AA94A}" dt="2020-04-09T02:36:34.126" v="10404" actId="478"/>
          <ac:spMkLst>
            <pc:docMk/>
            <pc:sldMk cId="327189977" sldId="297"/>
            <ac:spMk id="10" creationId="{FF1347D8-2FDC-48BE-B4CB-AA0FB6AF3565}"/>
          </ac:spMkLst>
        </pc:spChg>
        <pc:spChg chg="add mod">
          <ac:chgData name="Marie Chris Soque" userId="9ebdbcbf79932a9a" providerId="LiveId" clId="{F6EC3869-9C89-4C52-8A5D-5D74F43AA94A}" dt="2020-04-09T02:39:29.763" v="10623" actId="14100"/>
          <ac:spMkLst>
            <pc:docMk/>
            <pc:sldMk cId="327189977" sldId="297"/>
            <ac:spMk id="12" creationId="{2FDEAC39-132C-4E91-908E-000E8D6649C3}"/>
          </ac:spMkLst>
        </pc:spChg>
        <pc:graphicFrameChg chg="add del">
          <ac:chgData name="Marie Chris Soque" userId="9ebdbcbf79932a9a" providerId="LiveId" clId="{F6EC3869-9C89-4C52-8A5D-5D74F43AA94A}" dt="2020-04-09T02:38:35.147" v="10580" actId="26606"/>
          <ac:graphicFrameMkLst>
            <pc:docMk/>
            <pc:sldMk cId="327189977" sldId="297"/>
            <ac:graphicFrameMk id="6" creationId="{692AAD5E-2255-490A-B9BE-C13CF60C121F}"/>
          </ac:graphicFrameMkLst>
        </pc:graphicFrameChg>
        <pc:graphicFrameChg chg="add mod">
          <ac:chgData name="Marie Chris Soque" userId="9ebdbcbf79932a9a" providerId="LiveId" clId="{F6EC3869-9C89-4C52-8A5D-5D74F43AA94A}" dt="2020-04-09T02:39:48.312" v="10624" actId="12100"/>
          <ac:graphicFrameMkLst>
            <pc:docMk/>
            <pc:sldMk cId="327189977" sldId="297"/>
            <ac:graphicFrameMk id="9" creationId="{8D176D09-5EB7-4591-853C-1B83C7948F0C}"/>
          </ac:graphicFrameMkLst>
        </pc:graphicFrameChg>
        <pc:graphicFrameChg chg="del">
          <ac:chgData name="Marie Chris Soque" userId="9ebdbcbf79932a9a" providerId="LiveId" clId="{F6EC3869-9C89-4C52-8A5D-5D74F43AA94A}" dt="2020-04-09T02:36:24.597" v="10402" actId="478"/>
          <ac:graphicFrameMkLst>
            <pc:docMk/>
            <pc:sldMk cId="327189977" sldId="297"/>
            <ac:graphicFrameMk id="11" creationId="{F4B73D4F-53DB-43F3-BF46-8AB93FCF530E}"/>
          </ac:graphicFrameMkLst>
        </pc:graphicFrameChg>
      </pc:sldChg>
      <pc:sldChg chg="addSp delSp modSp add">
        <pc:chgData name="Marie Chris Soque" userId="9ebdbcbf79932a9a" providerId="LiveId" clId="{F6EC3869-9C89-4C52-8A5D-5D74F43AA94A}" dt="2020-04-09T02:44:47.480" v="10927" actId="12100"/>
        <pc:sldMkLst>
          <pc:docMk/>
          <pc:sldMk cId="1593313420" sldId="298"/>
        </pc:sldMkLst>
        <pc:spChg chg="mod">
          <ac:chgData name="Marie Chris Soque" userId="9ebdbcbf79932a9a" providerId="LiveId" clId="{F6EC3869-9C89-4C52-8A5D-5D74F43AA94A}" dt="2020-04-09T02:44:08.922" v="10899" actId="27636"/>
          <ac:spMkLst>
            <pc:docMk/>
            <pc:sldMk cId="1593313420" sldId="298"/>
            <ac:spMk id="2" creationId="{B39E0B26-E57D-431B-AA6C-B6CA89758471}"/>
          </ac:spMkLst>
        </pc:spChg>
        <pc:spChg chg="add mod">
          <ac:chgData name="Marie Chris Soque" userId="9ebdbcbf79932a9a" providerId="LiveId" clId="{F6EC3869-9C89-4C52-8A5D-5D74F43AA94A}" dt="2020-04-09T02:44:32.072" v="10926" actId="14100"/>
          <ac:spMkLst>
            <pc:docMk/>
            <pc:sldMk cId="1593313420" sldId="298"/>
            <ac:spMk id="5" creationId="{2D4B77DC-0585-4D89-B54C-19B8D7D84256}"/>
          </ac:spMkLst>
        </pc:spChg>
        <pc:spChg chg="del mod">
          <ac:chgData name="Marie Chris Soque" userId="9ebdbcbf79932a9a" providerId="LiveId" clId="{F6EC3869-9C89-4C52-8A5D-5D74F43AA94A}" dt="2020-04-09T02:43:27.566" v="10881" actId="478"/>
          <ac:spMkLst>
            <pc:docMk/>
            <pc:sldMk cId="1593313420" sldId="298"/>
            <ac:spMk id="12" creationId="{2FDEAC39-132C-4E91-908E-000E8D6649C3}"/>
          </ac:spMkLst>
        </pc:spChg>
        <pc:graphicFrameChg chg="mod modGraphic">
          <ac:chgData name="Marie Chris Soque" userId="9ebdbcbf79932a9a" providerId="LiveId" clId="{F6EC3869-9C89-4C52-8A5D-5D74F43AA94A}" dt="2020-04-09T02:44:47.480" v="10927" actId="12100"/>
          <ac:graphicFrameMkLst>
            <pc:docMk/>
            <pc:sldMk cId="1593313420" sldId="298"/>
            <ac:graphicFrameMk id="9" creationId="{8D176D09-5EB7-4591-853C-1B83C7948F0C}"/>
          </ac:graphicFrameMkLst>
        </pc:graphicFrameChg>
      </pc:sldChg>
      <pc:sldChg chg="modSp add ord">
        <pc:chgData name="Marie Chris Soque" userId="9ebdbcbf79932a9a" providerId="LiveId" clId="{F6EC3869-9C89-4C52-8A5D-5D74F43AA94A}" dt="2020-04-09T02:50:48.941" v="10968"/>
        <pc:sldMkLst>
          <pc:docMk/>
          <pc:sldMk cId="63311423" sldId="299"/>
        </pc:sldMkLst>
        <pc:spChg chg="mod">
          <ac:chgData name="Marie Chris Soque" userId="9ebdbcbf79932a9a" providerId="LiveId" clId="{F6EC3869-9C89-4C52-8A5D-5D74F43AA94A}" dt="2020-04-09T02:46:50.470" v="10967" actId="20577"/>
          <ac:spMkLst>
            <pc:docMk/>
            <pc:sldMk cId="63311423" sldId="299"/>
            <ac:spMk id="2" creationId="{26AD339F-CD4B-4FCC-AADD-4449CCA42FB7}"/>
          </ac:spMkLst>
        </pc:spChg>
        <pc:spChg chg="mod">
          <ac:chgData name="Marie Chris Soque" userId="9ebdbcbf79932a9a" providerId="LiveId" clId="{F6EC3869-9C89-4C52-8A5D-5D74F43AA94A}" dt="2020-04-09T02:50:48.941" v="10968"/>
          <ac:spMkLst>
            <pc:docMk/>
            <pc:sldMk cId="63311423" sldId="299"/>
            <ac:spMk id="3" creationId="{1040C2EB-69A2-43FE-875B-BD02C0C4F430}"/>
          </ac:spMkLst>
        </pc:spChg>
      </pc:sldChg>
      <pc:sldMasterChg chg="modSldLayout">
        <pc:chgData name="Marie Chris Soque" userId="9ebdbcbf79932a9a" providerId="LiveId" clId="{F6EC3869-9C89-4C52-8A5D-5D74F43AA94A}" dt="2020-04-08T05:09:34.763" v="455" actId="1076"/>
        <pc:sldMasterMkLst>
          <pc:docMk/>
          <pc:sldMasterMk cId="236828940" sldId="2147483648"/>
        </pc:sldMasterMkLst>
        <pc:sldLayoutChg chg="modSp">
          <pc:chgData name="Marie Chris Soque" userId="9ebdbcbf79932a9a" providerId="LiveId" clId="{F6EC3869-9C89-4C52-8A5D-5D74F43AA94A}" dt="2020-04-08T05:08:49.597" v="440" actId="1076"/>
          <pc:sldLayoutMkLst>
            <pc:docMk/>
            <pc:sldMasterMk cId="236828940" sldId="2147483648"/>
            <pc:sldLayoutMk cId="4054162043" sldId="2147483649"/>
          </pc:sldLayoutMkLst>
          <pc:spChg chg="mod">
            <ac:chgData name="Marie Chris Soque" userId="9ebdbcbf79932a9a" providerId="LiveId" clId="{F6EC3869-9C89-4C52-8A5D-5D74F43AA94A}" dt="2020-04-08T04:55:41.926" v="103" actId="20577"/>
            <ac:spMkLst>
              <pc:docMk/>
              <pc:sldMasterMk cId="236828940" sldId="2147483648"/>
              <pc:sldLayoutMk cId="4054162043" sldId="2147483649"/>
              <ac:spMk id="8" creationId="{B9059644-BD68-48DA-B90B-E97D932F04F4}"/>
            </ac:spMkLst>
          </pc:spChg>
          <pc:picChg chg="mod">
            <ac:chgData name="Marie Chris Soque" userId="9ebdbcbf79932a9a" providerId="LiveId" clId="{F6EC3869-9C89-4C52-8A5D-5D74F43AA94A}" dt="2020-04-08T05:08:49.597" v="440" actId="1076"/>
            <ac:picMkLst>
              <pc:docMk/>
              <pc:sldMasterMk cId="236828940" sldId="2147483648"/>
              <pc:sldLayoutMk cId="4054162043" sldId="2147483649"/>
              <ac:picMk id="10" creationId="{81CE94B4-04F5-4161-95DF-2EB53BA97E45}"/>
            </ac:picMkLst>
          </pc:picChg>
        </pc:sldLayoutChg>
        <pc:sldLayoutChg chg="addSp delSp modSp">
          <pc:chgData name="Marie Chris Soque" userId="9ebdbcbf79932a9a" providerId="LiveId" clId="{F6EC3869-9C89-4C52-8A5D-5D74F43AA94A}" dt="2020-04-08T05:09:34.763" v="455" actId="1076"/>
          <pc:sldLayoutMkLst>
            <pc:docMk/>
            <pc:sldMasterMk cId="236828940" sldId="2147483648"/>
            <pc:sldLayoutMk cId="1864361372" sldId="2147483650"/>
          </pc:sldLayoutMkLst>
          <pc:spChg chg="del">
            <ac:chgData name="Marie Chris Soque" userId="9ebdbcbf79932a9a" providerId="LiveId" clId="{F6EC3869-9C89-4C52-8A5D-5D74F43AA94A}" dt="2020-04-08T04:55:48.040" v="104" actId="478"/>
            <ac:spMkLst>
              <pc:docMk/>
              <pc:sldMasterMk cId="236828940" sldId="2147483648"/>
              <pc:sldLayoutMk cId="1864361372" sldId="2147483650"/>
              <ac:spMk id="10" creationId="{DBD7041B-5B8A-4891-9625-77D7D7A25153}"/>
            </ac:spMkLst>
          </pc:spChg>
          <pc:spChg chg="add">
            <ac:chgData name="Marie Chris Soque" userId="9ebdbcbf79932a9a" providerId="LiveId" clId="{F6EC3869-9C89-4C52-8A5D-5D74F43AA94A}" dt="2020-04-08T04:55:49.322" v="105"/>
            <ac:spMkLst>
              <pc:docMk/>
              <pc:sldMasterMk cId="236828940" sldId="2147483648"/>
              <pc:sldLayoutMk cId="1864361372" sldId="2147483650"/>
              <ac:spMk id="13" creationId="{1EEC0E17-5CF6-430A-9517-E9140C6A2617}"/>
            </ac:spMkLst>
          </pc:spChg>
          <pc:picChg chg="mod">
            <ac:chgData name="Marie Chris Soque" userId="9ebdbcbf79932a9a" providerId="LiveId" clId="{F6EC3869-9C89-4C52-8A5D-5D74F43AA94A}" dt="2020-04-08T05:09:34.763" v="455" actId="1076"/>
            <ac:picMkLst>
              <pc:docMk/>
              <pc:sldMasterMk cId="236828940" sldId="2147483648"/>
              <pc:sldLayoutMk cId="1864361372" sldId="2147483650"/>
              <ac:picMk id="11" creationId="{0E49D956-4E7D-4FF0-9764-CA5EA52DF041}"/>
            </ac:picMkLst>
          </pc:picChg>
        </pc:sldLayoutChg>
      </pc:sldMasterChg>
    </pc:docChg>
  </pc:docChgLst>
  <pc:docChgLst>
    <pc:chgData name="Marie Chris Soque" userId="9ebdbcbf79932a9a" providerId="Windows Live" clId="Web-{09B5D836-9832-4018-BE27-271922FD5A2D}"/>
    <pc:docChg chg="modSld">
      <pc:chgData name="Marie Chris Soque" userId="9ebdbcbf79932a9a" providerId="Windows Live" clId="Web-{09B5D836-9832-4018-BE27-271922FD5A2D}" dt="2020-04-09T03:14:03.218" v="1" actId="1076"/>
      <pc:docMkLst>
        <pc:docMk/>
      </pc:docMkLst>
      <pc:sldChg chg="modSp">
        <pc:chgData name="Marie Chris Soque" userId="9ebdbcbf79932a9a" providerId="Windows Live" clId="Web-{09B5D836-9832-4018-BE27-271922FD5A2D}" dt="2020-04-09T03:14:03.218" v="1" actId="1076"/>
        <pc:sldMkLst>
          <pc:docMk/>
          <pc:sldMk cId="1604745909" sldId="260"/>
        </pc:sldMkLst>
        <pc:picChg chg="mod">
          <ac:chgData name="Marie Chris Soque" userId="9ebdbcbf79932a9a" providerId="Windows Live" clId="Web-{09B5D836-9832-4018-BE27-271922FD5A2D}" dt="2020-04-09T03:14:03.218" v="1" actId="1076"/>
          <ac:picMkLst>
            <pc:docMk/>
            <pc:sldMk cId="1604745909" sldId="260"/>
            <ac:picMk id="4" creationId="{C35C4719-35E4-42B7-9839-E706F519F915}"/>
          </ac:picMkLst>
        </pc:picChg>
      </pc:sldChg>
    </pc:docChg>
  </pc:docChgLst>
  <pc:docChgLst>
    <pc:chgData name="Marie Chris Soque" userId="9ebdbcbf79932a9a" providerId="Windows Live" clId="Web-{5656A1A0-8119-4DDC-987A-96CC9F4F6F4F}"/>
    <pc:docChg chg="modSld">
      <pc:chgData name="Marie Chris Soque" userId="9ebdbcbf79932a9a" providerId="Windows Live" clId="Web-{5656A1A0-8119-4DDC-987A-96CC9F4F6F4F}" dt="2020-04-09T05:11:23.181" v="14" actId="20577"/>
      <pc:docMkLst>
        <pc:docMk/>
      </pc:docMkLst>
      <pc:sldChg chg="modSp">
        <pc:chgData name="Marie Chris Soque" userId="9ebdbcbf79932a9a" providerId="Windows Live" clId="Web-{5656A1A0-8119-4DDC-987A-96CC9F4F6F4F}" dt="2020-04-09T05:11:22.118" v="12" actId="20577"/>
        <pc:sldMkLst>
          <pc:docMk/>
          <pc:sldMk cId="3774295882" sldId="257"/>
        </pc:sldMkLst>
        <pc:spChg chg="mod">
          <ac:chgData name="Marie Chris Soque" userId="9ebdbcbf79932a9a" providerId="Windows Live" clId="Web-{5656A1A0-8119-4DDC-987A-96CC9F4F6F4F}" dt="2020-04-09T05:11:22.118" v="12" actId="20577"/>
          <ac:spMkLst>
            <pc:docMk/>
            <pc:sldMk cId="3774295882" sldId="257"/>
            <ac:spMk id="2" creationId="{E872F88A-68F7-4655-8A42-CD311E858579}"/>
          </ac:spMkLst>
        </pc:spChg>
      </pc:sldChg>
    </pc:docChg>
  </pc:docChgLst>
  <pc:docChgLst>
    <pc:chgData clId="Web-{5656A1A0-8119-4DDC-987A-96CC9F4F6F4F}"/>
    <pc:docChg chg="modSld">
      <pc:chgData name="" userId="" providerId="" clId="Web-{5656A1A0-8119-4DDC-987A-96CC9F4F6F4F}" dt="2020-04-09T05:11:10.461" v="30" actId="20577"/>
      <pc:docMkLst>
        <pc:docMk/>
      </pc:docMkLst>
      <pc:sldChg chg="modSp">
        <pc:chgData name="" userId="" providerId="" clId="Web-{5656A1A0-8119-4DDC-987A-96CC9F4F6F4F}" dt="2020-04-09T05:11:10.461" v="29" actId="20577"/>
        <pc:sldMkLst>
          <pc:docMk/>
          <pc:sldMk cId="3774295882" sldId="257"/>
        </pc:sldMkLst>
        <pc:spChg chg="mod">
          <ac:chgData name="" userId="" providerId="" clId="Web-{5656A1A0-8119-4DDC-987A-96CC9F4F6F4F}" dt="2020-04-09T05:11:10.461" v="29" actId="20577"/>
          <ac:spMkLst>
            <pc:docMk/>
            <pc:sldMk cId="3774295882" sldId="257"/>
            <ac:spMk id="2" creationId="{E872F88A-68F7-4655-8A42-CD311E858579}"/>
          </ac:spMkLst>
        </pc:spChg>
      </pc:sldChg>
    </pc:docChg>
  </pc:docChgLst>
</pc:chgInfo>
</file>

<file path=ppt/diagrams/_rels/data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svg"/><Relationship Id="rId1" Type="http://schemas.openxmlformats.org/officeDocument/2006/relationships/image" Target="../media/image2.png"/><Relationship Id="rId4" Type="http://schemas.openxmlformats.org/officeDocument/2006/relationships/image" Target="../media/image5.svg"/></Relationships>
</file>

<file path=ppt/diagrams/_rels/data3.xml.rels><?xml version="1.0" encoding="UTF-8" standalone="yes"?>
<Relationships xmlns="http://schemas.openxmlformats.org/package/2006/relationships"><Relationship Id="rId8" Type="http://schemas.openxmlformats.org/officeDocument/2006/relationships/image" Target="../media/image17.svg"/><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image" Target="../media/image11.svg"/><Relationship Id="rId1" Type="http://schemas.openxmlformats.org/officeDocument/2006/relationships/image" Target="../media/image10.png"/><Relationship Id="rId6" Type="http://schemas.openxmlformats.org/officeDocument/2006/relationships/image" Target="../media/image15.svg"/><Relationship Id="rId5" Type="http://schemas.openxmlformats.org/officeDocument/2006/relationships/image" Target="../media/image14.png"/><Relationship Id="rId10" Type="http://schemas.openxmlformats.org/officeDocument/2006/relationships/image" Target="../media/image19.svg"/><Relationship Id="rId4" Type="http://schemas.openxmlformats.org/officeDocument/2006/relationships/image" Target="../media/image13.svg"/><Relationship Id="rId9" Type="http://schemas.openxmlformats.org/officeDocument/2006/relationships/image" Target="../media/image18.png"/></Relationships>
</file>

<file path=ppt/diagrams/_rels/data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svg"/><Relationship Id="rId1" Type="http://schemas.openxmlformats.org/officeDocument/2006/relationships/image" Target="../media/image22.png"/><Relationship Id="rId6" Type="http://schemas.openxmlformats.org/officeDocument/2006/relationships/image" Target="../media/image27.svg"/><Relationship Id="rId5" Type="http://schemas.openxmlformats.org/officeDocument/2006/relationships/image" Target="../media/image26.png"/><Relationship Id="rId4" Type="http://schemas.openxmlformats.org/officeDocument/2006/relationships/image" Target="../media/image25.svg"/></Relationships>
</file>

<file path=ppt/diagrams/_rels/data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svg"/><Relationship Id="rId1" Type="http://schemas.openxmlformats.org/officeDocument/2006/relationships/image" Target="../media/image31.png"/><Relationship Id="rId4" Type="http://schemas.openxmlformats.org/officeDocument/2006/relationships/image" Target="../media/image34.svg"/></Relationships>
</file>

<file path=ppt/diagrams/_rels/data7.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svg"/><Relationship Id="rId1" Type="http://schemas.openxmlformats.org/officeDocument/2006/relationships/image" Target="../media/image35.png"/><Relationship Id="rId6" Type="http://schemas.openxmlformats.org/officeDocument/2006/relationships/image" Target="../media/image40.svg"/><Relationship Id="rId5" Type="http://schemas.openxmlformats.org/officeDocument/2006/relationships/image" Target="../media/image39.png"/><Relationship Id="rId4" Type="http://schemas.openxmlformats.org/officeDocument/2006/relationships/image" Target="../media/image38.svg"/></Relationships>
</file>

<file path=ppt/diagrams/_rels/drawing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svg"/><Relationship Id="rId1" Type="http://schemas.openxmlformats.org/officeDocument/2006/relationships/image" Target="../media/image2.png"/><Relationship Id="rId4" Type="http://schemas.openxmlformats.org/officeDocument/2006/relationships/image" Target="../media/image5.svg"/></Relationships>
</file>

<file path=ppt/diagrams/_rels/drawing3.xml.rels><?xml version="1.0" encoding="UTF-8" standalone="yes"?>
<Relationships xmlns="http://schemas.openxmlformats.org/package/2006/relationships"><Relationship Id="rId8" Type="http://schemas.openxmlformats.org/officeDocument/2006/relationships/image" Target="../media/image17.svg"/><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image" Target="../media/image11.svg"/><Relationship Id="rId1" Type="http://schemas.openxmlformats.org/officeDocument/2006/relationships/image" Target="../media/image10.png"/><Relationship Id="rId6" Type="http://schemas.openxmlformats.org/officeDocument/2006/relationships/image" Target="../media/image15.svg"/><Relationship Id="rId5" Type="http://schemas.openxmlformats.org/officeDocument/2006/relationships/image" Target="../media/image14.png"/><Relationship Id="rId10" Type="http://schemas.openxmlformats.org/officeDocument/2006/relationships/image" Target="../media/image19.svg"/><Relationship Id="rId4" Type="http://schemas.openxmlformats.org/officeDocument/2006/relationships/image" Target="../media/image13.svg"/><Relationship Id="rId9" Type="http://schemas.openxmlformats.org/officeDocument/2006/relationships/image" Target="../media/image18.png"/></Relationships>
</file>

<file path=ppt/diagrams/_rels/drawing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svg"/><Relationship Id="rId1" Type="http://schemas.openxmlformats.org/officeDocument/2006/relationships/image" Target="../media/image22.png"/><Relationship Id="rId6" Type="http://schemas.openxmlformats.org/officeDocument/2006/relationships/image" Target="../media/image27.svg"/><Relationship Id="rId5" Type="http://schemas.openxmlformats.org/officeDocument/2006/relationships/image" Target="../media/image26.png"/><Relationship Id="rId4" Type="http://schemas.openxmlformats.org/officeDocument/2006/relationships/image" Target="../media/image25.svg"/></Relationships>
</file>

<file path=ppt/diagrams/_rels/drawing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svg"/><Relationship Id="rId1" Type="http://schemas.openxmlformats.org/officeDocument/2006/relationships/image" Target="../media/image31.png"/><Relationship Id="rId4" Type="http://schemas.openxmlformats.org/officeDocument/2006/relationships/image" Target="../media/image34.svg"/></Relationships>
</file>

<file path=ppt/diagrams/_rels/drawing7.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svg"/><Relationship Id="rId1" Type="http://schemas.openxmlformats.org/officeDocument/2006/relationships/image" Target="../media/image35.png"/><Relationship Id="rId6" Type="http://schemas.openxmlformats.org/officeDocument/2006/relationships/image" Target="../media/image40.svg"/><Relationship Id="rId5" Type="http://schemas.openxmlformats.org/officeDocument/2006/relationships/image" Target="../media/image39.png"/><Relationship Id="rId4" Type="http://schemas.openxmlformats.org/officeDocument/2006/relationships/image" Target="../media/image38.svg"/></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bg_accent6_2">
  <dgm:title val=""/>
  <dgm:desc val=""/>
  <dgm:catLst>
    <dgm:cat type="accent6" pri="16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a:alpha val="0"/>
      </a:schemeClr>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18/5/colors/Iconchunking_colored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accent2">
        <a:alpha val="0"/>
      </a:schemeClr>
    </dgm:fillClrLst>
    <dgm:linClrLst meth="repeat">
      <a:schemeClr val="accent2">
        <a:alpha val="0"/>
      </a:schemeClr>
    </dgm:linClrLst>
    <dgm:effectClrLst/>
    <dgm:txLinClrLst/>
    <dgm:txFillClrLst meth="repeat">
      <a:schemeClr val="accent2"/>
      <a:schemeClr val="accent3"/>
      <a:schemeClr val="accent4"/>
      <a:schemeClr val="accent5"/>
      <a:schemeClr val="accent6"/>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18/5/colors/Iconchunking_neutralbg_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a:alpha val="0"/>
      </a:schemeClr>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18/5/colors/Iconchunking_neutralbg_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a:alpha val="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3E3B4E2-DBC5-4678-BCE1-A8A01E27CF9D}" type="doc">
      <dgm:prSet loTypeId="urn:microsoft.com/office/officeart/2016/7/layout/BasicLinearProcessNumbered" loCatId="process" qsTypeId="urn:microsoft.com/office/officeart/2005/8/quickstyle/simple1" qsCatId="simple" csTypeId="urn:microsoft.com/office/officeart/2005/8/colors/colorful1" csCatId="colorful" phldr="1"/>
      <dgm:spPr/>
      <dgm:t>
        <a:bodyPr/>
        <a:lstStyle/>
        <a:p>
          <a:endParaRPr lang="en-US"/>
        </a:p>
      </dgm:t>
    </dgm:pt>
    <dgm:pt modelId="{CC696037-8964-466E-ADBB-70DAF7A9B34E}">
      <dgm:prSet/>
      <dgm:spPr/>
      <dgm:t>
        <a:bodyPr/>
        <a:lstStyle/>
        <a:p>
          <a:r>
            <a:rPr lang="en-SG"/>
            <a:t>Outline the range of hardware and software technologies used build a digital business infrastructure within an organization and with its partners.</a:t>
          </a:r>
          <a:endParaRPr lang="en-US"/>
        </a:p>
      </dgm:t>
    </dgm:pt>
    <dgm:pt modelId="{329E4DF7-BA6A-497F-8C60-77B99E01EE90}" type="parTrans" cxnId="{B33171E7-5044-4AE0-A4E2-D40919260D05}">
      <dgm:prSet/>
      <dgm:spPr/>
      <dgm:t>
        <a:bodyPr/>
        <a:lstStyle/>
        <a:p>
          <a:endParaRPr lang="en-US"/>
        </a:p>
      </dgm:t>
    </dgm:pt>
    <dgm:pt modelId="{EF676EB0-77C5-487F-87FB-3FDD1622E836}" type="sibTrans" cxnId="{B33171E7-5044-4AE0-A4E2-D40919260D05}">
      <dgm:prSet phldrT="1" phldr="0"/>
      <dgm:spPr/>
      <dgm:t>
        <a:bodyPr/>
        <a:lstStyle/>
        <a:p>
          <a:r>
            <a:rPr lang="en-US"/>
            <a:t>1</a:t>
          </a:r>
        </a:p>
      </dgm:t>
    </dgm:pt>
    <dgm:pt modelId="{8BF0D86B-0A1E-45D6-BE15-1A5ACBF3F460}">
      <dgm:prSet/>
      <dgm:spPr/>
      <dgm:t>
        <a:bodyPr/>
        <a:lstStyle/>
        <a:p>
          <a:r>
            <a:rPr lang="en-SG" dirty="0"/>
            <a:t>Review the actions needed to maintain service quality for users of digital platforms.</a:t>
          </a:r>
          <a:endParaRPr lang="en-US" dirty="0"/>
        </a:p>
      </dgm:t>
    </dgm:pt>
    <dgm:pt modelId="{CA3C4B9C-B60F-40BF-9662-6144DEC87C10}" type="parTrans" cxnId="{9116DF2B-427C-4922-A03A-1D5E568D6640}">
      <dgm:prSet/>
      <dgm:spPr/>
      <dgm:t>
        <a:bodyPr/>
        <a:lstStyle/>
        <a:p>
          <a:endParaRPr lang="en-US"/>
        </a:p>
      </dgm:t>
    </dgm:pt>
    <dgm:pt modelId="{857B7B16-933E-48FE-9F96-00389545647E}" type="sibTrans" cxnId="{9116DF2B-427C-4922-A03A-1D5E568D6640}">
      <dgm:prSet phldrT="2" phldr="0"/>
      <dgm:spPr/>
      <dgm:t>
        <a:bodyPr/>
        <a:lstStyle/>
        <a:p>
          <a:r>
            <a:rPr lang="en-US"/>
            <a:t>2</a:t>
          </a:r>
        </a:p>
      </dgm:t>
    </dgm:pt>
    <dgm:pt modelId="{CA685A9A-6944-48E2-8261-F2DED701791A}" type="pres">
      <dgm:prSet presAssocID="{73E3B4E2-DBC5-4678-BCE1-A8A01E27CF9D}" presName="Name0" presStyleCnt="0">
        <dgm:presLayoutVars>
          <dgm:animLvl val="lvl"/>
          <dgm:resizeHandles val="exact"/>
        </dgm:presLayoutVars>
      </dgm:prSet>
      <dgm:spPr/>
    </dgm:pt>
    <dgm:pt modelId="{390A9C39-50C6-4F56-B6BE-E0AC0F905F24}" type="pres">
      <dgm:prSet presAssocID="{CC696037-8964-466E-ADBB-70DAF7A9B34E}" presName="compositeNode" presStyleCnt="0">
        <dgm:presLayoutVars>
          <dgm:bulletEnabled val="1"/>
        </dgm:presLayoutVars>
      </dgm:prSet>
      <dgm:spPr/>
    </dgm:pt>
    <dgm:pt modelId="{67E43754-C2AA-486B-ACEA-E366C49B352C}" type="pres">
      <dgm:prSet presAssocID="{CC696037-8964-466E-ADBB-70DAF7A9B34E}" presName="bgRect" presStyleLbl="bgAccFollowNode1" presStyleIdx="0" presStyleCnt="2"/>
      <dgm:spPr/>
    </dgm:pt>
    <dgm:pt modelId="{AB6AA5F0-8B9C-4208-80D2-67F1D453FA37}" type="pres">
      <dgm:prSet presAssocID="{EF676EB0-77C5-487F-87FB-3FDD1622E836}" presName="sibTransNodeCircle" presStyleLbl="alignNode1" presStyleIdx="0" presStyleCnt="4">
        <dgm:presLayoutVars>
          <dgm:chMax val="0"/>
          <dgm:bulletEnabled/>
        </dgm:presLayoutVars>
      </dgm:prSet>
      <dgm:spPr/>
    </dgm:pt>
    <dgm:pt modelId="{ABE02F1F-5B6E-4E96-A4D2-4C69D27611B1}" type="pres">
      <dgm:prSet presAssocID="{CC696037-8964-466E-ADBB-70DAF7A9B34E}" presName="bottomLine" presStyleLbl="alignNode1" presStyleIdx="1" presStyleCnt="4">
        <dgm:presLayoutVars/>
      </dgm:prSet>
      <dgm:spPr/>
    </dgm:pt>
    <dgm:pt modelId="{A3793643-265A-4D11-AF1B-842E9B7F877E}" type="pres">
      <dgm:prSet presAssocID="{CC696037-8964-466E-ADBB-70DAF7A9B34E}" presName="nodeText" presStyleLbl="bgAccFollowNode1" presStyleIdx="0" presStyleCnt="2">
        <dgm:presLayoutVars>
          <dgm:bulletEnabled val="1"/>
        </dgm:presLayoutVars>
      </dgm:prSet>
      <dgm:spPr/>
    </dgm:pt>
    <dgm:pt modelId="{403E6FD0-EBA5-4BCD-AC47-B255F1C1B53A}" type="pres">
      <dgm:prSet presAssocID="{EF676EB0-77C5-487F-87FB-3FDD1622E836}" presName="sibTrans" presStyleCnt="0"/>
      <dgm:spPr/>
    </dgm:pt>
    <dgm:pt modelId="{639113FA-1143-41BD-94E9-7C4D2C3E6720}" type="pres">
      <dgm:prSet presAssocID="{8BF0D86B-0A1E-45D6-BE15-1A5ACBF3F460}" presName="compositeNode" presStyleCnt="0">
        <dgm:presLayoutVars>
          <dgm:bulletEnabled val="1"/>
        </dgm:presLayoutVars>
      </dgm:prSet>
      <dgm:spPr/>
    </dgm:pt>
    <dgm:pt modelId="{9078E03D-76D0-4B5B-8E96-E2FE98406417}" type="pres">
      <dgm:prSet presAssocID="{8BF0D86B-0A1E-45D6-BE15-1A5ACBF3F460}" presName="bgRect" presStyleLbl="bgAccFollowNode1" presStyleIdx="1" presStyleCnt="2"/>
      <dgm:spPr/>
    </dgm:pt>
    <dgm:pt modelId="{B21911AC-C592-4AAF-BEDA-1E02DE834661}" type="pres">
      <dgm:prSet presAssocID="{857B7B16-933E-48FE-9F96-00389545647E}" presName="sibTransNodeCircle" presStyleLbl="alignNode1" presStyleIdx="2" presStyleCnt="4">
        <dgm:presLayoutVars>
          <dgm:chMax val="0"/>
          <dgm:bulletEnabled/>
        </dgm:presLayoutVars>
      </dgm:prSet>
      <dgm:spPr/>
    </dgm:pt>
    <dgm:pt modelId="{CDA2392D-F56D-4DC8-8D1B-6D36D73AE53D}" type="pres">
      <dgm:prSet presAssocID="{8BF0D86B-0A1E-45D6-BE15-1A5ACBF3F460}" presName="bottomLine" presStyleLbl="alignNode1" presStyleIdx="3" presStyleCnt="4">
        <dgm:presLayoutVars/>
      </dgm:prSet>
      <dgm:spPr/>
    </dgm:pt>
    <dgm:pt modelId="{BA234921-431F-43F2-BC2F-7F3A262AD1C4}" type="pres">
      <dgm:prSet presAssocID="{8BF0D86B-0A1E-45D6-BE15-1A5ACBF3F460}" presName="nodeText" presStyleLbl="bgAccFollowNode1" presStyleIdx="1" presStyleCnt="2">
        <dgm:presLayoutVars>
          <dgm:bulletEnabled val="1"/>
        </dgm:presLayoutVars>
      </dgm:prSet>
      <dgm:spPr/>
    </dgm:pt>
  </dgm:ptLst>
  <dgm:cxnLst>
    <dgm:cxn modelId="{7616E121-8280-4C4C-987F-9D2672370689}" type="presOf" srcId="{8BF0D86B-0A1E-45D6-BE15-1A5ACBF3F460}" destId="{BA234921-431F-43F2-BC2F-7F3A262AD1C4}" srcOrd="1" destOrd="0" presId="urn:microsoft.com/office/officeart/2016/7/layout/BasicLinearProcessNumbered"/>
    <dgm:cxn modelId="{66E5312A-AF30-4DBA-A157-01612B416BC3}" type="presOf" srcId="{8BF0D86B-0A1E-45D6-BE15-1A5ACBF3F460}" destId="{9078E03D-76D0-4B5B-8E96-E2FE98406417}" srcOrd="0" destOrd="0" presId="urn:microsoft.com/office/officeart/2016/7/layout/BasicLinearProcessNumbered"/>
    <dgm:cxn modelId="{9116DF2B-427C-4922-A03A-1D5E568D6640}" srcId="{73E3B4E2-DBC5-4678-BCE1-A8A01E27CF9D}" destId="{8BF0D86B-0A1E-45D6-BE15-1A5ACBF3F460}" srcOrd="1" destOrd="0" parTransId="{CA3C4B9C-B60F-40BF-9662-6144DEC87C10}" sibTransId="{857B7B16-933E-48FE-9F96-00389545647E}"/>
    <dgm:cxn modelId="{F5A3C554-7C2D-443F-9B3F-4E88B0C11451}" type="presOf" srcId="{CC696037-8964-466E-ADBB-70DAF7A9B34E}" destId="{A3793643-265A-4D11-AF1B-842E9B7F877E}" srcOrd="1" destOrd="0" presId="urn:microsoft.com/office/officeart/2016/7/layout/BasicLinearProcessNumbered"/>
    <dgm:cxn modelId="{42092D85-11F1-421D-B6EA-D8120DADBDCF}" type="presOf" srcId="{73E3B4E2-DBC5-4678-BCE1-A8A01E27CF9D}" destId="{CA685A9A-6944-48E2-8261-F2DED701791A}" srcOrd="0" destOrd="0" presId="urn:microsoft.com/office/officeart/2016/7/layout/BasicLinearProcessNumbered"/>
    <dgm:cxn modelId="{BD7DA29B-00F6-4785-85C8-67E5B91BFDD6}" type="presOf" srcId="{EF676EB0-77C5-487F-87FB-3FDD1622E836}" destId="{AB6AA5F0-8B9C-4208-80D2-67F1D453FA37}" srcOrd="0" destOrd="0" presId="urn:microsoft.com/office/officeart/2016/7/layout/BasicLinearProcessNumbered"/>
    <dgm:cxn modelId="{8018F0C5-80AF-4F50-9CB1-3901DA054017}" type="presOf" srcId="{CC696037-8964-466E-ADBB-70DAF7A9B34E}" destId="{67E43754-C2AA-486B-ACEA-E366C49B352C}" srcOrd="0" destOrd="0" presId="urn:microsoft.com/office/officeart/2016/7/layout/BasicLinearProcessNumbered"/>
    <dgm:cxn modelId="{D3AF9FD0-E3BF-4D2E-9773-08587A04E8E8}" type="presOf" srcId="{857B7B16-933E-48FE-9F96-00389545647E}" destId="{B21911AC-C592-4AAF-BEDA-1E02DE834661}" srcOrd="0" destOrd="0" presId="urn:microsoft.com/office/officeart/2016/7/layout/BasicLinearProcessNumbered"/>
    <dgm:cxn modelId="{B33171E7-5044-4AE0-A4E2-D40919260D05}" srcId="{73E3B4E2-DBC5-4678-BCE1-A8A01E27CF9D}" destId="{CC696037-8964-466E-ADBB-70DAF7A9B34E}" srcOrd="0" destOrd="0" parTransId="{329E4DF7-BA6A-497F-8C60-77B99E01EE90}" sibTransId="{EF676EB0-77C5-487F-87FB-3FDD1622E836}"/>
    <dgm:cxn modelId="{2AD74D06-3A21-4E71-B749-9099E0F90B8D}" type="presParOf" srcId="{CA685A9A-6944-48E2-8261-F2DED701791A}" destId="{390A9C39-50C6-4F56-B6BE-E0AC0F905F24}" srcOrd="0" destOrd="0" presId="urn:microsoft.com/office/officeart/2016/7/layout/BasicLinearProcessNumbered"/>
    <dgm:cxn modelId="{97E1FA4E-91D5-44E4-A47B-F46C0DCDCE44}" type="presParOf" srcId="{390A9C39-50C6-4F56-B6BE-E0AC0F905F24}" destId="{67E43754-C2AA-486B-ACEA-E366C49B352C}" srcOrd="0" destOrd="0" presId="urn:microsoft.com/office/officeart/2016/7/layout/BasicLinearProcessNumbered"/>
    <dgm:cxn modelId="{49DD5F92-06AD-4D72-8EA4-F172CB2E717E}" type="presParOf" srcId="{390A9C39-50C6-4F56-B6BE-E0AC0F905F24}" destId="{AB6AA5F0-8B9C-4208-80D2-67F1D453FA37}" srcOrd="1" destOrd="0" presId="urn:microsoft.com/office/officeart/2016/7/layout/BasicLinearProcessNumbered"/>
    <dgm:cxn modelId="{8E2F0275-9D16-4AC4-9742-77F8CCF541E7}" type="presParOf" srcId="{390A9C39-50C6-4F56-B6BE-E0AC0F905F24}" destId="{ABE02F1F-5B6E-4E96-A4D2-4C69D27611B1}" srcOrd="2" destOrd="0" presId="urn:microsoft.com/office/officeart/2016/7/layout/BasicLinearProcessNumbered"/>
    <dgm:cxn modelId="{D5DE0036-8328-4E26-AAA1-3A3E85F11949}" type="presParOf" srcId="{390A9C39-50C6-4F56-B6BE-E0AC0F905F24}" destId="{A3793643-265A-4D11-AF1B-842E9B7F877E}" srcOrd="3" destOrd="0" presId="urn:microsoft.com/office/officeart/2016/7/layout/BasicLinearProcessNumbered"/>
    <dgm:cxn modelId="{AB76ECBC-90F4-4D0E-A720-2B653680AE86}" type="presParOf" srcId="{CA685A9A-6944-48E2-8261-F2DED701791A}" destId="{403E6FD0-EBA5-4BCD-AC47-B255F1C1B53A}" srcOrd="1" destOrd="0" presId="urn:microsoft.com/office/officeart/2016/7/layout/BasicLinearProcessNumbered"/>
    <dgm:cxn modelId="{C8A18EB8-E093-462E-9940-01357B0E98A0}" type="presParOf" srcId="{CA685A9A-6944-48E2-8261-F2DED701791A}" destId="{639113FA-1143-41BD-94E9-7C4D2C3E6720}" srcOrd="2" destOrd="0" presId="urn:microsoft.com/office/officeart/2016/7/layout/BasicLinearProcessNumbered"/>
    <dgm:cxn modelId="{22DFACAC-9378-4FF0-AFA1-A380EE4DDC28}" type="presParOf" srcId="{639113FA-1143-41BD-94E9-7C4D2C3E6720}" destId="{9078E03D-76D0-4B5B-8E96-E2FE98406417}" srcOrd="0" destOrd="0" presId="urn:microsoft.com/office/officeart/2016/7/layout/BasicLinearProcessNumbered"/>
    <dgm:cxn modelId="{A2010763-C3DD-4B20-8687-ADFC29557CF1}" type="presParOf" srcId="{639113FA-1143-41BD-94E9-7C4D2C3E6720}" destId="{B21911AC-C592-4AAF-BEDA-1E02DE834661}" srcOrd="1" destOrd="0" presId="urn:microsoft.com/office/officeart/2016/7/layout/BasicLinearProcessNumbered"/>
    <dgm:cxn modelId="{322D5BD9-4D08-4A6C-9C99-33E707D17C2E}" type="presParOf" srcId="{639113FA-1143-41BD-94E9-7C4D2C3E6720}" destId="{CDA2392D-F56D-4DC8-8D1B-6D36D73AE53D}" srcOrd="2" destOrd="0" presId="urn:microsoft.com/office/officeart/2016/7/layout/BasicLinearProcessNumbered"/>
    <dgm:cxn modelId="{C7BF0F3A-3E90-4CF1-9D87-40F689ADF614}" type="presParOf" srcId="{639113FA-1143-41BD-94E9-7C4D2C3E6720}" destId="{BA234921-431F-43F2-BC2F-7F3A262AD1C4}" srcOrd="3" destOrd="0" presId="urn:microsoft.com/office/officeart/2016/7/layout/BasicLinearProcessNumbered"/>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9C8F31EA-361D-4A69-B9F3-DBD365560686}" type="doc">
      <dgm:prSet loTypeId="urn:microsoft.com/office/officeart/2018/5/layout/IconLeafLabelList" loCatId="icon" qsTypeId="urn:microsoft.com/office/officeart/2005/8/quickstyle/simple1" qsCatId="simple" csTypeId="urn:microsoft.com/office/officeart/2018/5/colors/Iconchunking_neutralbg_accent6_2" csCatId="accent6" phldr="1"/>
      <dgm:spPr/>
      <dgm:t>
        <a:bodyPr/>
        <a:lstStyle/>
        <a:p>
          <a:endParaRPr lang="en-US"/>
        </a:p>
      </dgm:t>
    </dgm:pt>
    <dgm:pt modelId="{174E79F0-11FD-400C-9B7E-D98C09875EE6}">
      <dgm:prSet custT="1"/>
      <dgm:spPr/>
      <dgm:t>
        <a:bodyPr/>
        <a:lstStyle/>
        <a:p>
          <a:pPr>
            <a:defRPr cap="all"/>
          </a:pPr>
          <a:r>
            <a:rPr lang="en-SG" sz="1800" dirty="0"/>
            <a:t>Defining an adequate technology infrastructure is vital to all start-up online businesses and existing companies making the transformation to digital business</a:t>
          </a:r>
          <a:endParaRPr lang="en-US" sz="1800" dirty="0"/>
        </a:p>
      </dgm:t>
    </dgm:pt>
    <dgm:pt modelId="{9FDDF74F-49A0-4DB3-B673-CA38260713E6}" type="parTrans" cxnId="{391B1827-9F8F-4802-B61E-7714096F5733}">
      <dgm:prSet/>
      <dgm:spPr/>
      <dgm:t>
        <a:bodyPr/>
        <a:lstStyle/>
        <a:p>
          <a:endParaRPr lang="en-US"/>
        </a:p>
      </dgm:t>
    </dgm:pt>
    <dgm:pt modelId="{CA6E683D-C2CC-48D4-959D-AE225151AA7D}" type="sibTrans" cxnId="{391B1827-9F8F-4802-B61E-7714096F5733}">
      <dgm:prSet/>
      <dgm:spPr/>
      <dgm:t>
        <a:bodyPr/>
        <a:lstStyle/>
        <a:p>
          <a:endParaRPr lang="en-US"/>
        </a:p>
      </dgm:t>
    </dgm:pt>
    <dgm:pt modelId="{08A82507-0C7F-45DB-98B7-0160A2A00976}">
      <dgm:prSet/>
      <dgm:spPr/>
      <dgm:t>
        <a:bodyPr/>
        <a:lstStyle/>
        <a:p>
          <a:pPr>
            <a:defRPr cap="all"/>
          </a:pPr>
          <a:r>
            <a:rPr lang="en-SG" dirty="0"/>
            <a:t>The infrastructure and support of different types of digital platforms directly affect the quality of service experienced by users of the system in terms of </a:t>
          </a:r>
          <a:r>
            <a:rPr lang="en-SG" b="1" u="sng" dirty="0"/>
            <a:t>speed</a:t>
          </a:r>
          <a:r>
            <a:rPr lang="en-SG" dirty="0"/>
            <a:t> and </a:t>
          </a:r>
          <a:r>
            <a:rPr lang="en-SG" b="1" u="sng" dirty="0"/>
            <a:t>responsiveness</a:t>
          </a:r>
          <a:r>
            <a:rPr lang="en-SG" dirty="0"/>
            <a:t>.</a:t>
          </a:r>
          <a:endParaRPr lang="en-US" dirty="0"/>
        </a:p>
      </dgm:t>
    </dgm:pt>
    <dgm:pt modelId="{CF0FDDD4-057F-4CFB-AD64-36920E7B606D}" type="parTrans" cxnId="{9E00943F-C0A2-4C46-B446-474476091FED}">
      <dgm:prSet/>
      <dgm:spPr/>
      <dgm:t>
        <a:bodyPr/>
        <a:lstStyle/>
        <a:p>
          <a:endParaRPr lang="en-US"/>
        </a:p>
      </dgm:t>
    </dgm:pt>
    <dgm:pt modelId="{2588BFDB-0485-42C2-8845-2E8C4147A573}" type="sibTrans" cxnId="{9E00943F-C0A2-4C46-B446-474476091FED}">
      <dgm:prSet/>
      <dgm:spPr/>
      <dgm:t>
        <a:bodyPr/>
        <a:lstStyle/>
        <a:p>
          <a:endParaRPr lang="en-US"/>
        </a:p>
      </dgm:t>
    </dgm:pt>
    <dgm:pt modelId="{E0C3BA6D-63BE-4F0B-ABF3-1A4529CC1C08}" type="pres">
      <dgm:prSet presAssocID="{9C8F31EA-361D-4A69-B9F3-DBD365560686}" presName="root" presStyleCnt="0">
        <dgm:presLayoutVars>
          <dgm:dir/>
          <dgm:resizeHandles val="exact"/>
        </dgm:presLayoutVars>
      </dgm:prSet>
      <dgm:spPr/>
    </dgm:pt>
    <dgm:pt modelId="{DAFF7B4A-32C7-4535-9367-7BD09CFC6A55}" type="pres">
      <dgm:prSet presAssocID="{174E79F0-11FD-400C-9B7E-D98C09875EE6}" presName="compNode" presStyleCnt="0"/>
      <dgm:spPr/>
    </dgm:pt>
    <dgm:pt modelId="{9DDF7B40-9BF4-4571-A54D-B5A50DC839DB}" type="pres">
      <dgm:prSet presAssocID="{174E79F0-11FD-400C-9B7E-D98C09875EE6}" presName="iconBgRect" presStyleLbl="bgShp" presStyleIdx="0" presStyleCnt="2" custScaleX="80141" custScaleY="80141"/>
      <dgm:spPr>
        <a:prstGeom prst="round2DiagRect">
          <a:avLst>
            <a:gd name="adj1" fmla="val 29727"/>
            <a:gd name="adj2" fmla="val 0"/>
          </a:avLst>
        </a:prstGeom>
      </dgm:spPr>
    </dgm:pt>
    <dgm:pt modelId="{5E7165C5-A4A6-470D-BEDC-281826F938BE}" type="pres">
      <dgm:prSet presAssocID="{174E79F0-11FD-400C-9B7E-D98C09875EE6}" presName="iconRect" presStyleLbl="node1" presStyleIdx="0" presStyleCnt="2" custScaleX="86765" custScaleY="89451"/>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loud Computing"/>
        </a:ext>
      </dgm:extLst>
    </dgm:pt>
    <dgm:pt modelId="{D3BCD62E-B26C-4163-835E-8BC696F98E37}" type="pres">
      <dgm:prSet presAssocID="{174E79F0-11FD-400C-9B7E-D98C09875EE6}" presName="spaceRect" presStyleCnt="0"/>
      <dgm:spPr/>
    </dgm:pt>
    <dgm:pt modelId="{23D71B5E-4207-49C9-984B-7487598EF6F8}" type="pres">
      <dgm:prSet presAssocID="{174E79F0-11FD-400C-9B7E-D98C09875EE6}" presName="textRect" presStyleLbl="revTx" presStyleIdx="0" presStyleCnt="2" custScaleX="138196" custLinFactNeighborX="-6085" custLinFactNeighborY="-42333">
        <dgm:presLayoutVars>
          <dgm:chMax val="1"/>
          <dgm:chPref val="1"/>
        </dgm:presLayoutVars>
      </dgm:prSet>
      <dgm:spPr/>
    </dgm:pt>
    <dgm:pt modelId="{642DBC6D-4581-4FD5-8116-55B9499C1963}" type="pres">
      <dgm:prSet presAssocID="{CA6E683D-C2CC-48D4-959D-AE225151AA7D}" presName="sibTrans" presStyleCnt="0"/>
      <dgm:spPr/>
    </dgm:pt>
    <dgm:pt modelId="{DC121182-72A0-4F2D-B6EA-9750EDE43F63}" type="pres">
      <dgm:prSet presAssocID="{08A82507-0C7F-45DB-98B7-0160A2A00976}" presName="compNode" presStyleCnt="0"/>
      <dgm:spPr/>
    </dgm:pt>
    <dgm:pt modelId="{8574D106-EF33-4F1C-B38F-F9CC1421EAFD}" type="pres">
      <dgm:prSet presAssocID="{08A82507-0C7F-45DB-98B7-0160A2A00976}" presName="iconBgRect" presStyleLbl="bgShp" presStyleIdx="1" presStyleCnt="2" custScaleX="62577" custScaleY="62577"/>
      <dgm:spPr>
        <a:prstGeom prst="round2DiagRect">
          <a:avLst>
            <a:gd name="adj1" fmla="val 29727"/>
            <a:gd name="adj2" fmla="val 0"/>
          </a:avLst>
        </a:prstGeom>
      </dgm:spPr>
    </dgm:pt>
    <dgm:pt modelId="{9AFCAE51-B6E3-4B20-B99A-91D1DBCD6A0C}" type="pres">
      <dgm:prSet presAssocID="{08A82507-0C7F-45DB-98B7-0160A2A00976}"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Gears"/>
        </a:ext>
      </dgm:extLst>
    </dgm:pt>
    <dgm:pt modelId="{A07A3310-B325-4839-867C-1A83D348734D}" type="pres">
      <dgm:prSet presAssocID="{08A82507-0C7F-45DB-98B7-0160A2A00976}" presName="spaceRect" presStyleCnt="0"/>
      <dgm:spPr/>
    </dgm:pt>
    <dgm:pt modelId="{270F4FED-49F8-4624-A237-D2F47CBC8A3D}" type="pres">
      <dgm:prSet presAssocID="{08A82507-0C7F-45DB-98B7-0160A2A00976}" presName="textRect" presStyleLbl="revTx" presStyleIdx="1" presStyleCnt="2" custScaleX="143956" custLinFactNeighborX="7938" custLinFactNeighborY="-43656">
        <dgm:presLayoutVars>
          <dgm:chMax val="1"/>
          <dgm:chPref val="1"/>
        </dgm:presLayoutVars>
      </dgm:prSet>
      <dgm:spPr/>
    </dgm:pt>
  </dgm:ptLst>
  <dgm:cxnLst>
    <dgm:cxn modelId="{3F333707-9780-430D-8459-1A77717B6181}" type="presOf" srcId="{08A82507-0C7F-45DB-98B7-0160A2A00976}" destId="{270F4FED-49F8-4624-A237-D2F47CBC8A3D}" srcOrd="0" destOrd="0" presId="urn:microsoft.com/office/officeart/2018/5/layout/IconLeafLabelList"/>
    <dgm:cxn modelId="{391B1827-9F8F-4802-B61E-7714096F5733}" srcId="{9C8F31EA-361D-4A69-B9F3-DBD365560686}" destId="{174E79F0-11FD-400C-9B7E-D98C09875EE6}" srcOrd="0" destOrd="0" parTransId="{9FDDF74F-49A0-4DB3-B673-CA38260713E6}" sibTransId="{CA6E683D-C2CC-48D4-959D-AE225151AA7D}"/>
    <dgm:cxn modelId="{9E00943F-C0A2-4C46-B446-474476091FED}" srcId="{9C8F31EA-361D-4A69-B9F3-DBD365560686}" destId="{08A82507-0C7F-45DB-98B7-0160A2A00976}" srcOrd="1" destOrd="0" parTransId="{CF0FDDD4-057F-4CFB-AD64-36920E7B606D}" sibTransId="{2588BFDB-0485-42C2-8845-2E8C4147A573}"/>
    <dgm:cxn modelId="{E44B516C-0664-4A22-9B13-56C2B06C4C73}" type="presOf" srcId="{174E79F0-11FD-400C-9B7E-D98C09875EE6}" destId="{23D71B5E-4207-49C9-984B-7487598EF6F8}" srcOrd="0" destOrd="0" presId="urn:microsoft.com/office/officeart/2018/5/layout/IconLeafLabelList"/>
    <dgm:cxn modelId="{20955AAC-FEFA-4FAB-8824-C8CA00DA79C4}" type="presOf" srcId="{9C8F31EA-361D-4A69-B9F3-DBD365560686}" destId="{E0C3BA6D-63BE-4F0B-ABF3-1A4529CC1C08}" srcOrd="0" destOrd="0" presId="urn:microsoft.com/office/officeart/2018/5/layout/IconLeafLabelList"/>
    <dgm:cxn modelId="{696701C7-00ED-4D96-AE0D-2907371D2D8E}" type="presParOf" srcId="{E0C3BA6D-63BE-4F0B-ABF3-1A4529CC1C08}" destId="{DAFF7B4A-32C7-4535-9367-7BD09CFC6A55}" srcOrd="0" destOrd="0" presId="urn:microsoft.com/office/officeart/2018/5/layout/IconLeafLabelList"/>
    <dgm:cxn modelId="{CF990F28-A5E5-4923-AE51-B5F0F922774B}" type="presParOf" srcId="{DAFF7B4A-32C7-4535-9367-7BD09CFC6A55}" destId="{9DDF7B40-9BF4-4571-A54D-B5A50DC839DB}" srcOrd="0" destOrd="0" presId="urn:microsoft.com/office/officeart/2018/5/layout/IconLeafLabelList"/>
    <dgm:cxn modelId="{B050DE8A-6657-485E-9923-6661D306C15D}" type="presParOf" srcId="{DAFF7B4A-32C7-4535-9367-7BD09CFC6A55}" destId="{5E7165C5-A4A6-470D-BEDC-281826F938BE}" srcOrd="1" destOrd="0" presId="urn:microsoft.com/office/officeart/2018/5/layout/IconLeafLabelList"/>
    <dgm:cxn modelId="{DE3E6F6E-19A5-41D3-B0DF-93D11A06CBA3}" type="presParOf" srcId="{DAFF7B4A-32C7-4535-9367-7BD09CFC6A55}" destId="{D3BCD62E-B26C-4163-835E-8BC696F98E37}" srcOrd="2" destOrd="0" presId="urn:microsoft.com/office/officeart/2018/5/layout/IconLeafLabelList"/>
    <dgm:cxn modelId="{4DE3EB81-880F-4CD2-8FBF-CBCAF9E169DF}" type="presParOf" srcId="{DAFF7B4A-32C7-4535-9367-7BD09CFC6A55}" destId="{23D71B5E-4207-49C9-984B-7487598EF6F8}" srcOrd="3" destOrd="0" presId="urn:microsoft.com/office/officeart/2018/5/layout/IconLeafLabelList"/>
    <dgm:cxn modelId="{4AFD7AB8-D062-4649-8587-C9EB6132E52D}" type="presParOf" srcId="{E0C3BA6D-63BE-4F0B-ABF3-1A4529CC1C08}" destId="{642DBC6D-4581-4FD5-8116-55B9499C1963}" srcOrd="1" destOrd="0" presId="urn:microsoft.com/office/officeart/2018/5/layout/IconLeafLabelList"/>
    <dgm:cxn modelId="{DE0ADB04-0A97-48EA-8272-B622AA7360B7}" type="presParOf" srcId="{E0C3BA6D-63BE-4F0B-ABF3-1A4529CC1C08}" destId="{DC121182-72A0-4F2D-B6EA-9750EDE43F63}" srcOrd="2" destOrd="0" presId="urn:microsoft.com/office/officeart/2018/5/layout/IconLeafLabelList"/>
    <dgm:cxn modelId="{0AE627AF-29C2-4DCC-BB55-8B74310460B4}" type="presParOf" srcId="{DC121182-72A0-4F2D-B6EA-9750EDE43F63}" destId="{8574D106-EF33-4F1C-B38F-F9CC1421EAFD}" srcOrd="0" destOrd="0" presId="urn:microsoft.com/office/officeart/2018/5/layout/IconLeafLabelList"/>
    <dgm:cxn modelId="{F24F9888-4A00-4930-9149-DCD2C8CA6154}" type="presParOf" srcId="{DC121182-72A0-4F2D-B6EA-9750EDE43F63}" destId="{9AFCAE51-B6E3-4B20-B99A-91D1DBCD6A0C}" srcOrd="1" destOrd="0" presId="urn:microsoft.com/office/officeart/2018/5/layout/IconLeafLabelList"/>
    <dgm:cxn modelId="{5FCD52A3-1020-4DAF-A27C-78E38953DC57}" type="presParOf" srcId="{DC121182-72A0-4F2D-B6EA-9750EDE43F63}" destId="{A07A3310-B325-4839-867C-1A83D348734D}" srcOrd="2" destOrd="0" presId="urn:microsoft.com/office/officeart/2018/5/layout/IconLeafLabelList"/>
    <dgm:cxn modelId="{D7D23EBA-657F-488D-BB17-A5162E91D92E}" type="presParOf" srcId="{DC121182-72A0-4F2D-B6EA-9750EDE43F63}" destId="{270F4FED-49F8-4624-A237-D2F47CBC8A3D}" srcOrd="3" destOrd="0" presId="urn:microsoft.com/office/officeart/2018/5/layout/IconLeaf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897CEE03-261A-45D6-A4C0-9017B43219A7}" type="doc">
      <dgm:prSet loTypeId="urn:microsoft.com/office/officeart/2018/5/layout/IconLeafLabelList" loCatId="icon" qsTypeId="urn:microsoft.com/office/officeart/2005/8/quickstyle/simple1" qsCatId="simple" csTypeId="urn:microsoft.com/office/officeart/2018/5/colors/Iconchunking_coloredtext_colorful1" csCatId="colorful" phldr="1"/>
      <dgm:spPr/>
      <dgm:t>
        <a:bodyPr/>
        <a:lstStyle/>
        <a:p>
          <a:endParaRPr lang="en-US"/>
        </a:p>
      </dgm:t>
    </dgm:pt>
    <dgm:pt modelId="{A44B9FBA-191D-4996-8321-E5BB19AFE27F}">
      <dgm:prSet/>
      <dgm:spPr/>
      <dgm:t>
        <a:bodyPr/>
        <a:lstStyle/>
        <a:p>
          <a:pPr>
            <a:defRPr cap="all"/>
          </a:pPr>
          <a:r>
            <a:rPr lang="en-SG" dirty="0"/>
            <a:t>Desktop browser- based platforms</a:t>
          </a:r>
          <a:endParaRPr lang="en-US" dirty="0"/>
        </a:p>
      </dgm:t>
    </dgm:pt>
    <dgm:pt modelId="{D72A7645-5EE4-4F61-8C54-57F931F05078}" type="parTrans" cxnId="{17E497EA-77E3-4CDE-9FB7-4AF6451B0BF5}">
      <dgm:prSet/>
      <dgm:spPr/>
      <dgm:t>
        <a:bodyPr/>
        <a:lstStyle/>
        <a:p>
          <a:endParaRPr lang="en-US"/>
        </a:p>
      </dgm:t>
    </dgm:pt>
    <dgm:pt modelId="{BA533295-3258-4AAB-AB44-16A2392E79B5}" type="sibTrans" cxnId="{17E497EA-77E3-4CDE-9FB7-4AF6451B0BF5}">
      <dgm:prSet/>
      <dgm:spPr/>
      <dgm:t>
        <a:bodyPr/>
        <a:lstStyle/>
        <a:p>
          <a:endParaRPr lang="en-US"/>
        </a:p>
      </dgm:t>
    </dgm:pt>
    <dgm:pt modelId="{BCDAFA69-5102-43C2-ADF2-8686B5B3993E}">
      <dgm:prSet/>
      <dgm:spPr/>
      <dgm:t>
        <a:bodyPr/>
        <a:lstStyle/>
        <a:p>
          <a:pPr>
            <a:defRPr cap="all"/>
          </a:pPr>
          <a:r>
            <a:rPr lang="en-SG" dirty="0"/>
            <a:t>Desktop apps or Mobile-based apps</a:t>
          </a:r>
          <a:endParaRPr lang="en-US" dirty="0"/>
        </a:p>
      </dgm:t>
    </dgm:pt>
    <dgm:pt modelId="{DF8E027F-8A28-4A63-832C-C2188FF47670}" type="parTrans" cxnId="{4A5DFECC-208C-45AE-9B4F-120D7D399B46}">
      <dgm:prSet/>
      <dgm:spPr/>
      <dgm:t>
        <a:bodyPr/>
        <a:lstStyle/>
        <a:p>
          <a:endParaRPr lang="en-US"/>
        </a:p>
      </dgm:t>
    </dgm:pt>
    <dgm:pt modelId="{95A9B45C-1552-40F8-9767-8942C6D91702}" type="sibTrans" cxnId="{4A5DFECC-208C-45AE-9B4F-120D7D399B46}">
      <dgm:prSet/>
      <dgm:spPr/>
      <dgm:t>
        <a:bodyPr/>
        <a:lstStyle/>
        <a:p>
          <a:endParaRPr lang="en-US"/>
        </a:p>
      </dgm:t>
    </dgm:pt>
    <dgm:pt modelId="{65E45702-128B-46F7-95D9-54B8F687969A}">
      <dgm:prSet/>
      <dgm:spPr/>
      <dgm:t>
        <a:bodyPr/>
        <a:lstStyle/>
        <a:p>
          <a:pPr>
            <a:defRPr cap="all"/>
          </a:pPr>
          <a:r>
            <a:rPr lang="en-SG"/>
            <a:t>Email platforms</a:t>
          </a:r>
          <a:endParaRPr lang="en-US"/>
        </a:p>
      </dgm:t>
    </dgm:pt>
    <dgm:pt modelId="{67979103-E306-43A3-B320-F6165C3C5C4E}" type="parTrans" cxnId="{9E870BA0-C762-4330-99EE-F190B17C3580}">
      <dgm:prSet/>
      <dgm:spPr/>
      <dgm:t>
        <a:bodyPr/>
        <a:lstStyle/>
        <a:p>
          <a:endParaRPr lang="en-US"/>
        </a:p>
      </dgm:t>
    </dgm:pt>
    <dgm:pt modelId="{C7925A16-0ED0-4C94-80E6-8600C17C45B5}" type="sibTrans" cxnId="{9E870BA0-C762-4330-99EE-F190B17C3580}">
      <dgm:prSet/>
      <dgm:spPr/>
      <dgm:t>
        <a:bodyPr/>
        <a:lstStyle/>
        <a:p>
          <a:endParaRPr lang="en-US"/>
        </a:p>
      </dgm:t>
    </dgm:pt>
    <dgm:pt modelId="{FD5C76BE-2BE2-4034-BE9F-A021E6F66883}">
      <dgm:prSet/>
      <dgm:spPr/>
      <dgm:t>
        <a:bodyPr/>
        <a:lstStyle/>
        <a:p>
          <a:pPr>
            <a:defRPr cap="all"/>
          </a:pPr>
          <a:r>
            <a:rPr lang="en-SG"/>
            <a:t>Feed-based and API data exchange platforms</a:t>
          </a:r>
          <a:endParaRPr lang="en-US"/>
        </a:p>
      </dgm:t>
    </dgm:pt>
    <dgm:pt modelId="{AB2C4017-DF6C-44B7-85A3-CD28F4BFBA66}" type="parTrans" cxnId="{42A9B4BD-9917-4C12-91A6-03DBFB4024F1}">
      <dgm:prSet/>
      <dgm:spPr/>
      <dgm:t>
        <a:bodyPr/>
        <a:lstStyle/>
        <a:p>
          <a:endParaRPr lang="en-US"/>
        </a:p>
      </dgm:t>
    </dgm:pt>
    <dgm:pt modelId="{093417D4-D6B9-439E-B50B-3F7E2C9A3779}" type="sibTrans" cxnId="{42A9B4BD-9917-4C12-91A6-03DBFB4024F1}">
      <dgm:prSet/>
      <dgm:spPr/>
      <dgm:t>
        <a:bodyPr/>
        <a:lstStyle/>
        <a:p>
          <a:endParaRPr lang="en-US"/>
        </a:p>
      </dgm:t>
    </dgm:pt>
    <dgm:pt modelId="{1F8C0637-867A-4587-897F-0A02E56843D8}">
      <dgm:prSet/>
      <dgm:spPr/>
      <dgm:t>
        <a:bodyPr/>
        <a:lstStyle/>
        <a:p>
          <a:pPr>
            <a:defRPr cap="all"/>
          </a:pPr>
          <a:r>
            <a:rPr lang="en-SG"/>
            <a:t>Video-marketing platforms</a:t>
          </a:r>
          <a:endParaRPr lang="en-US"/>
        </a:p>
      </dgm:t>
    </dgm:pt>
    <dgm:pt modelId="{9A1492E6-6D37-4D30-800E-AFB6A713380A}" type="parTrans" cxnId="{F7D2F965-30A3-4333-8BA3-4BFC4A6179DD}">
      <dgm:prSet/>
      <dgm:spPr/>
      <dgm:t>
        <a:bodyPr/>
        <a:lstStyle/>
        <a:p>
          <a:endParaRPr lang="en-US"/>
        </a:p>
      </dgm:t>
    </dgm:pt>
    <dgm:pt modelId="{AE604AE8-7FC1-4D66-87D0-D2C51A7EDAC4}" type="sibTrans" cxnId="{F7D2F965-30A3-4333-8BA3-4BFC4A6179DD}">
      <dgm:prSet/>
      <dgm:spPr/>
      <dgm:t>
        <a:bodyPr/>
        <a:lstStyle/>
        <a:p>
          <a:endParaRPr lang="en-US"/>
        </a:p>
      </dgm:t>
    </dgm:pt>
    <dgm:pt modelId="{F08F54BC-5963-4AF4-B527-39231E003AB4}" type="pres">
      <dgm:prSet presAssocID="{897CEE03-261A-45D6-A4C0-9017B43219A7}" presName="root" presStyleCnt="0">
        <dgm:presLayoutVars>
          <dgm:dir/>
          <dgm:resizeHandles val="exact"/>
        </dgm:presLayoutVars>
      </dgm:prSet>
      <dgm:spPr/>
    </dgm:pt>
    <dgm:pt modelId="{3AA9F4D5-1635-49CC-88B7-C9FC01011F8D}" type="pres">
      <dgm:prSet presAssocID="{A44B9FBA-191D-4996-8321-E5BB19AFE27F}" presName="compNode" presStyleCnt="0"/>
      <dgm:spPr/>
    </dgm:pt>
    <dgm:pt modelId="{4E53EF3F-4431-4D90-B02B-CAA11B915265}" type="pres">
      <dgm:prSet presAssocID="{A44B9FBA-191D-4996-8321-E5BB19AFE27F}" presName="iconBgRect" presStyleLbl="bgShp" presStyleIdx="0" presStyleCnt="5"/>
      <dgm:spPr>
        <a:prstGeom prst="round2DiagRect">
          <a:avLst>
            <a:gd name="adj1" fmla="val 29727"/>
            <a:gd name="adj2" fmla="val 0"/>
          </a:avLst>
        </a:prstGeom>
      </dgm:spPr>
    </dgm:pt>
    <dgm:pt modelId="{714053C3-AFCC-430B-9888-BD07EF7EDC21}" type="pres">
      <dgm:prSet presAssocID="{A44B9FBA-191D-4996-8321-E5BB19AFE27F}"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Laptop"/>
        </a:ext>
      </dgm:extLst>
    </dgm:pt>
    <dgm:pt modelId="{6213ED32-C2F7-4090-A46D-211180D5BE55}" type="pres">
      <dgm:prSet presAssocID="{A44B9FBA-191D-4996-8321-E5BB19AFE27F}" presName="spaceRect" presStyleCnt="0"/>
      <dgm:spPr/>
    </dgm:pt>
    <dgm:pt modelId="{8B307403-7399-4F79-9E64-A6BAAAF958B8}" type="pres">
      <dgm:prSet presAssocID="{A44B9FBA-191D-4996-8321-E5BB19AFE27F}" presName="textRect" presStyleLbl="revTx" presStyleIdx="0" presStyleCnt="5">
        <dgm:presLayoutVars>
          <dgm:chMax val="1"/>
          <dgm:chPref val="1"/>
        </dgm:presLayoutVars>
      </dgm:prSet>
      <dgm:spPr/>
    </dgm:pt>
    <dgm:pt modelId="{514012CE-9994-4B64-9845-21BCF16F88AF}" type="pres">
      <dgm:prSet presAssocID="{BA533295-3258-4AAB-AB44-16A2392E79B5}" presName="sibTrans" presStyleCnt="0"/>
      <dgm:spPr/>
    </dgm:pt>
    <dgm:pt modelId="{02CAF609-B7FC-4518-8889-16F5ED98F536}" type="pres">
      <dgm:prSet presAssocID="{BCDAFA69-5102-43C2-ADF2-8686B5B3993E}" presName="compNode" presStyleCnt="0"/>
      <dgm:spPr/>
    </dgm:pt>
    <dgm:pt modelId="{B05D7773-78C8-416E-B90E-6EF546E0A9A3}" type="pres">
      <dgm:prSet presAssocID="{BCDAFA69-5102-43C2-ADF2-8686B5B3993E}" presName="iconBgRect" presStyleLbl="bgShp" presStyleIdx="1" presStyleCnt="5"/>
      <dgm:spPr>
        <a:prstGeom prst="round2DiagRect">
          <a:avLst>
            <a:gd name="adj1" fmla="val 29727"/>
            <a:gd name="adj2" fmla="val 0"/>
          </a:avLst>
        </a:prstGeom>
      </dgm:spPr>
    </dgm:pt>
    <dgm:pt modelId="{AB2E2323-9ACB-4A1C-BB6E-9911EDCFC582}" type="pres">
      <dgm:prSet presAssocID="{BCDAFA69-5102-43C2-ADF2-8686B5B3993E}"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Tablet"/>
        </a:ext>
      </dgm:extLst>
    </dgm:pt>
    <dgm:pt modelId="{8863E670-9ED5-40BB-A94A-D3154645D2F3}" type="pres">
      <dgm:prSet presAssocID="{BCDAFA69-5102-43C2-ADF2-8686B5B3993E}" presName="spaceRect" presStyleCnt="0"/>
      <dgm:spPr/>
    </dgm:pt>
    <dgm:pt modelId="{61BE9104-1676-4977-9684-C6E8C65659A7}" type="pres">
      <dgm:prSet presAssocID="{BCDAFA69-5102-43C2-ADF2-8686B5B3993E}" presName="textRect" presStyleLbl="revTx" presStyleIdx="1" presStyleCnt="5">
        <dgm:presLayoutVars>
          <dgm:chMax val="1"/>
          <dgm:chPref val="1"/>
        </dgm:presLayoutVars>
      </dgm:prSet>
      <dgm:spPr/>
    </dgm:pt>
    <dgm:pt modelId="{C3611B9E-D8B3-448F-9032-B4B3CCC4C1EA}" type="pres">
      <dgm:prSet presAssocID="{95A9B45C-1552-40F8-9767-8942C6D91702}" presName="sibTrans" presStyleCnt="0"/>
      <dgm:spPr/>
    </dgm:pt>
    <dgm:pt modelId="{1E667AD7-7B97-431D-BFD3-7DB6D66BA72C}" type="pres">
      <dgm:prSet presAssocID="{65E45702-128B-46F7-95D9-54B8F687969A}" presName="compNode" presStyleCnt="0"/>
      <dgm:spPr/>
    </dgm:pt>
    <dgm:pt modelId="{600D5099-C604-4788-9585-F19158030BCA}" type="pres">
      <dgm:prSet presAssocID="{65E45702-128B-46F7-95D9-54B8F687969A}" presName="iconBgRect" presStyleLbl="bgShp" presStyleIdx="2" presStyleCnt="5"/>
      <dgm:spPr>
        <a:prstGeom prst="round2DiagRect">
          <a:avLst>
            <a:gd name="adj1" fmla="val 29727"/>
            <a:gd name="adj2" fmla="val 0"/>
          </a:avLst>
        </a:prstGeom>
      </dgm:spPr>
    </dgm:pt>
    <dgm:pt modelId="{9589168C-2B71-4243-B5F6-4A5B558E0853}" type="pres">
      <dgm:prSet presAssocID="{65E45702-128B-46F7-95D9-54B8F687969A}"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Email"/>
        </a:ext>
      </dgm:extLst>
    </dgm:pt>
    <dgm:pt modelId="{1868FAE4-B9CF-4E86-A15B-97183E881762}" type="pres">
      <dgm:prSet presAssocID="{65E45702-128B-46F7-95D9-54B8F687969A}" presName="spaceRect" presStyleCnt="0"/>
      <dgm:spPr/>
    </dgm:pt>
    <dgm:pt modelId="{764666ED-8700-4DDB-9F75-6D872C3CC66A}" type="pres">
      <dgm:prSet presAssocID="{65E45702-128B-46F7-95D9-54B8F687969A}" presName="textRect" presStyleLbl="revTx" presStyleIdx="2" presStyleCnt="5">
        <dgm:presLayoutVars>
          <dgm:chMax val="1"/>
          <dgm:chPref val="1"/>
        </dgm:presLayoutVars>
      </dgm:prSet>
      <dgm:spPr/>
    </dgm:pt>
    <dgm:pt modelId="{EF058725-E8C5-42D0-B702-28863675D7E3}" type="pres">
      <dgm:prSet presAssocID="{C7925A16-0ED0-4C94-80E6-8600C17C45B5}" presName="sibTrans" presStyleCnt="0"/>
      <dgm:spPr/>
    </dgm:pt>
    <dgm:pt modelId="{C0EB3C52-7CF5-4579-93FC-2F7C04B48013}" type="pres">
      <dgm:prSet presAssocID="{FD5C76BE-2BE2-4034-BE9F-A021E6F66883}" presName="compNode" presStyleCnt="0"/>
      <dgm:spPr/>
    </dgm:pt>
    <dgm:pt modelId="{0F649140-0329-4735-8F3D-32D2C3477C2A}" type="pres">
      <dgm:prSet presAssocID="{FD5C76BE-2BE2-4034-BE9F-A021E6F66883}" presName="iconBgRect" presStyleLbl="bgShp" presStyleIdx="3" presStyleCnt="5"/>
      <dgm:spPr>
        <a:prstGeom prst="round2DiagRect">
          <a:avLst>
            <a:gd name="adj1" fmla="val 29727"/>
            <a:gd name="adj2" fmla="val 0"/>
          </a:avLst>
        </a:prstGeom>
      </dgm:spPr>
    </dgm:pt>
    <dgm:pt modelId="{29E7452F-26CF-489D-A060-1BE23F23BA08}" type="pres">
      <dgm:prSet presAssocID="{FD5C76BE-2BE2-4034-BE9F-A021E6F66883}"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Database"/>
        </a:ext>
      </dgm:extLst>
    </dgm:pt>
    <dgm:pt modelId="{E0E4B7C5-062C-4720-9599-5081EAA25C83}" type="pres">
      <dgm:prSet presAssocID="{FD5C76BE-2BE2-4034-BE9F-A021E6F66883}" presName="spaceRect" presStyleCnt="0"/>
      <dgm:spPr/>
    </dgm:pt>
    <dgm:pt modelId="{ADC6870E-D542-48AF-A905-CD9C36D4C792}" type="pres">
      <dgm:prSet presAssocID="{FD5C76BE-2BE2-4034-BE9F-A021E6F66883}" presName="textRect" presStyleLbl="revTx" presStyleIdx="3" presStyleCnt="5">
        <dgm:presLayoutVars>
          <dgm:chMax val="1"/>
          <dgm:chPref val="1"/>
        </dgm:presLayoutVars>
      </dgm:prSet>
      <dgm:spPr/>
    </dgm:pt>
    <dgm:pt modelId="{9C9809CA-9DE7-424B-AA79-E100563F6575}" type="pres">
      <dgm:prSet presAssocID="{093417D4-D6B9-439E-B50B-3F7E2C9A3779}" presName="sibTrans" presStyleCnt="0"/>
      <dgm:spPr/>
    </dgm:pt>
    <dgm:pt modelId="{81BD1894-F4D8-480F-A5DB-798802E8C90E}" type="pres">
      <dgm:prSet presAssocID="{1F8C0637-867A-4587-897F-0A02E56843D8}" presName="compNode" presStyleCnt="0"/>
      <dgm:spPr/>
    </dgm:pt>
    <dgm:pt modelId="{3D9270F0-9991-4762-918B-A0349588ADD8}" type="pres">
      <dgm:prSet presAssocID="{1F8C0637-867A-4587-897F-0A02E56843D8}" presName="iconBgRect" presStyleLbl="bgShp" presStyleIdx="4" presStyleCnt="5"/>
      <dgm:spPr>
        <a:prstGeom prst="round2DiagRect">
          <a:avLst>
            <a:gd name="adj1" fmla="val 29727"/>
            <a:gd name="adj2" fmla="val 0"/>
          </a:avLst>
        </a:prstGeom>
      </dgm:spPr>
    </dgm:pt>
    <dgm:pt modelId="{69EA82C0-B1DF-4C16-BDA8-2EB26A98A957}" type="pres">
      <dgm:prSet presAssocID="{1F8C0637-867A-4587-897F-0A02E56843D8}"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Video camera"/>
        </a:ext>
      </dgm:extLst>
    </dgm:pt>
    <dgm:pt modelId="{51456154-F3E6-4C7D-9AC0-99F82C94A95B}" type="pres">
      <dgm:prSet presAssocID="{1F8C0637-867A-4587-897F-0A02E56843D8}" presName="spaceRect" presStyleCnt="0"/>
      <dgm:spPr/>
    </dgm:pt>
    <dgm:pt modelId="{85EE0909-52DD-4FC0-9BA4-D139E524D487}" type="pres">
      <dgm:prSet presAssocID="{1F8C0637-867A-4587-897F-0A02E56843D8}" presName="textRect" presStyleLbl="revTx" presStyleIdx="4" presStyleCnt="5">
        <dgm:presLayoutVars>
          <dgm:chMax val="1"/>
          <dgm:chPref val="1"/>
        </dgm:presLayoutVars>
      </dgm:prSet>
      <dgm:spPr/>
    </dgm:pt>
  </dgm:ptLst>
  <dgm:cxnLst>
    <dgm:cxn modelId="{1BE5B90A-CFA3-495D-945E-A8923A369AB6}" type="presOf" srcId="{1F8C0637-867A-4587-897F-0A02E56843D8}" destId="{85EE0909-52DD-4FC0-9BA4-D139E524D487}" srcOrd="0" destOrd="0" presId="urn:microsoft.com/office/officeart/2018/5/layout/IconLeafLabelList"/>
    <dgm:cxn modelId="{374B293B-6AEC-48E3-8D34-B69EDE512052}" type="presOf" srcId="{BCDAFA69-5102-43C2-ADF2-8686B5B3993E}" destId="{61BE9104-1676-4977-9684-C6E8C65659A7}" srcOrd="0" destOrd="0" presId="urn:microsoft.com/office/officeart/2018/5/layout/IconLeafLabelList"/>
    <dgm:cxn modelId="{F7D2F965-30A3-4333-8BA3-4BFC4A6179DD}" srcId="{897CEE03-261A-45D6-A4C0-9017B43219A7}" destId="{1F8C0637-867A-4587-897F-0A02E56843D8}" srcOrd="4" destOrd="0" parTransId="{9A1492E6-6D37-4D30-800E-AFB6A713380A}" sibTransId="{AE604AE8-7FC1-4D66-87D0-D2C51A7EDAC4}"/>
    <dgm:cxn modelId="{7702887C-D923-436E-87F9-7CD4F2A8B56B}" type="presOf" srcId="{FD5C76BE-2BE2-4034-BE9F-A021E6F66883}" destId="{ADC6870E-D542-48AF-A905-CD9C36D4C792}" srcOrd="0" destOrd="0" presId="urn:microsoft.com/office/officeart/2018/5/layout/IconLeafLabelList"/>
    <dgm:cxn modelId="{E675A38B-494B-4A1A-9B6E-AABB1BAB84EC}" type="presOf" srcId="{A44B9FBA-191D-4996-8321-E5BB19AFE27F}" destId="{8B307403-7399-4F79-9E64-A6BAAAF958B8}" srcOrd="0" destOrd="0" presId="urn:microsoft.com/office/officeart/2018/5/layout/IconLeafLabelList"/>
    <dgm:cxn modelId="{9E870BA0-C762-4330-99EE-F190B17C3580}" srcId="{897CEE03-261A-45D6-A4C0-9017B43219A7}" destId="{65E45702-128B-46F7-95D9-54B8F687969A}" srcOrd="2" destOrd="0" parTransId="{67979103-E306-43A3-B320-F6165C3C5C4E}" sibTransId="{C7925A16-0ED0-4C94-80E6-8600C17C45B5}"/>
    <dgm:cxn modelId="{42A9B4BD-9917-4C12-91A6-03DBFB4024F1}" srcId="{897CEE03-261A-45D6-A4C0-9017B43219A7}" destId="{FD5C76BE-2BE2-4034-BE9F-A021E6F66883}" srcOrd="3" destOrd="0" parTransId="{AB2C4017-DF6C-44B7-85A3-CD28F4BFBA66}" sibTransId="{093417D4-D6B9-439E-B50B-3F7E2C9A3779}"/>
    <dgm:cxn modelId="{EE2FD3C7-A116-4B25-A898-9D92230BA0AE}" type="presOf" srcId="{65E45702-128B-46F7-95D9-54B8F687969A}" destId="{764666ED-8700-4DDB-9F75-6D872C3CC66A}" srcOrd="0" destOrd="0" presId="urn:microsoft.com/office/officeart/2018/5/layout/IconLeafLabelList"/>
    <dgm:cxn modelId="{4A5DFECC-208C-45AE-9B4F-120D7D399B46}" srcId="{897CEE03-261A-45D6-A4C0-9017B43219A7}" destId="{BCDAFA69-5102-43C2-ADF2-8686B5B3993E}" srcOrd="1" destOrd="0" parTransId="{DF8E027F-8A28-4A63-832C-C2188FF47670}" sibTransId="{95A9B45C-1552-40F8-9767-8942C6D91702}"/>
    <dgm:cxn modelId="{5EF5A0E8-18FC-4105-9957-ABC1C38BDB92}" type="presOf" srcId="{897CEE03-261A-45D6-A4C0-9017B43219A7}" destId="{F08F54BC-5963-4AF4-B527-39231E003AB4}" srcOrd="0" destOrd="0" presId="urn:microsoft.com/office/officeart/2018/5/layout/IconLeafLabelList"/>
    <dgm:cxn modelId="{17E497EA-77E3-4CDE-9FB7-4AF6451B0BF5}" srcId="{897CEE03-261A-45D6-A4C0-9017B43219A7}" destId="{A44B9FBA-191D-4996-8321-E5BB19AFE27F}" srcOrd="0" destOrd="0" parTransId="{D72A7645-5EE4-4F61-8C54-57F931F05078}" sibTransId="{BA533295-3258-4AAB-AB44-16A2392E79B5}"/>
    <dgm:cxn modelId="{71BFF3C2-6F2B-4E31-A15A-BAB33EB83ED3}" type="presParOf" srcId="{F08F54BC-5963-4AF4-B527-39231E003AB4}" destId="{3AA9F4D5-1635-49CC-88B7-C9FC01011F8D}" srcOrd="0" destOrd="0" presId="urn:microsoft.com/office/officeart/2018/5/layout/IconLeafLabelList"/>
    <dgm:cxn modelId="{87D0CFC0-27AE-499F-A1FC-35341F0E19DB}" type="presParOf" srcId="{3AA9F4D5-1635-49CC-88B7-C9FC01011F8D}" destId="{4E53EF3F-4431-4D90-B02B-CAA11B915265}" srcOrd="0" destOrd="0" presId="urn:microsoft.com/office/officeart/2018/5/layout/IconLeafLabelList"/>
    <dgm:cxn modelId="{E39F5DBE-9E42-4FB9-BCCC-62AA377821CF}" type="presParOf" srcId="{3AA9F4D5-1635-49CC-88B7-C9FC01011F8D}" destId="{714053C3-AFCC-430B-9888-BD07EF7EDC21}" srcOrd="1" destOrd="0" presId="urn:microsoft.com/office/officeart/2018/5/layout/IconLeafLabelList"/>
    <dgm:cxn modelId="{F885AE30-2D21-4AF3-86E4-0D142D500C3A}" type="presParOf" srcId="{3AA9F4D5-1635-49CC-88B7-C9FC01011F8D}" destId="{6213ED32-C2F7-4090-A46D-211180D5BE55}" srcOrd="2" destOrd="0" presId="urn:microsoft.com/office/officeart/2018/5/layout/IconLeafLabelList"/>
    <dgm:cxn modelId="{CEB7F871-295F-4E94-B2AB-FB57EEE3F568}" type="presParOf" srcId="{3AA9F4D5-1635-49CC-88B7-C9FC01011F8D}" destId="{8B307403-7399-4F79-9E64-A6BAAAF958B8}" srcOrd="3" destOrd="0" presId="urn:microsoft.com/office/officeart/2018/5/layout/IconLeafLabelList"/>
    <dgm:cxn modelId="{BC5FA0B8-E16A-437B-830F-BF76147C09E7}" type="presParOf" srcId="{F08F54BC-5963-4AF4-B527-39231E003AB4}" destId="{514012CE-9994-4B64-9845-21BCF16F88AF}" srcOrd="1" destOrd="0" presId="urn:microsoft.com/office/officeart/2018/5/layout/IconLeafLabelList"/>
    <dgm:cxn modelId="{E0A3D378-3888-416C-B2A7-D63AA9088D7C}" type="presParOf" srcId="{F08F54BC-5963-4AF4-B527-39231E003AB4}" destId="{02CAF609-B7FC-4518-8889-16F5ED98F536}" srcOrd="2" destOrd="0" presId="urn:microsoft.com/office/officeart/2018/5/layout/IconLeafLabelList"/>
    <dgm:cxn modelId="{F8936AD1-EABC-4663-BB0C-C5B46B023D2D}" type="presParOf" srcId="{02CAF609-B7FC-4518-8889-16F5ED98F536}" destId="{B05D7773-78C8-416E-B90E-6EF546E0A9A3}" srcOrd="0" destOrd="0" presId="urn:microsoft.com/office/officeart/2018/5/layout/IconLeafLabelList"/>
    <dgm:cxn modelId="{483533FA-3E5F-447A-BB0A-194D2D641FBD}" type="presParOf" srcId="{02CAF609-B7FC-4518-8889-16F5ED98F536}" destId="{AB2E2323-9ACB-4A1C-BB6E-9911EDCFC582}" srcOrd="1" destOrd="0" presId="urn:microsoft.com/office/officeart/2018/5/layout/IconLeafLabelList"/>
    <dgm:cxn modelId="{283859FA-998A-4762-AB18-B14C35D40DB9}" type="presParOf" srcId="{02CAF609-B7FC-4518-8889-16F5ED98F536}" destId="{8863E670-9ED5-40BB-A94A-D3154645D2F3}" srcOrd="2" destOrd="0" presId="urn:microsoft.com/office/officeart/2018/5/layout/IconLeafLabelList"/>
    <dgm:cxn modelId="{80E4230F-FD0E-4A43-AFE2-E204A09C7685}" type="presParOf" srcId="{02CAF609-B7FC-4518-8889-16F5ED98F536}" destId="{61BE9104-1676-4977-9684-C6E8C65659A7}" srcOrd="3" destOrd="0" presId="urn:microsoft.com/office/officeart/2018/5/layout/IconLeafLabelList"/>
    <dgm:cxn modelId="{CE432DBA-3BEF-4DCA-9423-9E581C7E21F3}" type="presParOf" srcId="{F08F54BC-5963-4AF4-B527-39231E003AB4}" destId="{C3611B9E-D8B3-448F-9032-B4B3CCC4C1EA}" srcOrd="3" destOrd="0" presId="urn:microsoft.com/office/officeart/2018/5/layout/IconLeafLabelList"/>
    <dgm:cxn modelId="{D462D322-0A50-42FD-8790-F1B242D66D17}" type="presParOf" srcId="{F08F54BC-5963-4AF4-B527-39231E003AB4}" destId="{1E667AD7-7B97-431D-BFD3-7DB6D66BA72C}" srcOrd="4" destOrd="0" presId="urn:microsoft.com/office/officeart/2018/5/layout/IconLeafLabelList"/>
    <dgm:cxn modelId="{AB594F22-C322-47EB-94F7-80230C7EAD2D}" type="presParOf" srcId="{1E667AD7-7B97-431D-BFD3-7DB6D66BA72C}" destId="{600D5099-C604-4788-9585-F19158030BCA}" srcOrd="0" destOrd="0" presId="urn:microsoft.com/office/officeart/2018/5/layout/IconLeafLabelList"/>
    <dgm:cxn modelId="{56DA6CB6-A785-4D84-ABF0-7207FE538BCB}" type="presParOf" srcId="{1E667AD7-7B97-431D-BFD3-7DB6D66BA72C}" destId="{9589168C-2B71-4243-B5F6-4A5B558E0853}" srcOrd="1" destOrd="0" presId="urn:microsoft.com/office/officeart/2018/5/layout/IconLeafLabelList"/>
    <dgm:cxn modelId="{49833855-8682-4F7A-9BAE-9B4452CFB365}" type="presParOf" srcId="{1E667AD7-7B97-431D-BFD3-7DB6D66BA72C}" destId="{1868FAE4-B9CF-4E86-A15B-97183E881762}" srcOrd="2" destOrd="0" presId="urn:microsoft.com/office/officeart/2018/5/layout/IconLeafLabelList"/>
    <dgm:cxn modelId="{0484C854-1A49-4500-9E42-CD725838A424}" type="presParOf" srcId="{1E667AD7-7B97-431D-BFD3-7DB6D66BA72C}" destId="{764666ED-8700-4DDB-9F75-6D872C3CC66A}" srcOrd="3" destOrd="0" presId="urn:microsoft.com/office/officeart/2018/5/layout/IconLeafLabelList"/>
    <dgm:cxn modelId="{B7B17BE5-53F1-409C-A897-B402E5D7FBFD}" type="presParOf" srcId="{F08F54BC-5963-4AF4-B527-39231E003AB4}" destId="{EF058725-E8C5-42D0-B702-28863675D7E3}" srcOrd="5" destOrd="0" presId="urn:microsoft.com/office/officeart/2018/5/layout/IconLeafLabelList"/>
    <dgm:cxn modelId="{5DC311F1-7A96-4F88-9CF4-142819182188}" type="presParOf" srcId="{F08F54BC-5963-4AF4-B527-39231E003AB4}" destId="{C0EB3C52-7CF5-4579-93FC-2F7C04B48013}" srcOrd="6" destOrd="0" presId="urn:microsoft.com/office/officeart/2018/5/layout/IconLeafLabelList"/>
    <dgm:cxn modelId="{73B194F7-2A4C-4D63-873F-3F5537A046BE}" type="presParOf" srcId="{C0EB3C52-7CF5-4579-93FC-2F7C04B48013}" destId="{0F649140-0329-4735-8F3D-32D2C3477C2A}" srcOrd="0" destOrd="0" presId="urn:microsoft.com/office/officeart/2018/5/layout/IconLeafLabelList"/>
    <dgm:cxn modelId="{FC38BEF8-47F4-4113-ADCC-AC8248059F45}" type="presParOf" srcId="{C0EB3C52-7CF5-4579-93FC-2F7C04B48013}" destId="{29E7452F-26CF-489D-A060-1BE23F23BA08}" srcOrd="1" destOrd="0" presId="urn:microsoft.com/office/officeart/2018/5/layout/IconLeafLabelList"/>
    <dgm:cxn modelId="{7D7AAA72-2A35-4F22-941E-E2022FB03675}" type="presParOf" srcId="{C0EB3C52-7CF5-4579-93FC-2F7C04B48013}" destId="{E0E4B7C5-062C-4720-9599-5081EAA25C83}" srcOrd="2" destOrd="0" presId="urn:microsoft.com/office/officeart/2018/5/layout/IconLeafLabelList"/>
    <dgm:cxn modelId="{C234DEF3-E8BF-4D70-B6E2-B826FB2E5F49}" type="presParOf" srcId="{C0EB3C52-7CF5-4579-93FC-2F7C04B48013}" destId="{ADC6870E-D542-48AF-A905-CD9C36D4C792}" srcOrd="3" destOrd="0" presId="urn:microsoft.com/office/officeart/2018/5/layout/IconLeafLabelList"/>
    <dgm:cxn modelId="{FE7DC3E6-23E9-4CF9-A567-F60446875372}" type="presParOf" srcId="{F08F54BC-5963-4AF4-B527-39231E003AB4}" destId="{9C9809CA-9DE7-424B-AA79-E100563F6575}" srcOrd="7" destOrd="0" presId="urn:microsoft.com/office/officeart/2018/5/layout/IconLeafLabelList"/>
    <dgm:cxn modelId="{109A8F5F-1FC8-4A49-B80A-FAD4D10657BE}" type="presParOf" srcId="{F08F54BC-5963-4AF4-B527-39231E003AB4}" destId="{81BD1894-F4D8-480F-A5DB-798802E8C90E}" srcOrd="8" destOrd="0" presId="urn:microsoft.com/office/officeart/2018/5/layout/IconLeafLabelList"/>
    <dgm:cxn modelId="{2B942CDA-D864-4FD5-8562-9872237C43BF}" type="presParOf" srcId="{81BD1894-F4D8-480F-A5DB-798802E8C90E}" destId="{3D9270F0-9991-4762-918B-A0349588ADD8}" srcOrd="0" destOrd="0" presId="urn:microsoft.com/office/officeart/2018/5/layout/IconLeafLabelList"/>
    <dgm:cxn modelId="{2F43FFF0-4924-40D5-B5FE-7A4C34B9EF56}" type="presParOf" srcId="{81BD1894-F4D8-480F-A5DB-798802E8C90E}" destId="{69EA82C0-B1DF-4C16-BDA8-2EB26A98A957}" srcOrd="1" destOrd="0" presId="urn:microsoft.com/office/officeart/2018/5/layout/IconLeafLabelList"/>
    <dgm:cxn modelId="{9DA53FD2-4F21-4383-BF87-0617D533508D}" type="presParOf" srcId="{81BD1894-F4D8-480F-A5DB-798802E8C90E}" destId="{51456154-F3E6-4C7D-9AC0-99F82C94A95B}" srcOrd="2" destOrd="0" presId="urn:microsoft.com/office/officeart/2018/5/layout/IconLeafLabelList"/>
    <dgm:cxn modelId="{9E52B349-7C73-412D-9A49-9E8222B67AAE}" type="presParOf" srcId="{81BD1894-F4D8-480F-A5DB-798802E8C90E}" destId="{85EE0909-52DD-4FC0-9BA4-D139E524D487}" srcOrd="3" destOrd="0" presId="urn:microsoft.com/office/officeart/2018/5/layout/IconLeaf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EC6793B4-56FF-4168-99B5-DC52AC9F6BA0}" type="doc">
      <dgm:prSet loTypeId="urn:microsoft.com/office/officeart/2018/2/layout/IconLabelList" loCatId="icon" qsTypeId="urn:microsoft.com/office/officeart/2005/8/quickstyle/simple1" qsCatId="simple" csTypeId="urn:microsoft.com/office/officeart/2018/5/colors/Iconchunking_neutralbg_colorful5" csCatId="colorful" phldr="1"/>
      <dgm:spPr/>
      <dgm:t>
        <a:bodyPr/>
        <a:lstStyle/>
        <a:p>
          <a:endParaRPr lang="en-US"/>
        </a:p>
      </dgm:t>
    </dgm:pt>
    <dgm:pt modelId="{CB44DD90-8B3F-4336-8191-8C0BA0BF9BB3}">
      <dgm:prSet/>
      <dgm:spPr/>
      <dgm:t>
        <a:bodyPr/>
        <a:lstStyle/>
        <a:p>
          <a:pPr>
            <a:lnSpc>
              <a:spcPct val="100000"/>
            </a:lnSpc>
          </a:pPr>
          <a:r>
            <a:rPr lang="en-SG"/>
            <a:t>Domain name selection</a:t>
          </a:r>
          <a:endParaRPr lang="en-US"/>
        </a:p>
      </dgm:t>
    </dgm:pt>
    <dgm:pt modelId="{3FF4CBB6-8E5C-4C00-9185-7E54532C2D5F}" type="parTrans" cxnId="{EE35A004-3D51-42B1-9249-399F37E0ECFF}">
      <dgm:prSet/>
      <dgm:spPr/>
      <dgm:t>
        <a:bodyPr/>
        <a:lstStyle/>
        <a:p>
          <a:endParaRPr lang="en-US"/>
        </a:p>
      </dgm:t>
    </dgm:pt>
    <dgm:pt modelId="{05C9FEB9-E599-45D1-A0B7-104C88C004B3}" type="sibTrans" cxnId="{EE35A004-3D51-42B1-9249-399F37E0ECFF}">
      <dgm:prSet/>
      <dgm:spPr/>
      <dgm:t>
        <a:bodyPr/>
        <a:lstStyle/>
        <a:p>
          <a:endParaRPr lang="en-US"/>
        </a:p>
      </dgm:t>
    </dgm:pt>
    <dgm:pt modelId="{69A1D06B-31EE-4D25-9450-D4DA7EBE0D08}">
      <dgm:prSet/>
      <dgm:spPr/>
      <dgm:t>
        <a:bodyPr/>
        <a:lstStyle/>
        <a:p>
          <a:pPr>
            <a:lnSpc>
              <a:spcPct val="100000"/>
            </a:lnSpc>
          </a:pPr>
          <a:r>
            <a:rPr lang="en-SG"/>
            <a:t>Selection of hosting service, including cloud providers</a:t>
          </a:r>
          <a:endParaRPr lang="en-US"/>
        </a:p>
      </dgm:t>
    </dgm:pt>
    <dgm:pt modelId="{24EC1409-1F90-4785-96F5-AF7E5A8C80E8}" type="parTrans" cxnId="{B95BFCE4-3DA1-41B8-9953-E786FE6AD030}">
      <dgm:prSet/>
      <dgm:spPr/>
      <dgm:t>
        <a:bodyPr/>
        <a:lstStyle/>
        <a:p>
          <a:endParaRPr lang="en-US"/>
        </a:p>
      </dgm:t>
    </dgm:pt>
    <dgm:pt modelId="{36350AA5-C239-4717-AE84-A3959025B405}" type="sibTrans" cxnId="{B95BFCE4-3DA1-41B8-9953-E786FE6AD030}">
      <dgm:prSet/>
      <dgm:spPr/>
      <dgm:t>
        <a:bodyPr/>
        <a:lstStyle/>
        <a:p>
          <a:endParaRPr lang="en-US"/>
        </a:p>
      </dgm:t>
    </dgm:pt>
    <dgm:pt modelId="{98BE7FB8-4277-4A9E-A7BE-4F7AD59F295F}">
      <dgm:prSet/>
      <dgm:spPr/>
      <dgm:t>
        <a:bodyPr/>
        <a:lstStyle/>
        <a:p>
          <a:pPr>
            <a:lnSpc>
              <a:spcPct val="100000"/>
            </a:lnSpc>
          </a:pPr>
          <a:r>
            <a:rPr lang="en-SG"/>
            <a:t>Selection of additional SaaS (Software as a Service)</a:t>
          </a:r>
          <a:endParaRPr lang="en-US"/>
        </a:p>
      </dgm:t>
    </dgm:pt>
    <dgm:pt modelId="{CBD33328-A85A-45DD-B51D-0A5072B6E2A5}" type="parTrans" cxnId="{65ECC873-39B8-4C6E-BA80-DAD9FCA8D87D}">
      <dgm:prSet/>
      <dgm:spPr/>
      <dgm:t>
        <a:bodyPr/>
        <a:lstStyle/>
        <a:p>
          <a:endParaRPr lang="en-US"/>
        </a:p>
      </dgm:t>
    </dgm:pt>
    <dgm:pt modelId="{F223FEA9-F184-4370-896F-08F86B94297D}" type="sibTrans" cxnId="{65ECC873-39B8-4C6E-BA80-DAD9FCA8D87D}">
      <dgm:prSet/>
      <dgm:spPr/>
      <dgm:t>
        <a:bodyPr/>
        <a:lstStyle/>
        <a:p>
          <a:endParaRPr lang="en-US"/>
        </a:p>
      </dgm:t>
    </dgm:pt>
    <dgm:pt modelId="{0496B956-272C-45D9-9800-EDFDD7AC9AF0}" type="pres">
      <dgm:prSet presAssocID="{EC6793B4-56FF-4168-99B5-DC52AC9F6BA0}" presName="root" presStyleCnt="0">
        <dgm:presLayoutVars>
          <dgm:dir/>
          <dgm:resizeHandles val="exact"/>
        </dgm:presLayoutVars>
      </dgm:prSet>
      <dgm:spPr/>
    </dgm:pt>
    <dgm:pt modelId="{5B371DF0-C4A3-41D8-9D25-D989BBBFB06E}" type="pres">
      <dgm:prSet presAssocID="{CB44DD90-8B3F-4336-8191-8C0BA0BF9BB3}" presName="compNode" presStyleCnt="0"/>
      <dgm:spPr/>
    </dgm:pt>
    <dgm:pt modelId="{2E780A77-BCE8-43EB-BA4F-1D3720758E30}" type="pres">
      <dgm:prSet presAssocID="{CB44DD90-8B3F-4336-8191-8C0BA0BF9BB3}"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heckmark"/>
        </a:ext>
      </dgm:extLst>
    </dgm:pt>
    <dgm:pt modelId="{D6424EFF-10E5-4067-9AAB-C02DDB8B674C}" type="pres">
      <dgm:prSet presAssocID="{CB44DD90-8B3F-4336-8191-8C0BA0BF9BB3}" presName="spaceRect" presStyleCnt="0"/>
      <dgm:spPr/>
    </dgm:pt>
    <dgm:pt modelId="{C4D63AAD-BEDA-46B1-8DC2-38244F2ACA37}" type="pres">
      <dgm:prSet presAssocID="{CB44DD90-8B3F-4336-8191-8C0BA0BF9BB3}" presName="textRect" presStyleLbl="revTx" presStyleIdx="0" presStyleCnt="3">
        <dgm:presLayoutVars>
          <dgm:chMax val="1"/>
          <dgm:chPref val="1"/>
        </dgm:presLayoutVars>
      </dgm:prSet>
      <dgm:spPr/>
    </dgm:pt>
    <dgm:pt modelId="{5A5C461F-1658-4E20-8996-91104DEF67C8}" type="pres">
      <dgm:prSet presAssocID="{05C9FEB9-E599-45D1-A0B7-104C88C004B3}" presName="sibTrans" presStyleCnt="0"/>
      <dgm:spPr/>
    </dgm:pt>
    <dgm:pt modelId="{07C7E2F3-10E3-4DBE-9609-DFC786F9BB1B}" type="pres">
      <dgm:prSet presAssocID="{69A1D06B-31EE-4D25-9450-D4DA7EBE0D08}" presName="compNode" presStyleCnt="0"/>
      <dgm:spPr/>
    </dgm:pt>
    <dgm:pt modelId="{EA8FBD09-DDB3-4678-AFC2-B71547F33185}" type="pres">
      <dgm:prSet presAssocID="{69A1D06B-31EE-4D25-9450-D4DA7EBE0D08}"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loud"/>
        </a:ext>
      </dgm:extLst>
    </dgm:pt>
    <dgm:pt modelId="{835E8473-5569-482B-A48D-BF5E99F1F693}" type="pres">
      <dgm:prSet presAssocID="{69A1D06B-31EE-4D25-9450-D4DA7EBE0D08}" presName="spaceRect" presStyleCnt="0"/>
      <dgm:spPr/>
    </dgm:pt>
    <dgm:pt modelId="{82BD167D-C9DD-4FE9-9DD1-3514F9F94B8F}" type="pres">
      <dgm:prSet presAssocID="{69A1D06B-31EE-4D25-9450-D4DA7EBE0D08}" presName="textRect" presStyleLbl="revTx" presStyleIdx="1" presStyleCnt="3">
        <dgm:presLayoutVars>
          <dgm:chMax val="1"/>
          <dgm:chPref val="1"/>
        </dgm:presLayoutVars>
      </dgm:prSet>
      <dgm:spPr/>
    </dgm:pt>
    <dgm:pt modelId="{4BC1D980-F071-4F33-8C6C-1C65059FC910}" type="pres">
      <dgm:prSet presAssocID="{36350AA5-C239-4717-AE84-A3959025B405}" presName="sibTrans" presStyleCnt="0"/>
      <dgm:spPr/>
    </dgm:pt>
    <dgm:pt modelId="{DF8A2069-5998-4D2C-910A-B6259192D942}" type="pres">
      <dgm:prSet presAssocID="{98BE7FB8-4277-4A9E-A7BE-4F7AD59F295F}" presName="compNode" presStyleCnt="0"/>
      <dgm:spPr/>
    </dgm:pt>
    <dgm:pt modelId="{8003DA69-3301-418C-A67C-5657E89D4130}" type="pres">
      <dgm:prSet presAssocID="{98BE7FB8-4277-4A9E-A7BE-4F7AD59F295F}"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Processor"/>
        </a:ext>
      </dgm:extLst>
    </dgm:pt>
    <dgm:pt modelId="{88D6BAA4-7924-40C2-85C4-10FCB8A5FFFD}" type="pres">
      <dgm:prSet presAssocID="{98BE7FB8-4277-4A9E-A7BE-4F7AD59F295F}" presName="spaceRect" presStyleCnt="0"/>
      <dgm:spPr/>
    </dgm:pt>
    <dgm:pt modelId="{F92035D4-ACFE-4BFC-85BD-DF5D5309BE96}" type="pres">
      <dgm:prSet presAssocID="{98BE7FB8-4277-4A9E-A7BE-4F7AD59F295F}" presName="textRect" presStyleLbl="revTx" presStyleIdx="2" presStyleCnt="3">
        <dgm:presLayoutVars>
          <dgm:chMax val="1"/>
          <dgm:chPref val="1"/>
        </dgm:presLayoutVars>
      </dgm:prSet>
      <dgm:spPr/>
    </dgm:pt>
  </dgm:ptLst>
  <dgm:cxnLst>
    <dgm:cxn modelId="{EE35A004-3D51-42B1-9249-399F37E0ECFF}" srcId="{EC6793B4-56FF-4168-99B5-DC52AC9F6BA0}" destId="{CB44DD90-8B3F-4336-8191-8C0BA0BF9BB3}" srcOrd="0" destOrd="0" parTransId="{3FF4CBB6-8E5C-4C00-9185-7E54532C2D5F}" sibTransId="{05C9FEB9-E599-45D1-A0B7-104C88C004B3}"/>
    <dgm:cxn modelId="{C5F5051F-8901-4491-8561-4957754C6D1A}" type="presOf" srcId="{EC6793B4-56FF-4168-99B5-DC52AC9F6BA0}" destId="{0496B956-272C-45D9-9800-EDFDD7AC9AF0}" srcOrd="0" destOrd="0" presId="urn:microsoft.com/office/officeart/2018/2/layout/IconLabelList"/>
    <dgm:cxn modelId="{8B124321-D2F5-44D6-A984-0560BBAD6904}" type="presOf" srcId="{98BE7FB8-4277-4A9E-A7BE-4F7AD59F295F}" destId="{F92035D4-ACFE-4BFC-85BD-DF5D5309BE96}" srcOrd="0" destOrd="0" presId="urn:microsoft.com/office/officeart/2018/2/layout/IconLabelList"/>
    <dgm:cxn modelId="{6B07EF3F-D052-4A3D-9ECE-2E9B92EAC481}" type="presOf" srcId="{69A1D06B-31EE-4D25-9450-D4DA7EBE0D08}" destId="{82BD167D-C9DD-4FE9-9DD1-3514F9F94B8F}" srcOrd="0" destOrd="0" presId="urn:microsoft.com/office/officeart/2018/2/layout/IconLabelList"/>
    <dgm:cxn modelId="{65ECC873-39B8-4C6E-BA80-DAD9FCA8D87D}" srcId="{EC6793B4-56FF-4168-99B5-DC52AC9F6BA0}" destId="{98BE7FB8-4277-4A9E-A7BE-4F7AD59F295F}" srcOrd="2" destOrd="0" parTransId="{CBD33328-A85A-45DD-B51D-0A5072B6E2A5}" sibTransId="{F223FEA9-F184-4370-896F-08F86B94297D}"/>
    <dgm:cxn modelId="{B1C5A6A1-CB2D-465D-BB8A-CE8C80888199}" type="presOf" srcId="{CB44DD90-8B3F-4336-8191-8C0BA0BF9BB3}" destId="{C4D63AAD-BEDA-46B1-8DC2-38244F2ACA37}" srcOrd="0" destOrd="0" presId="urn:microsoft.com/office/officeart/2018/2/layout/IconLabelList"/>
    <dgm:cxn modelId="{B95BFCE4-3DA1-41B8-9953-E786FE6AD030}" srcId="{EC6793B4-56FF-4168-99B5-DC52AC9F6BA0}" destId="{69A1D06B-31EE-4D25-9450-D4DA7EBE0D08}" srcOrd="1" destOrd="0" parTransId="{24EC1409-1F90-4785-96F5-AF7E5A8C80E8}" sibTransId="{36350AA5-C239-4717-AE84-A3959025B405}"/>
    <dgm:cxn modelId="{80793309-CA8D-4B85-B0BB-4D8563F31B92}" type="presParOf" srcId="{0496B956-272C-45D9-9800-EDFDD7AC9AF0}" destId="{5B371DF0-C4A3-41D8-9D25-D989BBBFB06E}" srcOrd="0" destOrd="0" presId="urn:microsoft.com/office/officeart/2018/2/layout/IconLabelList"/>
    <dgm:cxn modelId="{D5695BB6-0073-45BE-AC19-7C91A463D129}" type="presParOf" srcId="{5B371DF0-C4A3-41D8-9D25-D989BBBFB06E}" destId="{2E780A77-BCE8-43EB-BA4F-1D3720758E30}" srcOrd="0" destOrd="0" presId="urn:microsoft.com/office/officeart/2018/2/layout/IconLabelList"/>
    <dgm:cxn modelId="{D2557464-22ED-47ED-9D5F-2AC1784BCEE5}" type="presParOf" srcId="{5B371DF0-C4A3-41D8-9D25-D989BBBFB06E}" destId="{D6424EFF-10E5-4067-9AAB-C02DDB8B674C}" srcOrd="1" destOrd="0" presId="urn:microsoft.com/office/officeart/2018/2/layout/IconLabelList"/>
    <dgm:cxn modelId="{B16F755B-3154-48AE-BAB8-EBF36E6947EC}" type="presParOf" srcId="{5B371DF0-C4A3-41D8-9D25-D989BBBFB06E}" destId="{C4D63AAD-BEDA-46B1-8DC2-38244F2ACA37}" srcOrd="2" destOrd="0" presId="urn:microsoft.com/office/officeart/2018/2/layout/IconLabelList"/>
    <dgm:cxn modelId="{F0FFC128-41BD-4CBD-B78F-72BBE7E983FF}" type="presParOf" srcId="{0496B956-272C-45D9-9800-EDFDD7AC9AF0}" destId="{5A5C461F-1658-4E20-8996-91104DEF67C8}" srcOrd="1" destOrd="0" presId="urn:microsoft.com/office/officeart/2018/2/layout/IconLabelList"/>
    <dgm:cxn modelId="{F49BE7B7-A250-4FED-92F8-8D676A3813B1}" type="presParOf" srcId="{0496B956-272C-45D9-9800-EDFDD7AC9AF0}" destId="{07C7E2F3-10E3-4DBE-9609-DFC786F9BB1B}" srcOrd="2" destOrd="0" presId="urn:microsoft.com/office/officeart/2018/2/layout/IconLabelList"/>
    <dgm:cxn modelId="{5EE43631-B8E9-4EBF-BBA2-DE01DBBA58FD}" type="presParOf" srcId="{07C7E2F3-10E3-4DBE-9609-DFC786F9BB1B}" destId="{EA8FBD09-DDB3-4678-AFC2-B71547F33185}" srcOrd="0" destOrd="0" presId="urn:microsoft.com/office/officeart/2018/2/layout/IconLabelList"/>
    <dgm:cxn modelId="{220CB6A0-B776-48D0-9917-16967832DB33}" type="presParOf" srcId="{07C7E2F3-10E3-4DBE-9609-DFC786F9BB1B}" destId="{835E8473-5569-482B-A48D-BF5E99F1F693}" srcOrd="1" destOrd="0" presId="urn:microsoft.com/office/officeart/2018/2/layout/IconLabelList"/>
    <dgm:cxn modelId="{C0DF841D-61B2-482B-BDC8-D15F9D8100CD}" type="presParOf" srcId="{07C7E2F3-10E3-4DBE-9609-DFC786F9BB1B}" destId="{82BD167D-C9DD-4FE9-9DD1-3514F9F94B8F}" srcOrd="2" destOrd="0" presId="urn:microsoft.com/office/officeart/2018/2/layout/IconLabelList"/>
    <dgm:cxn modelId="{E68F6870-145C-4948-BF31-8E0EE6435186}" type="presParOf" srcId="{0496B956-272C-45D9-9800-EDFDD7AC9AF0}" destId="{4BC1D980-F071-4F33-8C6C-1C65059FC910}" srcOrd="3" destOrd="0" presId="urn:microsoft.com/office/officeart/2018/2/layout/IconLabelList"/>
    <dgm:cxn modelId="{550AD341-F2F5-4217-B461-4D341762AF72}" type="presParOf" srcId="{0496B956-272C-45D9-9800-EDFDD7AC9AF0}" destId="{DF8A2069-5998-4D2C-910A-B6259192D942}" srcOrd="4" destOrd="0" presId="urn:microsoft.com/office/officeart/2018/2/layout/IconLabelList"/>
    <dgm:cxn modelId="{DB35F11E-665A-4641-B180-1351AC5E4733}" type="presParOf" srcId="{DF8A2069-5998-4D2C-910A-B6259192D942}" destId="{8003DA69-3301-418C-A67C-5657E89D4130}" srcOrd="0" destOrd="0" presId="urn:microsoft.com/office/officeart/2018/2/layout/IconLabelList"/>
    <dgm:cxn modelId="{5AEAD348-754E-41BD-B98B-A75601E78686}" type="presParOf" srcId="{DF8A2069-5998-4D2C-910A-B6259192D942}" destId="{88D6BAA4-7924-40C2-85C4-10FCB8A5FFFD}" srcOrd="1" destOrd="0" presId="urn:microsoft.com/office/officeart/2018/2/layout/IconLabelList"/>
    <dgm:cxn modelId="{5E5527C3-1CFD-4E54-8A28-D7BBD1BDB995}" type="presParOf" srcId="{DF8A2069-5998-4D2C-910A-B6259192D942}" destId="{F92035D4-ACFE-4BFC-85BD-DF5D5309BE96}"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25B7C9EA-492E-4E65-B03C-2FEBFDBEB1FD}" type="doc">
      <dgm:prSet loTypeId="urn:microsoft.com/office/officeart/2016/7/layout/LinearBlockProcessNumbered" loCatId="process" qsTypeId="urn:microsoft.com/office/officeart/2005/8/quickstyle/simple1" qsCatId="simple" csTypeId="urn:microsoft.com/office/officeart/2005/8/colors/colorful2" csCatId="colorful" phldr="1"/>
      <dgm:spPr/>
      <dgm:t>
        <a:bodyPr/>
        <a:lstStyle/>
        <a:p>
          <a:endParaRPr lang="en-US"/>
        </a:p>
      </dgm:t>
    </dgm:pt>
    <dgm:pt modelId="{4B7FFC70-1376-4EC2-A151-7B7982F35FAC}">
      <dgm:prSet/>
      <dgm:spPr/>
      <dgm:t>
        <a:bodyPr/>
        <a:lstStyle/>
        <a:p>
          <a:r>
            <a:rPr lang="en-SG"/>
            <a:t>Management of the digital business applications infrastructure concerns delivering the right applications to all users of digital services.</a:t>
          </a:r>
          <a:endParaRPr lang="en-US"/>
        </a:p>
      </dgm:t>
    </dgm:pt>
    <dgm:pt modelId="{3B47757F-6AC6-44F1-9056-98881CEC964B}" type="parTrans" cxnId="{E5DAC741-D9AD-4596-8056-F3E086DBA844}">
      <dgm:prSet/>
      <dgm:spPr/>
      <dgm:t>
        <a:bodyPr/>
        <a:lstStyle/>
        <a:p>
          <a:endParaRPr lang="en-US"/>
        </a:p>
      </dgm:t>
    </dgm:pt>
    <dgm:pt modelId="{33FCA813-4409-403B-924A-4A58EFC3BBD9}" type="sibTrans" cxnId="{E5DAC741-D9AD-4596-8056-F3E086DBA844}">
      <dgm:prSet phldrT="01"/>
      <dgm:spPr/>
      <dgm:t>
        <a:bodyPr/>
        <a:lstStyle/>
        <a:p>
          <a:r>
            <a:rPr lang="en-US"/>
            <a:t>01</a:t>
          </a:r>
        </a:p>
      </dgm:t>
    </dgm:pt>
    <dgm:pt modelId="{EE0C6BC1-57B6-48CB-BB5D-44F422B85C26}">
      <dgm:prSet/>
      <dgm:spPr/>
      <dgm:t>
        <a:bodyPr/>
        <a:lstStyle/>
        <a:p>
          <a:r>
            <a:rPr lang="en-SG" dirty="0"/>
            <a:t>The issue involved is one that has long been concern of IS Managers namely to deliver access to integrated applications and data that are available across the whole company.</a:t>
          </a:r>
          <a:endParaRPr lang="en-US" dirty="0"/>
        </a:p>
      </dgm:t>
    </dgm:pt>
    <dgm:pt modelId="{15EF6C3F-3E10-468C-AD88-B0E22F1327A5}" type="parTrans" cxnId="{CC180D8A-A5A3-4079-9818-AFA508A98ED6}">
      <dgm:prSet/>
      <dgm:spPr/>
      <dgm:t>
        <a:bodyPr/>
        <a:lstStyle/>
        <a:p>
          <a:endParaRPr lang="en-US"/>
        </a:p>
      </dgm:t>
    </dgm:pt>
    <dgm:pt modelId="{5FBED77E-D373-4BE7-AF00-AA9E22E505DD}" type="sibTrans" cxnId="{CC180D8A-A5A3-4079-9818-AFA508A98ED6}">
      <dgm:prSet phldrT="02"/>
      <dgm:spPr/>
      <dgm:t>
        <a:bodyPr/>
        <a:lstStyle/>
        <a:p>
          <a:r>
            <a:rPr lang="en-US"/>
            <a:t>02</a:t>
          </a:r>
        </a:p>
      </dgm:t>
    </dgm:pt>
    <dgm:pt modelId="{C711E626-5860-41D3-BD7F-0FCD1C0C4EF9}">
      <dgm:prSet/>
      <dgm:spPr/>
      <dgm:t>
        <a:bodyPr/>
        <a:lstStyle/>
        <a:p>
          <a:r>
            <a:rPr lang="en-SG"/>
            <a:t>Traditionally businesses developed application silos or islands of information</a:t>
          </a:r>
          <a:endParaRPr lang="en-US"/>
        </a:p>
      </dgm:t>
    </dgm:pt>
    <dgm:pt modelId="{7971D885-88C3-4698-8660-8F7D4B58F6C3}" type="parTrans" cxnId="{3D2E98B1-3C0F-4916-A3AC-1B5D46C5B75E}">
      <dgm:prSet/>
      <dgm:spPr/>
      <dgm:t>
        <a:bodyPr/>
        <a:lstStyle/>
        <a:p>
          <a:endParaRPr lang="en-US"/>
        </a:p>
      </dgm:t>
    </dgm:pt>
    <dgm:pt modelId="{E476C942-435A-4272-A359-F3B8AA2C05DC}" type="sibTrans" cxnId="{3D2E98B1-3C0F-4916-A3AC-1B5D46C5B75E}">
      <dgm:prSet phldrT="03"/>
      <dgm:spPr/>
      <dgm:t>
        <a:bodyPr/>
        <a:lstStyle/>
        <a:p>
          <a:r>
            <a:rPr lang="en-US"/>
            <a:t>03</a:t>
          </a:r>
        </a:p>
      </dgm:t>
    </dgm:pt>
    <dgm:pt modelId="{D2F72AD9-CDE8-446C-A5D4-6C79834BF149}" type="pres">
      <dgm:prSet presAssocID="{25B7C9EA-492E-4E65-B03C-2FEBFDBEB1FD}" presName="Name0" presStyleCnt="0">
        <dgm:presLayoutVars>
          <dgm:animLvl val="lvl"/>
          <dgm:resizeHandles val="exact"/>
        </dgm:presLayoutVars>
      </dgm:prSet>
      <dgm:spPr/>
    </dgm:pt>
    <dgm:pt modelId="{ADDC3CB0-AFF0-4FF6-9E44-B3A6FD7C1C2D}" type="pres">
      <dgm:prSet presAssocID="{4B7FFC70-1376-4EC2-A151-7B7982F35FAC}" presName="compositeNode" presStyleCnt="0">
        <dgm:presLayoutVars>
          <dgm:bulletEnabled val="1"/>
        </dgm:presLayoutVars>
      </dgm:prSet>
      <dgm:spPr/>
    </dgm:pt>
    <dgm:pt modelId="{3F7D154E-5AE9-4DCF-B8E5-C1B03694858D}" type="pres">
      <dgm:prSet presAssocID="{4B7FFC70-1376-4EC2-A151-7B7982F35FAC}" presName="bgRect" presStyleLbl="alignNode1" presStyleIdx="0" presStyleCnt="3"/>
      <dgm:spPr/>
    </dgm:pt>
    <dgm:pt modelId="{A6A5A8A8-8A2E-4231-A91C-19C6E877143D}" type="pres">
      <dgm:prSet presAssocID="{33FCA813-4409-403B-924A-4A58EFC3BBD9}" presName="sibTransNodeRect" presStyleLbl="alignNode1" presStyleIdx="0" presStyleCnt="3">
        <dgm:presLayoutVars>
          <dgm:chMax val="0"/>
          <dgm:bulletEnabled val="1"/>
        </dgm:presLayoutVars>
      </dgm:prSet>
      <dgm:spPr/>
    </dgm:pt>
    <dgm:pt modelId="{CB7CEC62-FA38-45D0-B452-C8F87FD15174}" type="pres">
      <dgm:prSet presAssocID="{4B7FFC70-1376-4EC2-A151-7B7982F35FAC}" presName="nodeRect" presStyleLbl="alignNode1" presStyleIdx="0" presStyleCnt="3">
        <dgm:presLayoutVars>
          <dgm:bulletEnabled val="1"/>
        </dgm:presLayoutVars>
      </dgm:prSet>
      <dgm:spPr/>
    </dgm:pt>
    <dgm:pt modelId="{325ACB08-1B26-435A-9EF7-70AEB0569944}" type="pres">
      <dgm:prSet presAssocID="{33FCA813-4409-403B-924A-4A58EFC3BBD9}" presName="sibTrans" presStyleCnt="0"/>
      <dgm:spPr/>
    </dgm:pt>
    <dgm:pt modelId="{D284040F-B90E-4CF6-A460-C4B006E7FA4C}" type="pres">
      <dgm:prSet presAssocID="{EE0C6BC1-57B6-48CB-BB5D-44F422B85C26}" presName="compositeNode" presStyleCnt="0">
        <dgm:presLayoutVars>
          <dgm:bulletEnabled val="1"/>
        </dgm:presLayoutVars>
      </dgm:prSet>
      <dgm:spPr/>
    </dgm:pt>
    <dgm:pt modelId="{EEB04CBD-04A9-4508-A4F7-8EA93357DCCB}" type="pres">
      <dgm:prSet presAssocID="{EE0C6BC1-57B6-48CB-BB5D-44F422B85C26}" presName="bgRect" presStyleLbl="alignNode1" presStyleIdx="1" presStyleCnt="3"/>
      <dgm:spPr/>
    </dgm:pt>
    <dgm:pt modelId="{E6BDBC36-A4CA-49C2-A452-91EE44612B78}" type="pres">
      <dgm:prSet presAssocID="{5FBED77E-D373-4BE7-AF00-AA9E22E505DD}" presName="sibTransNodeRect" presStyleLbl="alignNode1" presStyleIdx="1" presStyleCnt="3">
        <dgm:presLayoutVars>
          <dgm:chMax val="0"/>
          <dgm:bulletEnabled val="1"/>
        </dgm:presLayoutVars>
      </dgm:prSet>
      <dgm:spPr/>
    </dgm:pt>
    <dgm:pt modelId="{EE555C1B-168F-4B9B-84FD-B6571A38AC54}" type="pres">
      <dgm:prSet presAssocID="{EE0C6BC1-57B6-48CB-BB5D-44F422B85C26}" presName="nodeRect" presStyleLbl="alignNode1" presStyleIdx="1" presStyleCnt="3">
        <dgm:presLayoutVars>
          <dgm:bulletEnabled val="1"/>
        </dgm:presLayoutVars>
      </dgm:prSet>
      <dgm:spPr/>
    </dgm:pt>
    <dgm:pt modelId="{61FA53A0-6E55-44BF-85A4-0374F02A646B}" type="pres">
      <dgm:prSet presAssocID="{5FBED77E-D373-4BE7-AF00-AA9E22E505DD}" presName="sibTrans" presStyleCnt="0"/>
      <dgm:spPr/>
    </dgm:pt>
    <dgm:pt modelId="{1AF57F8F-B537-4502-935F-ED2AC05B7856}" type="pres">
      <dgm:prSet presAssocID="{C711E626-5860-41D3-BD7F-0FCD1C0C4EF9}" presName="compositeNode" presStyleCnt="0">
        <dgm:presLayoutVars>
          <dgm:bulletEnabled val="1"/>
        </dgm:presLayoutVars>
      </dgm:prSet>
      <dgm:spPr/>
    </dgm:pt>
    <dgm:pt modelId="{921CEEC5-706A-40BD-95C5-EA4CFB673F71}" type="pres">
      <dgm:prSet presAssocID="{C711E626-5860-41D3-BD7F-0FCD1C0C4EF9}" presName="bgRect" presStyleLbl="alignNode1" presStyleIdx="2" presStyleCnt="3"/>
      <dgm:spPr/>
    </dgm:pt>
    <dgm:pt modelId="{244303BD-589B-4C85-85A9-0548B6F04FF6}" type="pres">
      <dgm:prSet presAssocID="{E476C942-435A-4272-A359-F3B8AA2C05DC}" presName="sibTransNodeRect" presStyleLbl="alignNode1" presStyleIdx="2" presStyleCnt="3">
        <dgm:presLayoutVars>
          <dgm:chMax val="0"/>
          <dgm:bulletEnabled val="1"/>
        </dgm:presLayoutVars>
      </dgm:prSet>
      <dgm:spPr/>
    </dgm:pt>
    <dgm:pt modelId="{A1C12875-E028-4EC7-BDA4-BCE8F6CAFD3C}" type="pres">
      <dgm:prSet presAssocID="{C711E626-5860-41D3-BD7F-0FCD1C0C4EF9}" presName="nodeRect" presStyleLbl="alignNode1" presStyleIdx="2" presStyleCnt="3">
        <dgm:presLayoutVars>
          <dgm:bulletEnabled val="1"/>
        </dgm:presLayoutVars>
      </dgm:prSet>
      <dgm:spPr/>
    </dgm:pt>
  </dgm:ptLst>
  <dgm:cxnLst>
    <dgm:cxn modelId="{5037A810-1C5B-4A66-843C-F08EAB646273}" type="presOf" srcId="{EE0C6BC1-57B6-48CB-BB5D-44F422B85C26}" destId="{EEB04CBD-04A9-4508-A4F7-8EA93357DCCB}" srcOrd="0" destOrd="0" presId="urn:microsoft.com/office/officeart/2016/7/layout/LinearBlockProcessNumbered"/>
    <dgm:cxn modelId="{22B45D2F-5A1E-4F02-9916-2C1B77069A28}" type="presOf" srcId="{EE0C6BC1-57B6-48CB-BB5D-44F422B85C26}" destId="{EE555C1B-168F-4B9B-84FD-B6571A38AC54}" srcOrd="1" destOrd="0" presId="urn:microsoft.com/office/officeart/2016/7/layout/LinearBlockProcessNumbered"/>
    <dgm:cxn modelId="{C5723533-B52E-4B08-A438-80F9AF5A2ADB}" type="presOf" srcId="{C711E626-5860-41D3-BD7F-0FCD1C0C4EF9}" destId="{A1C12875-E028-4EC7-BDA4-BCE8F6CAFD3C}" srcOrd="1" destOrd="0" presId="urn:microsoft.com/office/officeart/2016/7/layout/LinearBlockProcessNumbered"/>
    <dgm:cxn modelId="{C5494636-897E-4C4D-8ED1-A6A43BA03A88}" type="presOf" srcId="{E476C942-435A-4272-A359-F3B8AA2C05DC}" destId="{244303BD-589B-4C85-85A9-0548B6F04FF6}" srcOrd="0" destOrd="0" presId="urn:microsoft.com/office/officeart/2016/7/layout/LinearBlockProcessNumbered"/>
    <dgm:cxn modelId="{E5DAC741-D9AD-4596-8056-F3E086DBA844}" srcId="{25B7C9EA-492E-4E65-B03C-2FEBFDBEB1FD}" destId="{4B7FFC70-1376-4EC2-A151-7B7982F35FAC}" srcOrd="0" destOrd="0" parTransId="{3B47757F-6AC6-44F1-9056-98881CEC964B}" sibTransId="{33FCA813-4409-403B-924A-4A58EFC3BBD9}"/>
    <dgm:cxn modelId="{994E9262-ECC6-4072-90FE-2B4620C0A700}" type="presOf" srcId="{33FCA813-4409-403B-924A-4A58EFC3BBD9}" destId="{A6A5A8A8-8A2E-4231-A91C-19C6E877143D}" srcOrd="0" destOrd="0" presId="urn:microsoft.com/office/officeart/2016/7/layout/LinearBlockProcessNumbered"/>
    <dgm:cxn modelId="{CC180D8A-A5A3-4079-9818-AFA508A98ED6}" srcId="{25B7C9EA-492E-4E65-B03C-2FEBFDBEB1FD}" destId="{EE0C6BC1-57B6-48CB-BB5D-44F422B85C26}" srcOrd="1" destOrd="0" parTransId="{15EF6C3F-3E10-468C-AD88-B0E22F1327A5}" sibTransId="{5FBED77E-D373-4BE7-AF00-AA9E22E505DD}"/>
    <dgm:cxn modelId="{067D739D-8B65-4747-B91E-B33A3B7CD5B0}" type="presOf" srcId="{4B7FFC70-1376-4EC2-A151-7B7982F35FAC}" destId="{CB7CEC62-FA38-45D0-B452-C8F87FD15174}" srcOrd="1" destOrd="0" presId="urn:microsoft.com/office/officeart/2016/7/layout/LinearBlockProcessNumbered"/>
    <dgm:cxn modelId="{A67E84AD-6FAE-4ACB-BAE4-4F1B1538E0D2}" type="presOf" srcId="{5FBED77E-D373-4BE7-AF00-AA9E22E505DD}" destId="{E6BDBC36-A4CA-49C2-A452-91EE44612B78}" srcOrd="0" destOrd="0" presId="urn:microsoft.com/office/officeart/2016/7/layout/LinearBlockProcessNumbered"/>
    <dgm:cxn modelId="{3D2E98B1-3C0F-4916-A3AC-1B5D46C5B75E}" srcId="{25B7C9EA-492E-4E65-B03C-2FEBFDBEB1FD}" destId="{C711E626-5860-41D3-BD7F-0FCD1C0C4EF9}" srcOrd="2" destOrd="0" parTransId="{7971D885-88C3-4698-8660-8F7D4B58F6C3}" sibTransId="{E476C942-435A-4272-A359-F3B8AA2C05DC}"/>
    <dgm:cxn modelId="{4216CBC4-E461-40D2-9BDF-5B11781198AC}" type="presOf" srcId="{4B7FFC70-1376-4EC2-A151-7B7982F35FAC}" destId="{3F7D154E-5AE9-4DCF-B8E5-C1B03694858D}" srcOrd="0" destOrd="0" presId="urn:microsoft.com/office/officeart/2016/7/layout/LinearBlockProcessNumbered"/>
    <dgm:cxn modelId="{2D6D38E8-D3F5-44CF-B83E-CE67645C8FC0}" type="presOf" srcId="{C711E626-5860-41D3-BD7F-0FCD1C0C4EF9}" destId="{921CEEC5-706A-40BD-95C5-EA4CFB673F71}" srcOrd="0" destOrd="0" presId="urn:microsoft.com/office/officeart/2016/7/layout/LinearBlockProcessNumbered"/>
    <dgm:cxn modelId="{931CE8FD-CAF8-4730-AE5B-90F019364B78}" type="presOf" srcId="{25B7C9EA-492E-4E65-B03C-2FEBFDBEB1FD}" destId="{D2F72AD9-CDE8-446C-A5D4-6C79834BF149}" srcOrd="0" destOrd="0" presId="urn:microsoft.com/office/officeart/2016/7/layout/LinearBlockProcessNumbered"/>
    <dgm:cxn modelId="{4C9D73A9-0A14-4CEB-8CE9-E16117B2C0B6}" type="presParOf" srcId="{D2F72AD9-CDE8-446C-A5D4-6C79834BF149}" destId="{ADDC3CB0-AFF0-4FF6-9E44-B3A6FD7C1C2D}" srcOrd="0" destOrd="0" presId="urn:microsoft.com/office/officeart/2016/7/layout/LinearBlockProcessNumbered"/>
    <dgm:cxn modelId="{925D14B6-F9E8-4D32-B14D-49319136AB4C}" type="presParOf" srcId="{ADDC3CB0-AFF0-4FF6-9E44-B3A6FD7C1C2D}" destId="{3F7D154E-5AE9-4DCF-B8E5-C1B03694858D}" srcOrd="0" destOrd="0" presId="urn:microsoft.com/office/officeart/2016/7/layout/LinearBlockProcessNumbered"/>
    <dgm:cxn modelId="{FED44DB6-652F-4776-BE45-352A544F43B9}" type="presParOf" srcId="{ADDC3CB0-AFF0-4FF6-9E44-B3A6FD7C1C2D}" destId="{A6A5A8A8-8A2E-4231-A91C-19C6E877143D}" srcOrd="1" destOrd="0" presId="urn:microsoft.com/office/officeart/2016/7/layout/LinearBlockProcessNumbered"/>
    <dgm:cxn modelId="{0304EF82-2CE4-4249-949E-B93C6FB69DE7}" type="presParOf" srcId="{ADDC3CB0-AFF0-4FF6-9E44-B3A6FD7C1C2D}" destId="{CB7CEC62-FA38-45D0-B452-C8F87FD15174}" srcOrd="2" destOrd="0" presId="urn:microsoft.com/office/officeart/2016/7/layout/LinearBlockProcessNumbered"/>
    <dgm:cxn modelId="{91D7E8D7-8679-43B3-8D4F-7E0E0F126755}" type="presParOf" srcId="{D2F72AD9-CDE8-446C-A5D4-6C79834BF149}" destId="{325ACB08-1B26-435A-9EF7-70AEB0569944}" srcOrd="1" destOrd="0" presId="urn:microsoft.com/office/officeart/2016/7/layout/LinearBlockProcessNumbered"/>
    <dgm:cxn modelId="{E5E3EBFF-4707-4241-BA70-D97B5B6FFC6B}" type="presParOf" srcId="{D2F72AD9-CDE8-446C-A5D4-6C79834BF149}" destId="{D284040F-B90E-4CF6-A460-C4B006E7FA4C}" srcOrd="2" destOrd="0" presId="urn:microsoft.com/office/officeart/2016/7/layout/LinearBlockProcessNumbered"/>
    <dgm:cxn modelId="{62CD15CE-9D4C-4F5C-A647-71718C596E2D}" type="presParOf" srcId="{D284040F-B90E-4CF6-A460-C4B006E7FA4C}" destId="{EEB04CBD-04A9-4508-A4F7-8EA93357DCCB}" srcOrd="0" destOrd="0" presId="urn:microsoft.com/office/officeart/2016/7/layout/LinearBlockProcessNumbered"/>
    <dgm:cxn modelId="{1DF63AAD-BB72-4435-9979-CECD26D574F6}" type="presParOf" srcId="{D284040F-B90E-4CF6-A460-C4B006E7FA4C}" destId="{E6BDBC36-A4CA-49C2-A452-91EE44612B78}" srcOrd="1" destOrd="0" presId="urn:microsoft.com/office/officeart/2016/7/layout/LinearBlockProcessNumbered"/>
    <dgm:cxn modelId="{DA4BA42C-2E01-4C92-9D24-19163A2CF98F}" type="presParOf" srcId="{D284040F-B90E-4CF6-A460-C4B006E7FA4C}" destId="{EE555C1B-168F-4B9B-84FD-B6571A38AC54}" srcOrd="2" destOrd="0" presId="urn:microsoft.com/office/officeart/2016/7/layout/LinearBlockProcessNumbered"/>
    <dgm:cxn modelId="{299CB4F7-399B-4FC8-9D1E-518CDFDBC8F9}" type="presParOf" srcId="{D2F72AD9-CDE8-446C-A5D4-6C79834BF149}" destId="{61FA53A0-6E55-44BF-85A4-0374F02A646B}" srcOrd="3" destOrd="0" presId="urn:microsoft.com/office/officeart/2016/7/layout/LinearBlockProcessNumbered"/>
    <dgm:cxn modelId="{E61D9B9A-9A3F-4644-A84E-9CA39AFB01C7}" type="presParOf" srcId="{D2F72AD9-CDE8-446C-A5D4-6C79834BF149}" destId="{1AF57F8F-B537-4502-935F-ED2AC05B7856}" srcOrd="4" destOrd="0" presId="urn:microsoft.com/office/officeart/2016/7/layout/LinearBlockProcessNumbered"/>
    <dgm:cxn modelId="{0CE602B9-549C-483B-A15E-6A09C2A90F50}" type="presParOf" srcId="{1AF57F8F-B537-4502-935F-ED2AC05B7856}" destId="{921CEEC5-706A-40BD-95C5-EA4CFB673F71}" srcOrd="0" destOrd="0" presId="urn:microsoft.com/office/officeart/2016/7/layout/LinearBlockProcessNumbered"/>
    <dgm:cxn modelId="{48B1364B-0BAB-4239-817E-841DBDC84159}" type="presParOf" srcId="{1AF57F8F-B537-4502-935F-ED2AC05B7856}" destId="{244303BD-589B-4C85-85A9-0548B6F04FF6}" srcOrd="1" destOrd="0" presId="urn:microsoft.com/office/officeart/2016/7/layout/LinearBlockProcessNumbered"/>
    <dgm:cxn modelId="{745ABB25-5854-4EE7-8E45-6B51CB5F08B9}" type="presParOf" srcId="{1AF57F8F-B537-4502-935F-ED2AC05B7856}" destId="{A1C12875-E028-4EC7-BDA4-BCE8F6CAFD3C}" srcOrd="2" destOrd="0" presId="urn:microsoft.com/office/officeart/2016/7/layout/LinearBlockProcessNumbered"/>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E35C7076-CD7A-4214-8E1E-C35922E0C672}"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1BDF8A0A-A2BE-4945-B268-08F26B56958B}">
      <dgm:prSet custT="1"/>
      <dgm:spPr/>
      <dgm:t>
        <a:bodyPr/>
        <a:lstStyle/>
        <a:p>
          <a:pPr algn="l"/>
          <a:r>
            <a:rPr lang="en-SG" sz="2400" dirty="0"/>
            <a:t>Application silos or island of information are often a result of decentralization or poorly controlled investment in information system, with different departmental managers selecting different systems from different vendors.</a:t>
          </a:r>
          <a:endParaRPr lang="en-US" sz="2400" dirty="0"/>
        </a:p>
      </dgm:t>
    </dgm:pt>
    <dgm:pt modelId="{FB0D500F-2A33-483C-9180-0F1D65659215}" type="parTrans" cxnId="{67119DEE-CDBB-4248-8A86-7D55B9BC1447}">
      <dgm:prSet/>
      <dgm:spPr/>
      <dgm:t>
        <a:bodyPr/>
        <a:lstStyle/>
        <a:p>
          <a:endParaRPr lang="en-US"/>
        </a:p>
      </dgm:t>
    </dgm:pt>
    <dgm:pt modelId="{00A08FCA-48DC-49BD-B6AD-F44AE327F998}" type="sibTrans" cxnId="{67119DEE-CDBB-4248-8A86-7D55B9BC1447}">
      <dgm:prSet/>
      <dgm:spPr/>
      <dgm:t>
        <a:bodyPr/>
        <a:lstStyle/>
        <a:p>
          <a:endParaRPr lang="en-US"/>
        </a:p>
      </dgm:t>
    </dgm:pt>
    <dgm:pt modelId="{BC790B88-42EB-4E23-B709-26A2F4D9CA49}">
      <dgm:prSet/>
      <dgm:spPr/>
      <dgm:t>
        <a:bodyPr/>
        <a:lstStyle/>
        <a:p>
          <a:r>
            <a:rPr lang="en-SG" dirty="0"/>
            <a:t>This is inefficient in that it will often cost more purchase applications from separate vendors, and also it will be more costly to support and upgrade</a:t>
          </a:r>
          <a:endParaRPr lang="en-US" dirty="0"/>
        </a:p>
      </dgm:t>
    </dgm:pt>
    <dgm:pt modelId="{C3BDF1A7-9263-419C-B121-42018A61C539}" type="parTrans" cxnId="{974B53DA-9398-49F8-A60C-56B4CFDA3E8A}">
      <dgm:prSet/>
      <dgm:spPr/>
      <dgm:t>
        <a:bodyPr/>
        <a:lstStyle/>
        <a:p>
          <a:endParaRPr lang="en-US"/>
        </a:p>
      </dgm:t>
    </dgm:pt>
    <dgm:pt modelId="{C38814FB-DD84-47CC-A928-EFEC4DBCB45D}" type="sibTrans" cxnId="{974B53DA-9398-49F8-A60C-56B4CFDA3E8A}">
      <dgm:prSet/>
      <dgm:spPr/>
      <dgm:t>
        <a:bodyPr/>
        <a:lstStyle/>
        <a:p>
          <a:endParaRPr lang="en-US"/>
        </a:p>
      </dgm:t>
    </dgm:pt>
    <dgm:pt modelId="{73D298E6-CB77-4F2E-BF65-C3EFBEF4B483}" type="pres">
      <dgm:prSet presAssocID="{E35C7076-CD7A-4214-8E1E-C35922E0C672}" presName="root" presStyleCnt="0">
        <dgm:presLayoutVars>
          <dgm:dir/>
          <dgm:resizeHandles val="exact"/>
        </dgm:presLayoutVars>
      </dgm:prSet>
      <dgm:spPr/>
    </dgm:pt>
    <dgm:pt modelId="{82878481-FE2A-4C37-908B-E0952443E5C6}" type="pres">
      <dgm:prSet presAssocID="{1BDF8A0A-A2BE-4945-B268-08F26B56958B}" presName="compNode" presStyleCnt="0"/>
      <dgm:spPr/>
    </dgm:pt>
    <dgm:pt modelId="{9D519D64-2AEE-4569-98BE-C64B1DC804C8}" type="pres">
      <dgm:prSet presAssocID="{1BDF8A0A-A2BE-4945-B268-08F26B56958B}" presName="bgRect" presStyleLbl="bgShp" presStyleIdx="0" presStyleCnt="2"/>
      <dgm:spPr/>
    </dgm:pt>
    <dgm:pt modelId="{DE24C6A7-4205-49C2-A672-8E2778F46864}" type="pres">
      <dgm:prSet presAssocID="{1BDF8A0A-A2BE-4945-B268-08F26B56958B}"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Hierarchy"/>
        </a:ext>
      </dgm:extLst>
    </dgm:pt>
    <dgm:pt modelId="{B325DC9A-BA79-4552-A5F2-2D27700BC7C0}" type="pres">
      <dgm:prSet presAssocID="{1BDF8A0A-A2BE-4945-B268-08F26B56958B}" presName="spaceRect" presStyleCnt="0"/>
      <dgm:spPr/>
    </dgm:pt>
    <dgm:pt modelId="{ADF9E430-945D-4369-B084-57E19D6EABB4}" type="pres">
      <dgm:prSet presAssocID="{1BDF8A0A-A2BE-4945-B268-08F26B56958B}" presName="parTx" presStyleLbl="revTx" presStyleIdx="0" presStyleCnt="2">
        <dgm:presLayoutVars>
          <dgm:chMax val="0"/>
          <dgm:chPref val="0"/>
        </dgm:presLayoutVars>
      </dgm:prSet>
      <dgm:spPr/>
    </dgm:pt>
    <dgm:pt modelId="{B678B17E-783C-440D-835D-5CDEDCE18991}" type="pres">
      <dgm:prSet presAssocID="{00A08FCA-48DC-49BD-B6AD-F44AE327F998}" presName="sibTrans" presStyleCnt="0"/>
      <dgm:spPr/>
    </dgm:pt>
    <dgm:pt modelId="{53DE6ACF-F4B7-4E68-BAE0-ED6B92394522}" type="pres">
      <dgm:prSet presAssocID="{BC790B88-42EB-4E23-B709-26A2F4D9CA49}" presName="compNode" presStyleCnt="0"/>
      <dgm:spPr/>
    </dgm:pt>
    <dgm:pt modelId="{4C6D6ED0-1935-4CE6-9666-394AC5D213D8}" type="pres">
      <dgm:prSet presAssocID="{BC790B88-42EB-4E23-B709-26A2F4D9CA49}" presName="bgRect" presStyleLbl="bgShp" presStyleIdx="1" presStyleCnt="2"/>
      <dgm:spPr/>
    </dgm:pt>
    <dgm:pt modelId="{C25BBBB4-B19D-40C2-BCD7-45334B3D7B25}" type="pres">
      <dgm:prSet presAssocID="{BC790B88-42EB-4E23-B709-26A2F4D9CA49}"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Bitcoin"/>
        </a:ext>
      </dgm:extLst>
    </dgm:pt>
    <dgm:pt modelId="{514E4C0F-1358-4F33-B2E5-FEC57563F33B}" type="pres">
      <dgm:prSet presAssocID="{BC790B88-42EB-4E23-B709-26A2F4D9CA49}" presName="spaceRect" presStyleCnt="0"/>
      <dgm:spPr/>
    </dgm:pt>
    <dgm:pt modelId="{CEC63159-F681-4EE1-A961-67BB34D902B0}" type="pres">
      <dgm:prSet presAssocID="{BC790B88-42EB-4E23-B709-26A2F4D9CA49}" presName="parTx" presStyleLbl="revTx" presStyleIdx="1" presStyleCnt="2">
        <dgm:presLayoutVars>
          <dgm:chMax val="0"/>
          <dgm:chPref val="0"/>
        </dgm:presLayoutVars>
      </dgm:prSet>
      <dgm:spPr/>
    </dgm:pt>
  </dgm:ptLst>
  <dgm:cxnLst>
    <dgm:cxn modelId="{185DAB10-6C12-46CD-A714-AD4D31FE63EB}" type="presOf" srcId="{E35C7076-CD7A-4214-8E1E-C35922E0C672}" destId="{73D298E6-CB77-4F2E-BF65-C3EFBEF4B483}" srcOrd="0" destOrd="0" presId="urn:microsoft.com/office/officeart/2018/2/layout/IconVerticalSolidList"/>
    <dgm:cxn modelId="{974B53DA-9398-49F8-A60C-56B4CFDA3E8A}" srcId="{E35C7076-CD7A-4214-8E1E-C35922E0C672}" destId="{BC790B88-42EB-4E23-B709-26A2F4D9CA49}" srcOrd="1" destOrd="0" parTransId="{C3BDF1A7-9263-419C-B121-42018A61C539}" sibTransId="{C38814FB-DD84-47CC-A928-EFEC4DBCB45D}"/>
    <dgm:cxn modelId="{7D57A6E9-38E7-4EA9-9C90-7C406FB0C2BA}" type="presOf" srcId="{1BDF8A0A-A2BE-4945-B268-08F26B56958B}" destId="{ADF9E430-945D-4369-B084-57E19D6EABB4}" srcOrd="0" destOrd="0" presId="urn:microsoft.com/office/officeart/2018/2/layout/IconVerticalSolidList"/>
    <dgm:cxn modelId="{67119DEE-CDBB-4248-8A86-7D55B9BC1447}" srcId="{E35C7076-CD7A-4214-8E1E-C35922E0C672}" destId="{1BDF8A0A-A2BE-4945-B268-08F26B56958B}" srcOrd="0" destOrd="0" parTransId="{FB0D500F-2A33-483C-9180-0F1D65659215}" sibTransId="{00A08FCA-48DC-49BD-B6AD-F44AE327F998}"/>
    <dgm:cxn modelId="{8F5C0DF6-377D-4E4D-ACE4-4C00EC30925A}" type="presOf" srcId="{BC790B88-42EB-4E23-B709-26A2F4D9CA49}" destId="{CEC63159-F681-4EE1-A961-67BB34D902B0}" srcOrd="0" destOrd="0" presId="urn:microsoft.com/office/officeart/2018/2/layout/IconVerticalSolidList"/>
    <dgm:cxn modelId="{1AF91198-9358-46DD-95AD-CB88CBEACA9E}" type="presParOf" srcId="{73D298E6-CB77-4F2E-BF65-C3EFBEF4B483}" destId="{82878481-FE2A-4C37-908B-E0952443E5C6}" srcOrd="0" destOrd="0" presId="urn:microsoft.com/office/officeart/2018/2/layout/IconVerticalSolidList"/>
    <dgm:cxn modelId="{7E99EE99-918F-4A82-8604-BEF1D8C175A5}" type="presParOf" srcId="{82878481-FE2A-4C37-908B-E0952443E5C6}" destId="{9D519D64-2AEE-4569-98BE-C64B1DC804C8}" srcOrd="0" destOrd="0" presId="urn:microsoft.com/office/officeart/2018/2/layout/IconVerticalSolidList"/>
    <dgm:cxn modelId="{26FB296D-50B2-4047-9B12-0FD8EFD5B332}" type="presParOf" srcId="{82878481-FE2A-4C37-908B-E0952443E5C6}" destId="{DE24C6A7-4205-49C2-A672-8E2778F46864}" srcOrd="1" destOrd="0" presId="urn:microsoft.com/office/officeart/2018/2/layout/IconVerticalSolidList"/>
    <dgm:cxn modelId="{DBE67FB7-164D-4713-9A12-2BC5C6AC46AF}" type="presParOf" srcId="{82878481-FE2A-4C37-908B-E0952443E5C6}" destId="{B325DC9A-BA79-4552-A5F2-2D27700BC7C0}" srcOrd="2" destOrd="0" presId="urn:microsoft.com/office/officeart/2018/2/layout/IconVerticalSolidList"/>
    <dgm:cxn modelId="{51C0CAF8-D345-41C3-ACE1-10634170F603}" type="presParOf" srcId="{82878481-FE2A-4C37-908B-E0952443E5C6}" destId="{ADF9E430-945D-4369-B084-57E19D6EABB4}" srcOrd="3" destOrd="0" presId="urn:microsoft.com/office/officeart/2018/2/layout/IconVerticalSolidList"/>
    <dgm:cxn modelId="{369F9518-8011-4B44-9877-01FE3219EF99}" type="presParOf" srcId="{73D298E6-CB77-4F2E-BF65-C3EFBEF4B483}" destId="{B678B17E-783C-440D-835D-5CDEDCE18991}" srcOrd="1" destOrd="0" presId="urn:microsoft.com/office/officeart/2018/2/layout/IconVerticalSolidList"/>
    <dgm:cxn modelId="{93882971-53BC-4393-BBEC-1823BDBE6471}" type="presParOf" srcId="{73D298E6-CB77-4F2E-BF65-C3EFBEF4B483}" destId="{53DE6ACF-F4B7-4E68-BAE0-ED6B92394522}" srcOrd="2" destOrd="0" presId="urn:microsoft.com/office/officeart/2018/2/layout/IconVerticalSolidList"/>
    <dgm:cxn modelId="{85C2CC0E-5DE8-458E-947B-D00155A5F9C7}" type="presParOf" srcId="{53DE6ACF-F4B7-4E68-BAE0-ED6B92394522}" destId="{4C6D6ED0-1935-4CE6-9666-394AC5D213D8}" srcOrd="0" destOrd="0" presId="urn:microsoft.com/office/officeart/2018/2/layout/IconVerticalSolidList"/>
    <dgm:cxn modelId="{A8E4FD39-DE71-49DD-B6FE-135A6F5FA95B}" type="presParOf" srcId="{53DE6ACF-F4B7-4E68-BAE0-ED6B92394522}" destId="{C25BBBB4-B19D-40C2-BCD7-45334B3D7B25}" srcOrd="1" destOrd="0" presId="urn:microsoft.com/office/officeart/2018/2/layout/IconVerticalSolidList"/>
    <dgm:cxn modelId="{99794B8D-86E8-4261-BCED-B19CB2AB3427}" type="presParOf" srcId="{53DE6ACF-F4B7-4E68-BAE0-ED6B92394522}" destId="{514E4C0F-1358-4F33-B2E5-FEC57563F33B}" srcOrd="2" destOrd="0" presId="urn:microsoft.com/office/officeart/2018/2/layout/IconVerticalSolidList"/>
    <dgm:cxn modelId="{3B3584D9-C584-4E65-B099-85CE4430412F}" type="presParOf" srcId="{53DE6ACF-F4B7-4E68-BAE0-ED6B92394522}" destId="{CEC63159-F681-4EE1-A961-67BB34D902B0}"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FEA94A5D-BA41-4F37-8500-1DB278325467}" type="doc">
      <dgm:prSet loTypeId="urn:microsoft.com/office/officeart/2018/2/layout/IconLabelList" loCatId="icon" qsTypeId="urn:microsoft.com/office/officeart/2005/8/quickstyle/simple1" qsCatId="simple" csTypeId="urn:microsoft.com/office/officeart/2018/5/colors/Iconchunking_neutralbg_accent1_2" csCatId="accent1" phldr="1"/>
      <dgm:spPr/>
      <dgm:t>
        <a:bodyPr/>
        <a:lstStyle/>
        <a:p>
          <a:endParaRPr lang="en-US"/>
        </a:p>
      </dgm:t>
    </dgm:pt>
    <dgm:pt modelId="{A442412D-FF46-43E3-A813-E96B14B15879}">
      <dgm:prSet custT="1"/>
      <dgm:spPr/>
      <dgm:t>
        <a:bodyPr/>
        <a:lstStyle/>
        <a:p>
          <a:r>
            <a:rPr lang="en-SG" sz="2400" dirty="0"/>
            <a:t>Usually paid according to usage</a:t>
          </a:r>
          <a:endParaRPr lang="en-US" sz="2400" dirty="0"/>
        </a:p>
      </dgm:t>
    </dgm:pt>
    <dgm:pt modelId="{95F86B92-9FB5-4067-9D64-6F90BAB3430A}" type="parTrans" cxnId="{3241931A-8176-4564-9D3C-CB4B5784DB49}">
      <dgm:prSet/>
      <dgm:spPr/>
      <dgm:t>
        <a:bodyPr/>
        <a:lstStyle/>
        <a:p>
          <a:endParaRPr lang="en-US"/>
        </a:p>
      </dgm:t>
    </dgm:pt>
    <dgm:pt modelId="{EB64C7B8-940B-463B-8B46-5420A7388F68}" type="sibTrans" cxnId="{3241931A-8176-4564-9D3C-CB4B5784DB49}">
      <dgm:prSet/>
      <dgm:spPr/>
      <dgm:t>
        <a:bodyPr/>
        <a:lstStyle/>
        <a:p>
          <a:endParaRPr lang="en-US"/>
        </a:p>
      </dgm:t>
    </dgm:pt>
    <dgm:pt modelId="{CFD20F89-0492-4751-AE60-2AF2A0835CC4}">
      <dgm:prSet custT="1"/>
      <dgm:spPr/>
      <dgm:t>
        <a:bodyPr/>
        <a:lstStyle/>
        <a:p>
          <a:r>
            <a:rPr lang="en-SG" sz="2400" dirty="0"/>
            <a:t>Installation and maintenance cost are effectively outsourced</a:t>
          </a:r>
          <a:endParaRPr lang="en-US" sz="2400" dirty="0"/>
        </a:p>
      </dgm:t>
    </dgm:pt>
    <dgm:pt modelId="{1E6060CB-E785-4DEB-9AD2-00DB0ADA5D2F}" type="parTrans" cxnId="{92D2B3A5-3492-4C22-8662-64E6503E3F98}">
      <dgm:prSet/>
      <dgm:spPr/>
      <dgm:t>
        <a:bodyPr/>
        <a:lstStyle/>
        <a:p>
          <a:endParaRPr lang="en-US"/>
        </a:p>
      </dgm:t>
    </dgm:pt>
    <dgm:pt modelId="{31F92874-B02E-4E59-9500-E9037AD1523E}" type="sibTrans" cxnId="{92D2B3A5-3492-4C22-8662-64E6503E3F98}">
      <dgm:prSet/>
      <dgm:spPr/>
      <dgm:t>
        <a:bodyPr/>
        <a:lstStyle/>
        <a:p>
          <a:endParaRPr lang="en-US"/>
        </a:p>
      </dgm:t>
    </dgm:pt>
    <dgm:pt modelId="{4A46248A-8158-460A-8FA2-107147EF2CB3}">
      <dgm:prSet/>
      <dgm:spPr/>
      <dgm:t>
        <a:bodyPr/>
        <a:lstStyle/>
        <a:p>
          <a:r>
            <a:rPr lang="en-SG"/>
            <a:t>Cost saving on both client side and server side</a:t>
          </a:r>
          <a:endParaRPr lang="en-US"/>
        </a:p>
      </dgm:t>
    </dgm:pt>
    <dgm:pt modelId="{3F4BB7AC-F07D-4B50-BB4C-855D66B6287E}" type="parTrans" cxnId="{D2F1E709-1FD8-42CA-B3B3-4A2D8BFE4703}">
      <dgm:prSet/>
      <dgm:spPr/>
      <dgm:t>
        <a:bodyPr/>
        <a:lstStyle/>
        <a:p>
          <a:endParaRPr lang="en-US"/>
        </a:p>
      </dgm:t>
    </dgm:pt>
    <dgm:pt modelId="{D8286051-8D93-4FA9-85AC-0A324E1BD263}" type="sibTrans" cxnId="{D2F1E709-1FD8-42CA-B3B3-4A2D8BFE4703}">
      <dgm:prSet/>
      <dgm:spPr/>
      <dgm:t>
        <a:bodyPr/>
        <a:lstStyle/>
        <a:p>
          <a:endParaRPr lang="en-US"/>
        </a:p>
      </dgm:t>
    </dgm:pt>
    <dgm:pt modelId="{2E2EE1E4-F61D-4017-9810-4237ABDB5717}" type="pres">
      <dgm:prSet presAssocID="{FEA94A5D-BA41-4F37-8500-1DB278325467}" presName="root" presStyleCnt="0">
        <dgm:presLayoutVars>
          <dgm:dir/>
          <dgm:resizeHandles val="exact"/>
        </dgm:presLayoutVars>
      </dgm:prSet>
      <dgm:spPr/>
    </dgm:pt>
    <dgm:pt modelId="{020ED326-1757-4380-B52A-E19ABAD76A16}" type="pres">
      <dgm:prSet presAssocID="{A442412D-FF46-43E3-A813-E96B14B15879}" presName="compNode" presStyleCnt="0"/>
      <dgm:spPr/>
    </dgm:pt>
    <dgm:pt modelId="{258728EC-3FC0-49DE-8F84-73C1B3649BD6}" type="pres">
      <dgm:prSet presAssocID="{A442412D-FF46-43E3-A813-E96B14B15879}"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Dollar"/>
        </a:ext>
      </dgm:extLst>
    </dgm:pt>
    <dgm:pt modelId="{C52C945E-0E0B-4A5F-A70A-8902617D5EE2}" type="pres">
      <dgm:prSet presAssocID="{A442412D-FF46-43E3-A813-E96B14B15879}" presName="spaceRect" presStyleCnt="0"/>
      <dgm:spPr/>
    </dgm:pt>
    <dgm:pt modelId="{A9C03DE1-282B-42E1-AFA9-60F80ED316F4}" type="pres">
      <dgm:prSet presAssocID="{A442412D-FF46-43E3-A813-E96B14B15879}" presName="textRect" presStyleLbl="revTx" presStyleIdx="0" presStyleCnt="3">
        <dgm:presLayoutVars>
          <dgm:chMax val="1"/>
          <dgm:chPref val="1"/>
        </dgm:presLayoutVars>
      </dgm:prSet>
      <dgm:spPr/>
    </dgm:pt>
    <dgm:pt modelId="{F5744CA1-61C8-4788-884F-D7960AC06C1F}" type="pres">
      <dgm:prSet presAssocID="{EB64C7B8-940B-463B-8B46-5420A7388F68}" presName="sibTrans" presStyleCnt="0"/>
      <dgm:spPr/>
    </dgm:pt>
    <dgm:pt modelId="{C7A82104-5693-4AEC-87C8-81F1B5522EDE}" type="pres">
      <dgm:prSet presAssocID="{CFD20F89-0492-4751-AE60-2AF2A0835CC4}" presName="compNode" presStyleCnt="0"/>
      <dgm:spPr/>
    </dgm:pt>
    <dgm:pt modelId="{6CCCB485-9C4D-47CA-9E0F-FA33FEB62DE1}" type="pres">
      <dgm:prSet presAssocID="{CFD20F89-0492-4751-AE60-2AF2A0835CC4}"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Tools"/>
        </a:ext>
      </dgm:extLst>
    </dgm:pt>
    <dgm:pt modelId="{6ED0201D-4EF1-41EE-819F-F12C997F50E2}" type="pres">
      <dgm:prSet presAssocID="{CFD20F89-0492-4751-AE60-2AF2A0835CC4}" presName="spaceRect" presStyleCnt="0"/>
      <dgm:spPr/>
    </dgm:pt>
    <dgm:pt modelId="{0C7406D4-184F-41E2-990B-029242208C1B}" type="pres">
      <dgm:prSet presAssocID="{CFD20F89-0492-4751-AE60-2AF2A0835CC4}" presName="textRect" presStyleLbl="revTx" presStyleIdx="1" presStyleCnt="3">
        <dgm:presLayoutVars>
          <dgm:chMax val="1"/>
          <dgm:chPref val="1"/>
        </dgm:presLayoutVars>
      </dgm:prSet>
      <dgm:spPr/>
    </dgm:pt>
    <dgm:pt modelId="{BAC4510C-BDF4-4B9E-A99A-E7E585CE036D}" type="pres">
      <dgm:prSet presAssocID="{31F92874-B02E-4E59-9500-E9037AD1523E}" presName="sibTrans" presStyleCnt="0"/>
      <dgm:spPr/>
    </dgm:pt>
    <dgm:pt modelId="{3AFB4781-EAF4-43BC-A42B-86807D7990E4}" type="pres">
      <dgm:prSet presAssocID="{4A46248A-8158-460A-8FA2-107147EF2CB3}" presName="compNode" presStyleCnt="0"/>
      <dgm:spPr/>
    </dgm:pt>
    <dgm:pt modelId="{EE8DE9BD-B6FD-4CA6-AE86-D06E562015BD}" type="pres">
      <dgm:prSet presAssocID="{4A46248A-8158-460A-8FA2-107147EF2CB3}"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Piggy Bank"/>
        </a:ext>
      </dgm:extLst>
    </dgm:pt>
    <dgm:pt modelId="{8292776F-138D-4292-AD96-F86ECD7CA3F1}" type="pres">
      <dgm:prSet presAssocID="{4A46248A-8158-460A-8FA2-107147EF2CB3}" presName="spaceRect" presStyleCnt="0"/>
      <dgm:spPr/>
    </dgm:pt>
    <dgm:pt modelId="{DB4F3EFA-404C-4C0E-8FD0-9E27B8565B08}" type="pres">
      <dgm:prSet presAssocID="{4A46248A-8158-460A-8FA2-107147EF2CB3}" presName="textRect" presStyleLbl="revTx" presStyleIdx="2" presStyleCnt="3">
        <dgm:presLayoutVars>
          <dgm:chMax val="1"/>
          <dgm:chPref val="1"/>
        </dgm:presLayoutVars>
      </dgm:prSet>
      <dgm:spPr/>
    </dgm:pt>
  </dgm:ptLst>
  <dgm:cxnLst>
    <dgm:cxn modelId="{D2F1E709-1FD8-42CA-B3B3-4A2D8BFE4703}" srcId="{FEA94A5D-BA41-4F37-8500-1DB278325467}" destId="{4A46248A-8158-460A-8FA2-107147EF2CB3}" srcOrd="2" destOrd="0" parTransId="{3F4BB7AC-F07D-4B50-BB4C-855D66B6287E}" sibTransId="{D8286051-8D93-4FA9-85AC-0A324E1BD263}"/>
    <dgm:cxn modelId="{D7ADF912-9C37-4CA5-8D81-0434B0C6F226}" type="presOf" srcId="{A442412D-FF46-43E3-A813-E96B14B15879}" destId="{A9C03DE1-282B-42E1-AFA9-60F80ED316F4}" srcOrd="0" destOrd="0" presId="urn:microsoft.com/office/officeart/2018/2/layout/IconLabelList"/>
    <dgm:cxn modelId="{3241931A-8176-4564-9D3C-CB4B5784DB49}" srcId="{FEA94A5D-BA41-4F37-8500-1DB278325467}" destId="{A442412D-FF46-43E3-A813-E96B14B15879}" srcOrd="0" destOrd="0" parTransId="{95F86B92-9FB5-4067-9D64-6F90BAB3430A}" sibTransId="{EB64C7B8-940B-463B-8B46-5420A7388F68}"/>
    <dgm:cxn modelId="{545ACE36-FA75-41DE-BB8E-65018703189F}" type="presOf" srcId="{4A46248A-8158-460A-8FA2-107147EF2CB3}" destId="{DB4F3EFA-404C-4C0E-8FD0-9E27B8565B08}" srcOrd="0" destOrd="0" presId="urn:microsoft.com/office/officeart/2018/2/layout/IconLabelList"/>
    <dgm:cxn modelId="{92D2B3A5-3492-4C22-8662-64E6503E3F98}" srcId="{FEA94A5D-BA41-4F37-8500-1DB278325467}" destId="{CFD20F89-0492-4751-AE60-2AF2A0835CC4}" srcOrd="1" destOrd="0" parTransId="{1E6060CB-E785-4DEB-9AD2-00DB0ADA5D2F}" sibTransId="{31F92874-B02E-4E59-9500-E9037AD1523E}"/>
    <dgm:cxn modelId="{540121AF-71E5-4879-8205-AD0DF9F4709C}" type="presOf" srcId="{FEA94A5D-BA41-4F37-8500-1DB278325467}" destId="{2E2EE1E4-F61D-4017-9810-4237ABDB5717}" srcOrd="0" destOrd="0" presId="urn:microsoft.com/office/officeart/2018/2/layout/IconLabelList"/>
    <dgm:cxn modelId="{A6B4AEE5-69DF-4E62-A5FD-D92BE1435F41}" type="presOf" srcId="{CFD20F89-0492-4751-AE60-2AF2A0835CC4}" destId="{0C7406D4-184F-41E2-990B-029242208C1B}" srcOrd="0" destOrd="0" presId="urn:microsoft.com/office/officeart/2018/2/layout/IconLabelList"/>
    <dgm:cxn modelId="{ED2451EB-1AE8-4A53-BF31-4B4A2A964111}" type="presParOf" srcId="{2E2EE1E4-F61D-4017-9810-4237ABDB5717}" destId="{020ED326-1757-4380-B52A-E19ABAD76A16}" srcOrd="0" destOrd="0" presId="urn:microsoft.com/office/officeart/2018/2/layout/IconLabelList"/>
    <dgm:cxn modelId="{C042F602-668C-4853-8FCF-EEF615B17F92}" type="presParOf" srcId="{020ED326-1757-4380-B52A-E19ABAD76A16}" destId="{258728EC-3FC0-49DE-8F84-73C1B3649BD6}" srcOrd="0" destOrd="0" presId="urn:microsoft.com/office/officeart/2018/2/layout/IconLabelList"/>
    <dgm:cxn modelId="{20CB6C23-E14C-449F-A2F0-7163C4851A50}" type="presParOf" srcId="{020ED326-1757-4380-B52A-E19ABAD76A16}" destId="{C52C945E-0E0B-4A5F-A70A-8902617D5EE2}" srcOrd="1" destOrd="0" presId="urn:microsoft.com/office/officeart/2018/2/layout/IconLabelList"/>
    <dgm:cxn modelId="{7C6E75F4-7321-4FCC-97A3-F6F3061D8D85}" type="presParOf" srcId="{020ED326-1757-4380-B52A-E19ABAD76A16}" destId="{A9C03DE1-282B-42E1-AFA9-60F80ED316F4}" srcOrd="2" destOrd="0" presId="urn:microsoft.com/office/officeart/2018/2/layout/IconLabelList"/>
    <dgm:cxn modelId="{D20020EA-052F-4CFE-9317-6F11F897AA9A}" type="presParOf" srcId="{2E2EE1E4-F61D-4017-9810-4237ABDB5717}" destId="{F5744CA1-61C8-4788-884F-D7960AC06C1F}" srcOrd="1" destOrd="0" presId="urn:microsoft.com/office/officeart/2018/2/layout/IconLabelList"/>
    <dgm:cxn modelId="{35543FF7-7A4B-4606-8A3B-92351ED782A1}" type="presParOf" srcId="{2E2EE1E4-F61D-4017-9810-4237ABDB5717}" destId="{C7A82104-5693-4AEC-87C8-81F1B5522EDE}" srcOrd="2" destOrd="0" presId="urn:microsoft.com/office/officeart/2018/2/layout/IconLabelList"/>
    <dgm:cxn modelId="{8541B8DB-5959-4777-AA29-BC117313E29A}" type="presParOf" srcId="{C7A82104-5693-4AEC-87C8-81F1B5522EDE}" destId="{6CCCB485-9C4D-47CA-9E0F-FA33FEB62DE1}" srcOrd="0" destOrd="0" presId="urn:microsoft.com/office/officeart/2018/2/layout/IconLabelList"/>
    <dgm:cxn modelId="{EE3BC04C-1DC0-4160-A3D5-20CCD2C19E18}" type="presParOf" srcId="{C7A82104-5693-4AEC-87C8-81F1B5522EDE}" destId="{6ED0201D-4EF1-41EE-819F-F12C997F50E2}" srcOrd="1" destOrd="0" presId="urn:microsoft.com/office/officeart/2018/2/layout/IconLabelList"/>
    <dgm:cxn modelId="{78655497-63BB-4826-91E4-29B917156085}" type="presParOf" srcId="{C7A82104-5693-4AEC-87C8-81F1B5522EDE}" destId="{0C7406D4-184F-41E2-990B-029242208C1B}" srcOrd="2" destOrd="0" presId="urn:microsoft.com/office/officeart/2018/2/layout/IconLabelList"/>
    <dgm:cxn modelId="{4A91D139-FB04-490A-86EB-486963837456}" type="presParOf" srcId="{2E2EE1E4-F61D-4017-9810-4237ABDB5717}" destId="{BAC4510C-BDF4-4B9E-A99A-E7E585CE036D}" srcOrd="3" destOrd="0" presId="urn:microsoft.com/office/officeart/2018/2/layout/IconLabelList"/>
    <dgm:cxn modelId="{47EA60B0-1348-4D9F-A4A6-1E2BA1673E45}" type="presParOf" srcId="{2E2EE1E4-F61D-4017-9810-4237ABDB5717}" destId="{3AFB4781-EAF4-43BC-A42B-86807D7990E4}" srcOrd="4" destOrd="0" presId="urn:microsoft.com/office/officeart/2018/2/layout/IconLabelList"/>
    <dgm:cxn modelId="{3217AA56-6C86-464A-8195-8C3CE8AC4C66}" type="presParOf" srcId="{3AFB4781-EAF4-43BC-A42B-86807D7990E4}" destId="{EE8DE9BD-B6FD-4CA6-AE86-D06E562015BD}" srcOrd="0" destOrd="0" presId="urn:microsoft.com/office/officeart/2018/2/layout/IconLabelList"/>
    <dgm:cxn modelId="{80A6483D-5021-4F1A-B9FF-1E1AF3BAC5F9}" type="presParOf" srcId="{3AFB4781-EAF4-43BC-A42B-86807D7990E4}" destId="{8292776F-138D-4292-AD96-F86ECD7CA3F1}" srcOrd="1" destOrd="0" presId="urn:microsoft.com/office/officeart/2018/2/layout/IconLabelList"/>
    <dgm:cxn modelId="{1C1E5935-D884-41C6-B528-B45C6F5B074A}" type="presParOf" srcId="{3AFB4781-EAF4-43BC-A42B-86807D7990E4}" destId="{DB4F3EFA-404C-4C0E-8FD0-9E27B8565B08}"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9536B9F9-496D-4975-BD95-598BEF816B07}" type="doc">
      <dgm:prSet loTypeId="urn:microsoft.com/office/officeart/2016/7/layout/LinearBlockProcessNumbered" loCatId="process" qsTypeId="urn:microsoft.com/office/officeart/2005/8/quickstyle/simple1" qsCatId="simple" csTypeId="urn:microsoft.com/office/officeart/2005/8/colors/accent0_2" csCatId="mainScheme"/>
      <dgm:spPr/>
      <dgm:t>
        <a:bodyPr/>
        <a:lstStyle/>
        <a:p>
          <a:endParaRPr lang="en-US"/>
        </a:p>
      </dgm:t>
    </dgm:pt>
    <dgm:pt modelId="{DC2D5B0F-6F28-4E13-9069-E85524D7DB05}">
      <dgm:prSet custT="1"/>
      <dgm:spPr/>
      <dgm:t>
        <a:bodyPr/>
        <a:lstStyle/>
        <a:p>
          <a:r>
            <a:rPr lang="en-SG" sz="1900" dirty="0"/>
            <a:t>Downtime or poor availability of the network connection or server hosting the applications or server failure</a:t>
          </a:r>
          <a:endParaRPr lang="en-US" sz="1900" dirty="0"/>
        </a:p>
      </dgm:t>
    </dgm:pt>
    <dgm:pt modelId="{5F452D34-3FE7-4E2B-90C7-8C760D62A397}" type="parTrans" cxnId="{3CCE53D8-9EA6-485B-9066-51E9D9C18237}">
      <dgm:prSet/>
      <dgm:spPr/>
      <dgm:t>
        <a:bodyPr/>
        <a:lstStyle/>
        <a:p>
          <a:endParaRPr lang="en-US"/>
        </a:p>
      </dgm:t>
    </dgm:pt>
    <dgm:pt modelId="{04282FC4-72FE-4AA8-B607-78BC4BF44FE9}" type="sibTrans" cxnId="{3CCE53D8-9EA6-485B-9066-51E9D9C18237}">
      <dgm:prSet phldrT="01"/>
      <dgm:spPr/>
      <dgm:t>
        <a:bodyPr/>
        <a:lstStyle/>
        <a:p>
          <a:r>
            <a:rPr lang="en-US"/>
            <a:t>01</a:t>
          </a:r>
        </a:p>
      </dgm:t>
    </dgm:pt>
    <dgm:pt modelId="{9372E33B-2093-4029-ABC2-DD2B0AE581BC}">
      <dgm:prSet/>
      <dgm:spPr/>
      <dgm:t>
        <a:bodyPr/>
        <a:lstStyle/>
        <a:p>
          <a:r>
            <a:rPr lang="en-SG" dirty="0"/>
            <a:t>Lower performance than a local database</a:t>
          </a:r>
          <a:endParaRPr lang="en-US" dirty="0"/>
        </a:p>
      </dgm:t>
    </dgm:pt>
    <dgm:pt modelId="{7F039CF3-F301-4D63-A586-EBA0AA6B217C}" type="parTrans" cxnId="{E5EB6919-BE7F-49ED-A35F-9498DAF8FF7C}">
      <dgm:prSet/>
      <dgm:spPr/>
      <dgm:t>
        <a:bodyPr/>
        <a:lstStyle/>
        <a:p>
          <a:endParaRPr lang="en-US"/>
        </a:p>
      </dgm:t>
    </dgm:pt>
    <dgm:pt modelId="{A4A6A38C-4666-4099-B71F-1C198BE58B8D}" type="sibTrans" cxnId="{E5EB6919-BE7F-49ED-A35F-9498DAF8FF7C}">
      <dgm:prSet phldrT="02"/>
      <dgm:spPr/>
      <dgm:t>
        <a:bodyPr/>
        <a:lstStyle/>
        <a:p>
          <a:r>
            <a:rPr lang="en-US"/>
            <a:t>02</a:t>
          </a:r>
        </a:p>
      </dgm:t>
    </dgm:pt>
    <dgm:pt modelId="{950E7259-0F77-4793-B938-499DC4CE0BE4}">
      <dgm:prSet/>
      <dgm:spPr/>
      <dgm:t>
        <a:bodyPr/>
        <a:lstStyle/>
        <a:p>
          <a:r>
            <a:rPr lang="en-SG" dirty="0"/>
            <a:t>Reduce data security since traditionally data would be backed up by in-house IT staff</a:t>
          </a:r>
          <a:endParaRPr lang="en-US" dirty="0"/>
        </a:p>
      </dgm:t>
    </dgm:pt>
    <dgm:pt modelId="{42CE56B2-C0B0-40FE-8048-FF0BB820359F}" type="parTrans" cxnId="{587DB97F-F867-4175-BFF4-65EA52DD7FB5}">
      <dgm:prSet/>
      <dgm:spPr/>
      <dgm:t>
        <a:bodyPr/>
        <a:lstStyle/>
        <a:p>
          <a:endParaRPr lang="en-US"/>
        </a:p>
      </dgm:t>
    </dgm:pt>
    <dgm:pt modelId="{6371FE16-4983-4406-A81E-A2B9929634F9}" type="sibTrans" cxnId="{587DB97F-F867-4175-BFF4-65EA52DD7FB5}">
      <dgm:prSet phldrT="03"/>
      <dgm:spPr/>
      <dgm:t>
        <a:bodyPr/>
        <a:lstStyle/>
        <a:p>
          <a:r>
            <a:rPr lang="en-US" dirty="0"/>
            <a:t>03</a:t>
          </a:r>
        </a:p>
      </dgm:t>
    </dgm:pt>
    <dgm:pt modelId="{A7748347-7B95-4C6B-BDFA-3CE2DB4EC2C8}">
      <dgm:prSet/>
      <dgm:spPr/>
      <dgm:t>
        <a:bodyPr/>
        <a:lstStyle/>
        <a:p>
          <a:r>
            <a:rPr lang="en-SG" dirty="0"/>
            <a:t>Data protection – since customer data maybe stored in a different locations</a:t>
          </a:r>
          <a:endParaRPr lang="en-US" dirty="0"/>
        </a:p>
      </dgm:t>
    </dgm:pt>
    <dgm:pt modelId="{6F63C5B4-450B-4AB6-ADEE-5BF7261F1E7D}" type="parTrans" cxnId="{91974B39-3698-48B4-8F1B-3E215502E736}">
      <dgm:prSet/>
      <dgm:spPr/>
      <dgm:t>
        <a:bodyPr/>
        <a:lstStyle/>
        <a:p>
          <a:endParaRPr lang="en-US"/>
        </a:p>
      </dgm:t>
    </dgm:pt>
    <dgm:pt modelId="{1319E09A-F185-4A0F-B0DE-DD131DC970B5}" type="sibTrans" cxnId="{91974B39-3698-48B4-8F1B-3E215502E736}">
      <dgm:prSet phldrT="04"/>
      <dgm:spPr/>
      <dgm:t>
        <a:bodyPr/>
        <a:lstStyle/>
        <a:p>
          <a:r>
            <a:rPr lang="en-US"/>
            <a:t>04</a:t>
          </a:r>
        </a:p>
      </dgm:t>
    </dgm:pt>
    <dgm:pt modelId="{508460BC-FE84-4A82-BBAC-7A62995452B4}" type="pres">
      <dgm:prSet presAssocID="{9536B9F9-496D-4975-BD95-598BEF816B07}" presName="Name0" presStyleCnt="0">
        <dgm:presLayoutVars>
          <dgm:animLvl val="lvl"/>
          <dgm:resizeHandles val="exact"/>
        </dgm:presLayoutVars>
      </dgm:prSet>
      <dgm:spPr/>
    </dgm:pt>
    <dgm:pt modelId="{B52EB69E-9633-4AC7-970F-872BC1CB97B7}" type="pres">
      <dgm:prSet presAssocID="{DC2D5B0F-6F28-4E13-9069-E85524D7DB05}" presName="compositeNode" presStyleCnt="0">
        <dgm:presLayoutVars>
          <dgm:bulletEnabled val="1"/>
        </dgm:presLayoutVars>
      </dgm:prSet>
      <dgm:spPr/>
    </dgm:pt>
    <dgm:pt modelId="{01A5FAE7-7347-4DBD-815C-AA539226063A}" type="pres">
      <dgm:prSet presAssocID="{DC2D5B0F-6F28-4E13-9069-E85524D7DB05}" presName="bgRect" presStyleLbl="alignNode1" presStyleIdx="0" presStyleCnt="4"/>
      <dgm:spPr/>
    </dgm:pt>
    <dgm:pt modelId="{7607DE4A-D81A-417D-B71A-4F9048A1F6FA}" type="pres">
      <dgm:prSet presAssocID="{04282FC4-72FE-4AA8-B607-78BC4BF44FE9}" presName="sibTransNodeRect" presStyleLbl="alignNode1" presStyleIdx="0" presStyleCnt="4">
        <dgm:presLayoutVars>
          <dgm:chMax val="0"/>
          <dgm:bulletEnabled val="1"/>
        </dgm:presLayoutVars>
      </dgm:prSet>
      <dgm:spPr/>
    </dgm:pt>
    <dgm:pt modelId="{1961BCE5-6A98-4494-8C26-FF89B4F788E0}" type="pres">
      <dgm:prSet presAssocID="{DC2D5B0F-6F28-4E13-9069-E85524D7DB05}" presName="nodeRect" presStyleLbl="alignNode1" presStyleIdx="0" presStyleCnt="4">
        <dgm:presLayoutVars>
          <dgm:bulletEnabled val="1"/>
        </dgm:presLayoutVars>
      </dgm:prSet>
      <dgm:spPr/>
    </dgm:pt>
    <dgm:pt modelId="{E6DCBD1A-351E-45CC-BA7F-9199C1714DBA}" type="pres">
      <dgm:prSet presAssocID="{04282FC4-72FE-4AA8-B607-78BC4BF44FE9}" presName="sibTrans" presStyleCnt="0"/>
      <dgm:spPr/>
    </dgm:pt>
    <dgm:pt modelId="{5599F88C-4CC7-4409-8229-84B7CC2073D0}" type="pres">
      <dgm:prSet presAssocID="{9372E33B-2093-4029-ABC2-DD2B0AE581BC}" presName="compositeNode" presStyleCnt="0">
        <dgm:presLayoutVars>
          <dgm:bulletEnabled val="1"/>
        </dgm:presLayoutVars>
      </dgm:prSet>
      <dgm:spPr/>
    </dgm:pt>
    <dgm:pt modelId="{6249CF9C-4F34-441A-970F-D40CF31106DF}" type="pres">
      <dgm:prSet presAssocID="{9372E33B-2093-4029-ABC2-DD2B0AE581BC}" presName="bgRect" presStyleLbl="alignNode1" presStyleIdx="1" presStyleCnt="4"/>
      <dgm:spPr/>
    </dgm:pt>
    <dgm:pt modelId="{CD3E6BB4-7E9C-43D5-96F2-863F150721C1}" type="pres">
      <dgm:prSet presAssocID="{A4A6A38C-4666-4099-B71F-1C198BE58B8D}" presName="sibTransNodeRect" presStyleLbl="alignNode1" presStyleIdx="1" presStyleCnt="4">
        <dgm:presLayoutVars>
          <dgm:chMax val="0"/>
          <dgm:bulletEnabled val="1"/>
        </dgm:presLayoutVars>
      </dgm:prSet>
      <dgm:spPr/>
    </dgm:pt>
    <dgm:pt modelId="{B3C4F4A2-182D-41B8-9FDE-8C8B0284FCAB}" type="pres">
      <dgm:prSet presAssocID="{9372E33B-2093-4029-ABC2-DD2B0AE581BC}" presName="nodeRect" presStyleLbl="alignNode1" presStyleIdx="1" presStyleCnt="4">
        <dgm:presLayoutVars>
          <dgm:bulletEnabled val="1"/>
        </dgm:presLayoutVars>
      </dgm:prSet>
      <dgm:spPr/>
    </dgm:pt>
    <dgm:pt modelId="{6089F4D3-76E4-495C-AE29-C742612BD7D9}" type="pres">
      <dgm:prSet presAssocID="{A4A6A38C-4666-4099-B71F-1C198BE58B8D}" presName="sibTrans" presStyleCnt="0"/>
      <dgm:spPr/>
    </dgm:pt>
    <dgm:pt modelId="{54EC7C0A-CFCB-45E8-BD9D-29811FFF6BF8}" type="pres">
      <dgm:prSet presAssocID="{950E7259-0F77-4793-B938-499DC4CE0BE4}" presName="compositeNode" presStyleCnt="0">
        <dgm:presLayoutVars>
          <dgm:bulletEnabled val="1"/>
        </dgm:presLayoutVars>
      </dgm:prSet>
      <dgm:spPr/>
    </dgm:pt>
    <dgm:pt modelId="{CDFF6F4E-FCE4-4528-9BEB-2809EE162FA4}" type="pres">
      <dgm:prSet presAssocID="{950E7259-0F77-4793-B938-499DC4CE0BE4}" presName="bgRect" presStyleLbl="alignNode1" presStyleIdx="2" presStyleCnt="4"/>
      <dgm:spPr/>
    </dgm:pt>
    <dgm:pt modelId="{0269FD7C-C80A-4226-928C-1EB36A69DBD5}" type="pres">
      <dgm:prSet presAssocID="{6371FE16-4983-4406-A81E-A2B9929634F9}" presName="sibTransNodeRect" presStyleLbl="alignNode1" presStyleIdx="2" presStyleCnt="4">
        <dgm:presLayoutVars>
          <dgm:chMax val="0"/>
          <dgm:bulletEnabled val="1"/>
        </dgm:presLayoutVars>
      </dgm:prSet>
      <dgm:spPr/>
    </dgm:pt>
    <dgm:pt modelId="{F1D94A17-F37F-42DB-8B30-3DCC34930493}" type="pres">
      <dgm:prSet presAssocID="{950E7259-0F77-4793-B938-499DC4CE0BE4}" presName="nodeRect" presStyleLbl="alignNode1" presStyleIdx="2" presStyleCnt="4">
        <dgm:presLayoutVars>
          <dgm:bulletEnabled val="1"/>
        </dgm:presLayoutVars>
      </dgm:prSet>
      <dgm:spPr/>
    </dgm:pt>
    <dgm:pt modelId="{184A1A45-AB13-40A2-B77C-04632647181A}" type="pres">
      <dgm:prSet presAssocID="{6371FE16-4983-4406-A81E-A2B9929634F9}" presName="sibTrans" presStyleCnt="0"/>
      <dgm:spPr/>
    </dgm:pt>
    <dgm:pt modelId="{11AC619B-53F4-44F7-9DFA-0755D35FE0E5}" type="pres">
      <dgm:prSet presAssocID="{A7748347-7B95-4C6B-BDFA-3CE2DB4EC2C8}" presName="compositeNode" presStyleCnt="0">
        <dgm:presLayoutVars>
          <dgm:bulletEnabled val="1"/>
        </dgm:presLayoutVars>
      </dgm:prSet>
      <dgm:spPr/>
    </dgm:pt>
    <dgm:pt modelId="{8572F8A5-2CFF-42D8-B534-EE2B8842B63A}" type="pres">
      <dgm:prSet presAssocID="{A7748347-7B95-4C6B-BDFA-3CE2DB4EC2C8}" presName="bgRect" presStyleLbl="alignNode1" presStyleIdx="3" presStyleCnt="4"/>
      <dgm:spPr/>
    </dgm:pt>
    <dgm:pt modelId="{7DDEB8F6-EE3C-4724-BC6C-54836EE638AE}" type="pres">
      <dgm:prSet presAssocID="{1319E09A-F185-4A0F-B0DE-DD131DC970B5}" presName="sibTransNodeRect" presStyleLbl="alignNode1" presStyleIdx="3" presStyleCnt="4">
        <dgm:presLayoutVars>
          <dgm:chMax val="0"/>
          <dgm:bulletEnabled val="1"/>
        </dgm:presLayoutVars>
      </dgm:prSet>
      <dgm:spPr/>
    </dgm:pt>
    <dgm:pt modelId="{9F927769-D8FA-41B9-83DC-00088202387A}" type="pres">
      <dgm:prSet presAssocID="{A7748347-7B95-4C6B-BDFA-3CE2DB4EC2C8}" presName="nodeRect" presStyleLbl="alignNode1" presStyleIdx="3" presStyleCnt="4">
        <dgm:presLayoutVars>
          <dgm:bulletEnabled val="1"/>
        </dgm:presLayoutVars>
      </dgm:prSet>
      <dgm:spPr/>
    </dgm:pt>
  </dgm:ptLst>
  <dgm:cxnLst>
    <dgm:cxn modelId="{0E0B3C0C-0DDC-4E0D-ABF1-723B385B3B59}" type="presOf" srcId="{6371FE16-4983-4406-A81E-A2B9929634F9}" destId="{0269FD7C-C80A-4226-928C-1EB36A69DBD5}" srcOrd="0" destOrd="0" presId="urn:microsoft.com/office/officeart/2016/7/layout/LinearBlockProcessNumbered"/>
    <dgm:cxn modelId="{EBB91B16-87AC-471E-98EE-31A1BF6D364F}" type="presOf" srcId="{950E7259-0F77-4793-B938-499DC4CE0BE4}" destId="{F1D94A17-F37F-42DB-8B30-3DCC34930493}" srcOrd="1" destOrd="0" presId="urn:microsoft.com/office/officeart/2016/7/layout/LinearBlockProcessNumbered"/>
    <dgm:cxn modelId="{E5EB6919-BE7F-49ED-A35F-9498DAF8FF7C}" srcId="{9536B9F9-496D-4975-BD95-598BEF816B07}" destId="{9372E33B-2093-4029-ABC2-DD2B0AE581BC}" srcOrd="1" destOrd="0" parTransId="{7F039CF3-F301-4D63-A586-EBA0AA6B217C}" sibTransId="{A4A6A38C-4666-4099-B71F-1C198BE58B8D}"/>
    <dgm:cxn modelId="{7096491B-0411-418F-96DD-299485DB0BA9}" type="presOf" srcId="{A7748347-7B95-4C6B-BDFA-3CE2DB4EC2C8}" destId="{8572F8A5-2CFF-42D8-B534-EE2B8842B63A}" srcOrd="0" destOrd="0" presId="urn:microsoft.com/office/officeart/2016/7/layout/LinearBlockProcessNumbered"/>
    <dgm:cxn modelId="{82F09A1C-32EB-4069-A457-8436E351857E}" type="presOf" srcId="{A4A6A38C-4666-4099-B71F-1C198BE58B8D}" destId="{CD3E6BB4-7E9C-43D5-96F2-863F150721C1}" srcOrd="0" destOrd="0" presId="urn:microsoft.com/office/officeart/2016/7/layout/LinearBlockProcessNumbered"/>
    <dgm:cxn modelId="{91974B39-3698-48B4-8F1B-3E215502E736}" srcId="{9536B9F9-496D-4975-BD95-598BEF816B07}" destId="{A7748347-7B95-4C6B-BDFA-3CE2DB4EC2C8}" srcOrd="3" destOrd="0" parTransId="{6F63C5B4-450B-4AB6-ADEE-5BF7261F1E7D}" sibTransId="{1319E09A-F185-4A0F-B0DE-DD131DC970B5}"/>
    <dgm:cxn modelId="{4D4AD45F-B358-4BDB-AB76-5BF661E93265}" type="presOf" srcId="{DC2D5B0F-6F28-4E13-9069-E85524D7DB05}" destId="{01A5FAE7-7347-4DBD-815C-AA539226063A}" srcOrd="0" destOrd="0" presId="urn:microsoft.com/office/officeart/2016/7/layout/LinearBlockProcessNumbered"/>
    <dgm:cxn modelId="{1BDF0446-F9D9-4A26-A05C-4A07A00D5E1A}" type="presOf" srcId="{DC2D5B0F-6F28-4E13-9069-E85524D7DB05}" destId="{1961BCE5-6A98-4494-8C26-FF89B4F788E0}" srcOrd="1" destOrd="0" presId="urn:microsoft.com/office/officeart/2016/7/layout/LinearBlockProcessNumbered"/>
    <dgm:cxn modelId="{3FF92877-0325-4306-A09B-7B7EA8C87AD9}" type="presOf" srcId="{9536B9F9-496D-4975-BD95-598BEF816B07}" destId="{508460BC-FE84-4A82-BBAC-7A62995452B4}" srcOrd="0" destOrd="0" presId="urn:microsoft.com/office/officeart/2016/7/layout/LinearBlockProcessNumbered"/>
    <dgm:cxn modelId="{587DB97F-F867-4175-BFF4-65EA52DD7FB5}" srcId="{9536B9F9-496D-4975-BD95-598BEF816B07}" destId="{950E7259-0F77-4793-B938-499DC4CE0BE4}" srcOrd="2" destOrd="0" parTransId="{42CE56B2-C0B0-40FE-8048-FF0BB820359F}" sibTransId="{6371FE16-4983-4406-A81E-A2B9929634F9}"/>
    <dgm:cxn modelId="{6D86D584-3DF8-4EAE-97B8-EFEB837CBA03}" type="presOf" srcId="{04282FC4-72FE-4AA8-B607-78BC4BF44FE9}" destId="{7607DE4A-D81A-417D-B71A-4F9048A1F6FA}" srcOrd="0" destOrd="0" presId="urn:microsoft.com/office/officeart/2016/7/layout/LinearBlockProcessNumbered"/>
    <dgm:cxn modelId="{FBAD4386-1B47-404F-9CEC-359632E3D87D}" type="presOf" srcId="{9372E33B-2093-4029-ABC2-DD2B0AE581BC}" destId="{B3C4F4A2-182D-41B8-9FDE-8C8B0284FCAB}" srcOrd="1" destOrd="0" presId="urn:microsoft.com/office/officeart/2016/7/layout/LinearBlockProcessNumbered"/>
    <dgm:cxn modelId="{83E3BEBC-DB44-463A-B9FC-54B19AAB6C8B}" type="presOf" srcId="{A7748347-7B95-4C6B-BDFA-3CE2DB4EC2C8}" destId="{9F927769-D8FA-41B9-83DC-00088202387A}" srcOrd="1" destOrd="0" presId="urn:microsoft.com/office/officeart/2016/7/layout/LinearBlockProcessNumbered"/>
    <dgm:cxn modelId="{EE8771D7-B576-4353-9037-DED41B381A59}" type="presOf" srcId="{9372E33B-2093-4029-ABC2-DD2B0AE581BC}" destId="{6249CF9C-4F34-441A-970F-D40CF31106DF}" srcOrd="0" destOrd="0" presId="urn:microsoft.com/office/officeart/2016/7/layout/LinearBlockProcessNumbered"/>
    <dgm:cxn modelId="{3CCE53D8-9EA6-485B-9066-51E9D9C18237}" srcId="{9536B9F9-496D-4975-BD95-598BEF816B07}" destId="{DC2D5B0F-6F28-4E13-9069-E85524D7DB05}" srcOrd="0" destOrd="0" parTransId="{5F452D34-3FE7-4E2B-90C7-8C760D62A397}" sibTransId="{04282FC4-72FE-4AA8-B607-78BC4BF44FE9}"/>
    <dgm:cxn modelId="{93007CDD-F78B-416D-923B-EE31E110F3FC}" type="presOf" srcId="{950E7259-0F77-4793-B938-499DC4CE0BE4}" destId="{CDFF6F4E-FCE4-4528-9BEB-2809EE162FA4}" srcOrd="0" destOrd="0" presId="urn:microsoft.com/office/officeart/2016/7/layout/LinearBlockProcessNumbered"/>
    <dgm:cxn modelId="{4EF915E2-B685-44AA-8509-EA2266C9C2C0}" type="presOf" srcId="{1319E09A-F185-4A0F-B0DE-DD131DC970B5}" destId="{7DDEB8F6-EE3C-4724-BC6C-54836EE638AE}" srcOrd="0" destOrd="0" presId="urn:microsoft.com/office/officeart/2016/7/layout/LinearBlockProcessNumbered"/>
    <dgm:cxn modelId="{F7FEA021-7DD7-4738-9C20-B00362539F66}" type="presParOf" srcId="{508460BC-FE84-4A82-BBAC-7A62995452B4}" destId="{B52EB69E-9633-4AC7-970F-872BC1CB97B7}" srcOrd="0" destOrd="0" presId="urn:microsoft.com/office/officeart/2016/7/layout/LinearBlockProcessNumbered"/>
    <dgm:cxn modelId="{1AE2DC98-CFDB-42D1-9B33-0F373C6F98D3}" type="presParOf" srcId="{B52EB69E-9633-4AC7-970F-872BC1CB97B7}" destId="{01A5FAE7-7347-4DBD-815C-AA539226063A}" srcOrd="0" destOrd="0" presId="urn:microsoft.com/office/officeart/2016/7/layout/LinearBlockProcessNumbered"/>
    <dgm:cxn modelId="{166F1761-E73B-4113-BEF9-18B54CC94897}" type="presParOf" srcId="{B52EB69E-9633-4AC7-970F-872BC1CB97B7}" destId="{7607DE4A-D81A-417D-B71A-4F9048A1F6FA}" srcOrd="1" destOrd="0" presId="urn:microsoft.com/office/officeart/2016/7/layout/LinearBlockProcessNumbered"/>
    <dgm:cxn modelId="{AE74030D-D4BD-483B-AD36-C81784D7B5D4}" type="presParOf" srcId="{B52EB69E-9633-4AC7-970F-872BC1CB97B7}" destId="{1961BCE5-6A98-4494-8C26-FF89B4F788E0}" srcOrd="2" destOrd="0" presId="urn:microsoft.com/office/officeart/2016/7/layout/LinearBlockProcessNumbered"/>
    <dgm:cxn modelId="{852FDBAB-D829-4CB4-92ED-15D5E5679523}" type="presParOf" srcId="{508460BC-FE84-4A82-BBAC-7A62995452B4}" destId="{E6DCBD1A-351E-45CC-BA7F-9199C1714DBA}" srcOrd="1" destOrd="0" presId="urn:microsoft.com/office/officeart/2016/7/layout/LinearBlockProcessNumbered"/>
    <dgm:cxn modelId="{DC2029F6-82B2-43DE-9C10-FE549DDFEB8E}" type="presParOf" srcId="{508460BC-FE84-4A82-BBAC-7A62995452B4}" destId="{5599F88C-4CC7-4409-8229-84B7CC2073D0}" srcOrd="2" destOrd="0" presId="urn:microsoft.com/office/officeart/2016/7/layout/LinearBlockProcessNumbered"/>
    <dgm:cxn modelId="{89FD8E8A-6128-463F-8397-E0D4D02127C5}" type="presParOf" srcId="{5599F88C-4CC7-4409-8229-84B7CC2073D0}" destId="{6249CF9C-4F34-441A-970F-D40CF31106DF}" srcOrd="0" destOrd="0" presId="urn:microsoft.com/office/officeart/2016/7/layout/LinearBlockProcessNumbered"/>
    <dgm:cxn modelId="{C90DCD95-C97E-4C8E-8372-D87DFD4AE422}" type="presParOf" srcId="{5599F88C-4CC7-4409-8229-84B7CC2073D0}" destId="{CD3E6BB4-7E9C-43D5-96F2-863F150721C1}" srcOrd="1" destOrd="0" presId="urn:microsoft.com/office/officeart/2016/7/layout/LinearBlockProcessNumbered"/>
    <dgm:cxn modelId="{A4B2F7F0-21C6-4DDE-BC86-6BE9D637323E}" type="presParOf" srcId="{5599F88C-4CC7-4409-8229-84B7CC2073D0}" destId="{B3C4F4A2-182D-41B8-9FDE-8C8B0284FCAB}" srcOrd="2" destOrd="0" presId="urn:microsoft.com/office/officeart/2016/7/layout/LinearBlockProcessNumbered"/>
    <dgm:cxn modelId="{2FE966D6-D023-4CBE-BA33-A953949AAD1E}" type="presParOf" srcId="{508460BC-FE84-4A82-BBAC-7A62995452B4}" destId="{6089F4D3-76E4-495C-AE29-C742612BD7D9}" srcOrd="3" destOrd="0" presId="urn:microsoft.com/office/officeart/2016/7/layout/LinearBlockProcessNumbered"/>
    <dgm:cxn modelId="{81A4D0A9-C577-4870-83E0-9BA2CE38933A}" type="presParOf" srcId="{508460BC-FE84-4A82-BBAC-7A62995452B4}" destId="{54EC7C0A-CFCB-45E8-BD9D-29811FFF6BF8}" srcOrd="4" destOrd="0" presId="urn:microsoft.com/office/officeart/2016/7/layout/LinearBlockProcessNumbered"/>
    <dgm:cxn modelId="{9610C0E4-0975-4BA9-8E6B-25844D1A8994}" type="presParOf" srcId="{54EC7C0A-CFCB-45E8-BD9D-29811FFF6BF8}" destId="{CDFF6F4E-FCE4-4528-9BEB-2809EE162FA4}" srcOrd="0" destOrd="0" presId="urn:microsoft.com/office/officeart/2016/7/layout/LinearBlockProcessNumbered"/>
    <dgm:cxn modelId="{6CE26C5F-8A56-4F00-9F98-3AAC22D0D76D}" type="presParOf" srcId="{54EC7C0A-CFCB-45E8-BD9D-29811FFF6BF8}" destId="{0269FD7C-C80A-4226-928C-1EB36A69DBD5}" srcOrd="1" destOrd="0" presId="urn:microsoft.com/office/officeart/2016/7/layout/LinearBlockProcessNumbered"/>
    <dgm:cxn modelId="{5EC63F06-20BA-4682-869C-FF42F204F027}" type="presParOf" srcId="{54EC7C0A-CFCB-45E8-BD9D-29811FFF6BF8}" destId="{F1D94A17-F37F-42DB-8B30-3DCC34930493}" srcOrd="2" destOrd="0" presId="urn:microsoft.com/office/officeart/2016/7/layout/LinearBlockProcessNumbered"/>
    <dgm:cxn modelId="{7B96525A-C472-4ED8-8F23-F3207A625638}" type="presParOf" srcId="{508460BC-FE84-4A82-BBAC-7A62995452B4}" destId="{184A1A45-AB13-40A2-B77C-04632647181A}" srcOrd="5" destOrd="0" presId="urn:microsoft.com/office/officeart/2016/7/layout/LinearBlockProcessNumbered"/>
    <dgm:cxn modelId="{7F9923AB-F770-41D6-BA46-3432AE69AE08}" type="presParOf" srcId="{508460BC-FE84-4A82-BBAC-7A62995452B4}" destId="{11AC619B-53F4-44F7-9DFA-0755D35FE0E5}" srcOrd="6" destOrd="0" presId="urn:microsoft.com/office/officeart/2016/7/layout/LinearBlockProcessNumbered"/>
    <dgm:cxn modelId="{B3A8FF9D-9B70-4B42-BB65-A23D328E7A43}" type="presParOf" srcId="{11AC619B-53F4-44F7-9DFA-0755D35FE0E5}" destId="{8572F8A5-2CFF-42D8-B534-EE2B8842B63A}" srcOrd="0" destOrd="0" presId="urn:microsoft.com/office/officeart/2016/7/layout/LinearBlockProcessNumbered"/>
    <dgm:cxn modelId="{33502989-8693-485C-983E-3A3D8603766D}" type="presParOf" srcId="{11AC619B-53F4-44F7-9DFA-0755D35FE0E5}" destId="{7DDEB8F6-EE3C-4724-BC6C-54836EE638AE}" srcOrd="1" destOrd="0" presId="urn:microsoft.com/office/officeart/2016/7/layout/LinearBlockProcessNumbered"/>
    <dgm:cxn modelId="{8C4E5DF0-9E54-49F4-9F52-2CCA962AA656}" type="presParOf" srcId="{11AC619B-53F4-44F7-9DFA-0755D35FE0E5}" destId="{9F927769-D8FA-41B9-83DC-00088202387A}" srcOrd="2" destOrd="0" presId="urn:microsoft.com/office/officeart/2016/7/layout/LinearBlockProcessNumbered"/>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9536B9F9-496D-4975-BD95-598BEF816B07}" type="doc">
      <dgm:prSet loTypeId="urn:microsoft.com/office/officeart/2016/7/layout/LinearBlockProcessNumbered" loCatId="process" qsTypeId="urn:microsoft.com/office/officeart/2005/8/quickstyle/simple1" qsCatId="simple" csTypeId="urn:microsoft.com/office/officeart/2005/8/colors/colorful2" csCatId="colorful" phldr="1"/>
      <dgm:spPr/>
      <dgm:t>
        <a:bodyPr/>
        <a:lstStyle/>
        <a:p>
          <a:endParaRPr lang="en-US"/>
        </a:p>
      </dgm:t>
    </dgm:pt>
    <dgm:pt modelId="{DC2D5B0F-6F28-4E13-9069-E85524D7DB05}">
      <dgm:prSet custT="1"/>
      <dgm:spPr/>
      <dgm:t>
        <a:bodyPr/>
        <a:lstStyle/>
        <a:p>
          <a:r>
            <a:rPr lang="en-SG" sz="1900" dirty="0"/>
            <a:t>Web Mail Readers</a:t>
          </a:r>
          <a:endParaRPr lang="en-US" sz="1900" dirty="0"/>
        </a:p>
      </dgm:t>
    </dgm:pt>
    <dgm:pt modelId="{5F452D34-3FE7-4E2B-90C7-8C760D62A397}" type="parTrans" cxnId="{3CCE53D8-9EA6-485B-9066-51E9D9C18237}">
      <dgm:prSet/>
      <dgm:spPr/>
      <dgm:t>
        <a:bodyPr/>
        <a:lstStyle/>
        <a:p>
          <a:endParaRPr lang="en-US"/>
        </a:p>
      </dgm:t>
    </dgm:pt>
    <dgm:pt modelId="{04282FC4-72FE-4AA8-B607-78BC4BF44FE9}" type="sibTrans" cxnId="{3CCE53D8-9EA6-485B-9066-51E9D9C18237}">
      <dgm:prSet phldrT="01" phldr="0"/>
      <dgm:spPr/>
      <dgm:t>
        <a:bodyPr/>
        <a:lstStyle/>
        <a:p>
          <a:r>
            <a:rPr lang="en-US"/>
            <a:t>01</a:t>
          </a:r>
          <a:endParaRPr lang="en-US" dirty="0"/>
        </a:p>
      </dgm:t>
    </dgm:pt>
    <dgm:pt modelId="{9372E33B-2093-4029-ABC2-DD2B0AE581BC}">
      <dgm:prSet custT="1"/>
      <dgm:spPr/>
      <dgm:t>
        <a:bodyPr/>
        <a:lstStyle/>
        <a:p>
          <a:r>
            <a:rPr lang="en-SG" sz="2000" dirty="0"/>
            <a:t>Services from google such as Google Maps, Gmail, Google Analytics &amp; etc. </a:t>
          </a:r>
          <a:endParaRPr lang="en-US" sz="2000" dirty="0"/>
        </a:p>
      </dgm:t>
    </dgm:pt>
    <dgm:pt modelId="{7F039CF3-F301-4D63-A586-EBA0AA6B217C}" type="parTrans" cxnId="{E5EB6919-BE7F-49ED-A35F-9498DAF8FF7C}">
      <dgm:prSet/>
      <dgm:spPr/>
      <dgm:t>
        <a:bodyPr/>
        <a:lstStyle/>
        <a:p>
          <a:endParaRPr lang="en-US"/>
        </a:p>
      </dgm:t>
    </dgm:pt>
    <dgm:pt modelId="{A4A6A38C-4666-4099-B71F-1C198BE58B8D}" type="sibTrans" cxnId="{E5EB6919-BE7F-49ED-A35F-9498DAF8FF7C}">
      <dgm:prSet phldrT="02" phldr="0"/>
      <dgm:spPr/>
      <dgm:t>
        <a:bodyPr/>
        <a:lstStyle/>
        <a:p>
          <a:r>
            <a:rPr lang="en-US"/>
            <a:t>02</a:t>
          </a:r>
        </a:p>
      </dgm:t>
    </dgm:pt>
    <dgm:pt modelId="{950E7259-0F77-4793-B938-499DC4CE0BE4}">
      <dgm:prSet custT="1"/>
      <dgm:spPr/>
      <dgm:t>
        <a:bodyPr/>
        <a:lstStyle/>
        <a:p>
          <a:r>
            <a:rPr lang="en-SG" sz="1900" dirty="0"/>
            <a:t>Customer Relationship Management Applications e.g. Salesforce</a:t>
          </a:r>
          <a:endParaRPr lang="en-US" sz="1900" dirty="0"/>
        </a:p>
      </dgm:t>
    </dgm:pt>
    <dgm:pt modelId="{42CE56B2-C0B0-40FE-8048-FF0BB820359F}" type="parTrans" cxnId="{587DB97F-F867-4175-BFF4-65EA52DD7FB5}">
      <dgm:prSet/>
      <dgm:spPr/>
      <dgm:t>
        <a:bodyPr/>
        <a:lstStyle/>
        <a:p>
          <a:endParaRPr lang="en-US"/>
        </a:p>
      </dgm:t>
    </dgm:pt>
    <dgm:pt modelId="{6371FE16-4983-4406-A81E-A2B9929634F9}" type="sibTrans" cxnId="{587DB97F-F867-4175-BFF4-65EA52DD7FB5}">
      <dgm:prSet phldrT="03" phldr="0"/>
      <dgm:spPr/>
      <dgm:t>
        <a:bodyPr/>
        <a:lstStyle/>
        <a:p>
          <a:r>
            <a:rPr lang="en-US"/>
            <a:t>03</a:t>
          </a:r>
          <a:endParaRPr lang="en-US" dirty="0"/>
        </a:p>
      </dgm:t>
    </dgm:pt>
    <dgm:pt modelId="{A7748347-7B95-4C6B-BDFA-3CE2DB4EC2C8}">
      <dgm:prSet custT="1"/>
      <dgm:spPr/>
      <dgm:t>
        <a:bodyPr/>
        <a:lstStyle/>
        <a:p>
          <a:r>
            <a:rPr lang="en-SG" sz="1900" dirty="0"/>
            <a:t>Supply Chain Management solutions from SAP and Oracle</a:t>
          </a:r>
          <a:endParaRPr lang="en-US" sz="1900" dirty="0"/>
        </a:p>
      </dgm:t>
    </dgm:pt>
    <dgm:pt modelId="{6F63C5B4-450B-4AB6-ADEE-5BF7261F1E7D}" type="parTrans" cxnId="{91974B39-3698-48B4-8F1B-3E215502E736}">
      <dgm:prSet/>
      <dgm:spPr/>
      <dgm:t>
        <a:bodyPr/>
        <a:lstStyle/>
        <a:p>
          <a:endParaRPr lang="en-US"/>
        </a:p>
      </dgm:t>
    </dgm:pt>
    <dgm:pt modelId="{1319E09A-F185-4A0F-B0DE-DD131DC970B5}" type="sibTrans" cxnId="{91974B39-3698-48B4-8F1B-3E215502E736}">
      <dgm:prSet phldrT="04" phldr="0"/>
      <dgm:spPr/>
      <dgm:t>
        <a:bodyPr/>
        <a:lstStyle/>
        <a:p>
          <a:r>
            <a:rPr lang="en-US"/>
            <a:t>04</a:t>
          </a:r>
        </a:p>
      </dgm:t>
    </dgm:pt>
    <dgm:pt modelId="{D7BCE787-668A-42F2-A75C-ECA918A0ACBF}">
      <dgm:prSet custT="1"/>
      <dgm:spPr/>
      <dgm:t>
        <a:bodyPr/>
        <a:lstStyle/>
        <a:p>
          <a:r>
            <a:rPr lang="en-US" sz="1900" dirty="0"/>
            <a:t>Social Media Services such as Facebook, Twitter, Instagram &amp; etc.</a:t>
          </a:r>
        </a:p>
      </dgm:t>
    </dgm:pt>
    <dgm:pt modelId="{E01753A5-E539-4AE7-98EF-5549860805FC}" type="parTrans" cxnId="{0CD59F5C-66B4-4B88-8404-14B281D42BD8}">
      <dgm:prSet/>
      <dgm:spPr/>
      <dgm:t>
        <a:bodyPr/>
        <a:lstStyle/>
        <a:p>
          <a:endParaRPr lang="en-SG"/>
        </a:p>
      </dgm:t>
    </dgm:pt>
    <dgm:pt modelId="{FF25647E-F2EA-4B49-A0CB-2D238D565BAA}" type="sibTrans" cxnId="{0CD59F5C-66B4-4B88-8404-14B281D42BD8}">
      <dgm:prSet phldrT="05" phldr="0"/>
      <dgm:spPr/>
      <dgm:t>
        <a:bodyPr/>
        <a:lstStyle/>
        <a:p>
          <a:r>
            <a:rPr lang="en-SG"/>
            <a:t>05</a:t>
          </a:r>
        </a:p>
      </dgm:t>
    </dgm:pt>
    <dgm:pt modelId="{508460BC-FE84-4A82-BBAC-7A62995452B4}" type="pres">
      <dgm:prSet presAssocID="{9536B9F9-496D-4975-BD95-598BEF816B07}" presName="Name0" presStyleCnt="0">
        <dgm:presLayoutVars>
          <dgm:animLvl val="lvl"/>
          <dgm:resizeHandles val="exact"/>
        </dgm:presLayoutVars>
      </dgm:prSet>
      <dgm:spPr/>
    </dgm:pt>
    <dgm:pt modelId="{B52EB69E-9633-4AC7-970F-872BC1CB97B7}" type="pres">
      <dgm:prSet presAssocID="{DC2D5B0F-6F28-4E13-9069-E85524D7DB05}" presName="compositeNode" presStyleCnt="0">
        <dgm:presLayoutVars>
          <dgm:bulletEnabled val="1"/>
        </dgm:presLayoutVars>
      </dgm:prSet>
      <dgm:spPr/>
    </dgm:pt>
    <dgm:pt modelId="{01A5FAE7-7347-4DBD-815C-AA539226063A}" type="pres">
      <dgm:prSet presAssocID="{DC2D5B0F-6F28-4E13-9069-E85524D7DB05}" presName="bgRect" presStyleLbl="alignNode1" presStyleIdx="0" presStyleCnt="5"/>
      <dgm:spPr/>
    </dgm:pt>
    <dgm:pt modelId="{7607DE4A-D81A-417D-B71A-4F9048A1F6FA}" type="pres">
      <dgm:prSet presAssocID="{04282FC4-72FE-4AA8-B607-78BC4BF44FE9}" presName="sibTransNodeRect" presStyleLbl="alignNode1" presStyleIdx="0" presStyleCnt="5">
        <dgm:presLayoutVars>
          <dgm:chMax val="0"/>
          <dgm:bulletEnabled val="1"/>
        </dgm:presLayoutVars>
      </dgm:prSet>
      <dgm:spPr/>
    </dgm:pt>
    <dgm:pt modelId="{1961BCE5-6A98-4494-8C26-FF89B4F788E0}" type="pres">
      <dgm:prSet presAssocID="{DC2D5B0F-6F28-4E13-9069-E85524D7DB05}" presName="nodeRect" presStyleLbl="alignNode1" presStyleIdx="0" presStyleCnt="5">
        <dgm:presLayoutVars>
          <dgm:bulletEnabled val="1"/>
        </dgm:presLayoutVars>
      </dgm:prSet>
      <dgm:spPr/>
    </dgm:pt>
    <dgm:pt modelId="{E6DCBD1A-351E-45CC-BA7F-9199C1714DBA}" type="pres">
      <dgm:prSet presAssocID="{04282FC4-72FE-4AA8-B607-78BC4BF44FE9}" presName="sibTrans" presStyleCnt="0"/>
      <dgm:spPr/>
    </dgm:pt>
    <dgm:pt modelId="{5599F88C-4CC7-4409-8229-84B7CC2073D0}" type="pres">
      <dgm:prSet presAssocID="{9372E33B-2093-4029-ABC2-DD2B0AE581BC}" presName="compositeNode" presStyleCnt="0">
        <dgm:presLayoutVars>
          <dgm:bulletEnabled val="1"/>
        </dgm:presLayoutVars>
      </dgm:prSet>
      <dgm:spPr/>
    </dgm:pt>
    <dgm:pt modelId="{6249CF9C-4F34-441A-970F-D40CF31106DF}" type="pres">
      <dgm:prSet presAssocID="{9372E33B-2093-4029-ABC2-DD2B0AE581BC}" presName="bgRect" presStyleLbl="alignNode1" presStyleIdx="1" presStyleCnt="5"/>
      <dgm:spPr/>
    </dgm:pt>
    <dgm:pt modelId="{CD3E6BB4-7E9C-43D5-96F2-863F150721C1}" type="pres">
      <dgm:prSet presAssocID="{A4A6A38C-4666-4099-B71F-1C198BE58B8D}" presName="sibTransNodeRect" presStyleLbl="alignNode1" presStyleIdx="1" presStyleCnt="5">
        <dgm:presLayoutVars>
          <dgm:chMax val="0"/>
          <dgm:bulletEnabled val="1"/>
        </dgm:presLayoutVars>
      </dgm:prSet>
      <dgm:spPr/>
    </dgm:pt>
    <dgm:pt modelId="{B3C4F4A2-182D-41B8-9FDE-8C8B0284FCAB}" type="pres">
      <dgm:prSet presAssocID="{9372E33B-2093-4029-ABC2-DD2B0AE581BC}" presName="nodeRect" presStyleLbl="alignNode1" presStyleIdx="1" presStyleCnt="5">
        <dgm:presLayoutVars>
          <dgm:bulletEnabled val="1"/>
        </dgm:presLayoutVars>
      </dgm:prSet>
      <dgm:spPr/>
    </dgm:pt>
    <dgm:pt modelId="{6089F4D3-76E4-495C-AE29-C742612BD7D9}" type="pres">
      <dgm:prSet presAssocID="{A4A6A38C-4666-4099-B71F-1C198BE58B8D}" presName="sibTrans" presStyleCnt="0"/>
      <dgm:spPr/>
    </dgm:pt>
    <dgm:pt modelId="{54EC7C0A-CFCB-45E8-BD9D-29811FFF6BF8}" type="pres">
      <dgm:prSet presAssocID="{950E7259-0F77-4793-B938-499DC4CE0BE4}" presName="compositeNode" presStyleCnt="0">
        <dgm:presLayoutVars>
          <dgm:bulletEnabled val="1"/>
        </dgm:presLayoutVars>
      </dgm:prSet>
      <dgm:spPr/>
    </dgm:pt>
    <dgm:pt modelId="{CDFF6F4E-FCE4-4528-9BEB-2809EE162FA4}" type="pres">
      <dgm:prSet presAssocID="{950E7259-0F77-4793-B938-499DC4CE0BE4}" presName="bgRect" presStyleLbl="alignNode1" presStyleIdx="2" presStyleCnt="5"/>
      <dgm:spPr/>
    </dgm:pt>
    <dgm:pt modelId="{0269FD7C-C80A-4226-928C-1EB36A69DBD5}" type="pres">
      <dgm:prSet presAssocID="{6371FE16-4983-4406-A81E-A2B9929634F9}" presName="sibTransNodeRect" presStyleLbl="alignNode1" presStyleIdx="2" presStyleCnt="5">
        <dgm:presLayoutVars>
          <dgm:chMax val="0"/>
          <dgm:bulletEnabled val="1"/>
        </dgm:presLayoutVars>
      </dgm:prSet>
      <dgm:spPr/>
    </dgm:pt>
    <dgm:pt modelId="{F1D94A17-F37F-42DB-8B30-3DCC34930493}" type="pres">
      <dgm:prSet presAssocID="{950E7259-0F77-4793-B938-499DC4CE0BE4}" presName="nodeRect" presStyleLbl="alignNode1" presStyleIdx="2" presStyleCnt="5">
        <dgm:presLayoutVars>
          <dgm:bulletEnabled val="1"/>
        </dgm:presLayoutVars>
      </dgm:prSet>
      <dgm:spPr/>
    </dgm:pt>
    <dgm:pt modelId="{184A1A45-AB13-40A2-B77C-04632647181A}" type="pres">
      <dgm:prSet presAssocID="{6371FE16-4983-4406-A81E-A2B9929634F9}" presName="sibTrans" presStyleCnt="0"/>
      <dgm:spPr/>
    </dgm:pt>
    <dgm:pt modelId="{11AC619B-53F4-44F7-9DFA-0755D35FE0E5}" type="pres">
      <dgm:prSet presAssocID="{A7748347-7B95-4C6B-BDFA-3CE2DB4EC2C8}" presName="compositeNode" presStyleCnt="0">
        <dgm:presLayoutVars>
          <dgm:bulletEnabled val="1"/>
        </dgm:presLayoutVars>
      </dgm:prSet>
      <dgm:spPr/>
    </dgm:pt>
    <dgm:pt modelId="{8572F8A5-2CFF-42D8-B534-EE2B8842B63A}" type="pres">
      <dgm:prSet presAssocID="{A7748347-7B95-4C6B-BDFA-3CE2DB4EC2C8}" presName="bgRect" presStyleLbl="alignNode1" presStyleIdx="3" presStyleCnt="5"/>
      <dgm:spPr/>
    </dgm:pt>
    <dgm:pt modelId="{7DDEB8F6-EE3C-4724-BC6C-54836EE638AE}" type="pres">
      <dgm:prSet presAssocID="{1319E09A-F185-4A0F-B0DE-DD131DC970B5}" presName="sibTransNodeRect" presStyleLbl="alignNode1" presStyleIdx="3" presStyleCnt="5">
        <dgm:presLayoutVars>
          <dgm:chMax val="0"/>
          <dgm:bulletEnabled val="1"/>
        </dgm:presLayoutVars>
      </dgm:prSet>
      <dgm:spPr/>
    </dgm:pt>
    <dgm:pt modelId="{9F927769-D8FA-41B9-83DC-00088202387A}" type="pres">
      <dgm:prSet presAssocID="{A7748347-7B95-4C6B-BDFA-3CE2DB4EC2C8}" presName="nodeRect" presStyleLbl="alignNode1" presStyleIdx="3" presStyleCnt="5">
        <dgm:presLayoutVars>
          <dgm:bulletEnabled val="1"/>
        </dgm:presLayoutVars>
      </dgm:prSet>
      <dgm:spPr/>
    </dgm:pt>
    <dgm:pt modelId="{AA465B6A-4755-4DF5-B4FF-319492DA03D5}" type="pres">
      <dgm:prSet presAssocID="{1319E09A-F185-4A0F-B0DE-DD131DC970B5}" presName="sibTrans" presStyleCnt="0"/>
      <dgm:spPr/>
    </dgm:pt>
    <dgm:pt modelId="{1B244D05-07BC-47BA-953A-983952C3CDAB}" type="pres">
      <dgm:prSet presAssocID="{D7BCE787-668A-42F2-A75C-ECA918A0ACBF}" presName="compositeNode" presStyleCnt="0">
        <dgm:presLayoutVars>
          <dgm:bulletEnabled val="1"/>
        </dgm:presLayoutVars>
      </dgm:prSet>
      <dgm:spPr/>
    </dgm:pt>
    <dgm:pt modelId="{379DC2E5-8F2E-4500-91ED-CDFAA1C4B19D}" type="pres">
      <dgm:prSet presAssocID="{D7BCE787-668A-42F2-A75C-ECA918A0ACBF}" presName="bgRect" presStyleLbl="alignNode1" presStyleIdx="4" presStyleCnt="5"/>
      <dgm:spPr/>
    </dgm:pt>
    <dgm:pt modelId="{CFE9E1C7-CC80-48B7-BC50-1A2D1266B5FA}" type="pres">
      <dgm:prSet presAssocID="{FF25647E-F2EA-4B49-A0CB-2D238D565BAA}" presName="sibTransNodeRect" presStyleLbl="alignNode1" presStyleIdx="4" presStyleCnt="5">
        <dgm:presLayoutVars>
          <dgm:chMax val="0"/>
          <dgm:bulletEnabled val="1"/>
        </dgm:presLayoutVars>
      </dgm:prSet>
      <dgm:spPr/>
    </dgm:pt>
    <dgm:pt modelId="{C884A3ED-A4A5-4172-9B79-15FEFCCB8988}" type="pres">
      <dgm:prSet presAssocID="{D7BCE787-668A-42F2-A75C-ECA918A0ACBF}" presName="nodeRect" presStyleLbl="alignNode1" presStyleIdx="4" presStyleCnt="5">
        <dgm:presLayoutVars>
          <dgm:bulletEnabled val="1"/>
        </dgm:presLayoutVars>
      </dgm:prSet>
      <dgm:spPr/>
    </dgm:pt>
  </dgm:ptLst>
  <dgm:cxnLst>
    <dgm:cxn modelId="{0E0B3C0C-0DDC-4E0D-ABF1-723B385B3B59}" type="presOf" srcId="{6371FE16-4983-4406-A81E-A2B9929634F9}" destId="{0269FD7C-C80A-4226-928C-1EB36A69DBD5}" srcOrd="0" destOrd="0" presId="urn:microsoft.com/office/officeart/2016/7/layout/LinearBlockProcessNumbered"/>
    <dgm:cxn modelId="{E577B10E-54C7-4566-80DB-DAAE3CB19A8A}" type="presOf" srcId="{D7BCE787-668A-42F2-A75C-ECA918A0ACBF}" destId="{C884A3ED-A4A5-4172-9B79-15FEFCCB8988}" srcOrd="1" destOrd="0" presId="urn:microsoft.com/office/officeart/2016/7/layout/LinearBlockProcessNumbered"/>
    <dgm:cxn modelId="{EBB91B16-87AC-471E-98EE-31A1BF6D364F}" type="presOf" srcId="{950E7259-0F77-4793-B938-499DC4CE0BE4}" destId="{F1D94A17-F37F-42DB-8B30-3DCC34930493}" srcOrd="1" destOrd="0" presId="urn:microsoft.com/office/officeart/2016/7/layout/LinearBlockProcessNumbered"/>
    <dgm:cxn modelId="{E5EB6919-BE7F-49ED-A35F-9498DAF8FF7C}" srcId="{9536B9F9-496D-4975-BD95-598BEF816B07}" destId="{9372E33B-2093-4029-ABC2-DD2B0AE581BC}" srcOrd="1" destOrd="0" parTransId="{7F039CF3-F301-4D63-A586-EBA0AA6B217C}" sibTransId="{A4A6A38C-4666-4099-B71F-1C198BE58B8D}"/>
    <dgm:cxn modelId="{7096491B-0411-418F-96DD-299485DB0BA9}" type="presOf" srcId="{A7748347-7B95-4C6B-BDFA-3CE2DB4EC2C8}" destId="{8572F8A5-2CFF-42D8-B534-EE2B8842B63A}" srcOrd="0" destOrd="0" presId="urn:microsoft.com/office/officeart/2016/7/layout/LinearBlockProcessNumbered"/>
    <dgm:cxn modelId="{82F09A1C-32EB-4069-A457-8436E351857E}" type="presOf" srcId="{A4A6A38C-4666-4099-B71F-1C198BE58B8D}" destId="{CD3E6BB4-7E9C-43D5-96F2-863F150721C1}" srcOrd="0" destOrd="0" presId="urn:microsoft.com/office/officeart/2016/7/layout/LinearBlockProcessNumbered"/>
    <dgm:cxn modelId="{91974B39-3698-48B4-8F1B-3E215502E736}" srcId="{9536B9F9-496D-4975-BD95-598BEF816B07}" destId="{A7748347-7B95-4C6B-BDFA-3CE2DB4EC2C8}" srcOrd="3" destOrd="0" parTransId="{6F63C5B4-450B-4AB6-ADEE-5BF7261F1E7D}" sibTransId="{1319E09A-F185-4A0F-B0DE-DD131DC970B5}"/>
    <dgm:cxn modelId="{0CD59F5C-66B4-4B88-8404-14B281D42BD8}" srcId="{9536B9F9-496D-4975-BD95-598BEF816B07}" destId="{D7BCE787-668A-42F2-A75C-ECA918A0ACBF}" srcOrd="4" destOrd="0" parTransId="{E01753A5-E539-4AE7-98EF-5549860805FC}" sibTransId="{FF25647E-F2EA-4B49-A0CB-2D238D565BAA}"/>
    <dgm:cxn modelId="{4D4AD45F-B358-4BDB-AB76-5BF661E93265}" type="presOf" srcId="{DC2D5B0F-6F28-4E13-9069-E85524D7DB05}" destId="{01A5FAE7-7347-4DBD-815C-AA539226063A}" srcOrd="0" destOrd="0" presId="urn:microsoft.com/office/officeart/2016/7/layout/LinearBlockProcessNumbered"/>
    <dgm:cxn modelId="{B6063543-9EC3-4A64-AB51-F71D8B7147AC}" type="presOf" srcId="{FF25647E-F2EA-4B49-A0CB-2D238D565BAA}" destId="{CFE9E1C7-CC80-48B7-BC50-1A2D1266B5FA}" srcOrd="0" destOrd="0" presId="urn:microsoft.com/office/officeart/2016/7/layout/LinearBlockProcessNumbered"/>
    <dgm:cxn modelId="{1BDF0446-F9D9-4A26-A05C-4A07A00D5E1A}" type="presOf" srcId="{DC2D5B0F-6F28-4E13-9069-E85524D7DB05}" destId="{1961BCE5-6A98-4494-8C26-FF89B4F788E0}" srcOrd="1" destOrd="0" presId="urn:microsoft.com/office/officeart/2016/7/layout/LinearBlockProcessNumbered"/>
    <dgm:cxn modelId="{3FF92877-0325-4306-A09B-7B7EA8C87AD9}" type="presOf" srcId="{9536B9F9-496D-4975-BD95-598BEF816B07}" destId="{508460BC-FE84-4A82-BBAC-7A62995452B4}" srcOrd="0" destOrd="0" presId="urn:microsoft.com/office/officeart/2016/7/layout/LinearBlockProcessNumbered"/>
    <dgm:cxn modelId="{587DB97F-F867-4175-BFF4-65EA52DD7FB5}" srcId="{9536B9F9-496D-4975-BD95-598BEF816B07}" destId="{950E7259-0F77-4793-B938-499DC4CE0BE4}" srcOrd="2" destOrd="0" parTransId="{42CE56B2-C0B0-40FE-8048-FF0BB820359F}" sibTransId="{6371FE16-4983-4406-A81E-A2B9929634F9}"/>
    <dgm:cxn modelId="{6D86D584-3DF8-4EAE-97B8-EFEB837CBA03}" type="presOf" srcId="{04282FC4-72FE-4AA8-B607-78BC4BF44FE9}" destId="{7607DE4A-D81A-417D-B71A-4F9048A1F6FA}" srcOrd="0" destOrd="0" presId="urn:microsoft.com/office/officeart/2016/7/layout/LinearBlockProcessNumbered"/>
    <dgm:cxn modelId="{FBAD4386-1B47-404F-9CEC-359632E3D87D}" type="presOf" srcId="{9372E33B-2093-4029-ABC2-DD2B0AE581BC}" destId="{B3C4F4A2-182D-41B8-9FDE-8C8B0284FCAB}" srcOrd="1" destOrd="0" presId="urn:microsoft.com/office/officeart/2016/7/layout/LinearBlockProcessNumbered"/>
    <dgm:cxn modelId="{0957DF87-DB78-4251-858F-E5C83A4A09FE}" type="presOf" srcId="{D7BCE787-668A-42F2-A75C-ECA918A0ACBF}" destId="{379DC2E5-8F2E-4500-91ED-CDFAA1C4B19D}" srcOrd="0" destOrd="0" presId="urn:microsoft.com/office/officeart/2016/7/layout/LinearBlockProcessNumbered"/>
    <dgm:cxn modelId="{83E3BEBC-DB44-463A-B9FC-54B19AAB6C8B}" type="presOf" srcId="{A7748347-7B95-4C6B-BDFA-3CE2DB4EC2C8}" destId="{9F927769-D8FA-41B9-83DC-00088202387A}" srcOrd="1" destOrd="0" presId="urn:microsoft.com/office/officeart/2016/7/layout/LinearBlockProcessNumbered"/>
    <dgm:cxn modelId="{EE8771D7-B576-4353-9037-DED41B381A59}" type="presOf" srcId="{9372E33B-2093-4029-ABC2-DD2B0AE581BC}" destId="{6249CF9C-4F34-441A-970F-D40CF31106DF}" srcOrd="0" destOrd="0" presId="urn:microsoft.com/office/officeart/2016/7/layout/LinearBlockProcessNumbered"/>
    <dgm:cxn modelId="{3CCE53D8-9EA6-485B-9066-51E9D9C18237}" srcId="{9536B9F9-496D-4975-BD95-598BEF816B07}" destId="{DC2D5B0F-6F28-4E13-9069-E85524D7DB05}" srcOrd="0" destOrd="0" parTransId="{5F452D34-3FE7-4E2B-90C7-8C760D62A397}" sibTransId="{04282FC4-72FE-4AA8-B607-78BC4BF44FE9}"/>
    <dgm:cxn modelId="{93007CDD-F78B-416D-923B-EE31E110F3FC}" type="presOf" srcId="{950E7259-0F77-4793-B938-499DC4CE0BE4}" destId="{CDFF6F4E-FCE4-4528-9BEB-2809EE162FA4}" srcOrd="0" destOrd="0" presId="urn:microsoft.com/office/officeart/2016/7/layout/LinearBlockProcessNumbered"/>
    <dgm:cxn modelId="{4EF915E2-B685-44AA-8509-EA2266C9C2C0}" type="presOf" srcId="{1319E09A-F185-4A0F-B0DE-DD131DC970B5}" destId="{7DDEB8F6-EE3C-4724-BC6C-54836EE638AE}" srcOrd="0" destOrd="0" presId="urn:microsoft.com/office/officeart/2016/7/layout/LinearBlockProcessNumbered"/>
    <dgm:cxn modelId="{F7FEA021-7DD7-4738-9C20-B00362539F66}" type="presParOf" srcId="{508460BC-FE84-4A82-BBAC-7A62995452B4}" destId="{B52EB69E-9633-4AC7-970F-872BC1CB97B7}" srcOrd="0" destOrd="0" presId="urn:microsoft.com/office/officeart/2016/7/layout/LinearBlockProcessNumbered"/>
    <dgm:cxn modelId="{1AE2DC98-CFDB-42D1-9B33-0F373C6F98D3}" type="presParOf" srcId="{B52EB69E-9633-4AC7-970F-872BC1CB97B7}" destId="{01A5FAE7-7347-4DBD-815C-AA539226063A}" srcOrd="0" destOrd="0" presId="urn:microsoft.com/office/officeart/2016/7/layout/LinearBlockProcessNumbered"/>
    <dgm:cxn modelId="{166F1761-E73B-4113-BEF9-18B54CC94897}" type="presParOf" srcId="{B52EB69E-9633-4AC7-970F-872BC1CB97B7}" destId="{7607DE4A-D81A-417D-B71A-4F9048A1F6FA}" srcOrd="1" destOrd="0" presId="urn:microsoft.com/office/officeart/2016/7/layout/LinearBlockProcessNumbered"/>
    <dgm:cxn modelId="{AE74030D-D4BD-483B-AD36-C81784D7B5D4}" type="presParOf" srcId="{B52EB69E-9633-4AC7-970F-872BC1CB97B7}" destId="{1961BCE5-6A98-4494-8C26-FF89B4F788E0}" srcOrd="2" destOrd="0" presId="urn:microsoft.com/office/officeart/2016/7/layout/LinearBlockProcessNumbered"/>
    <dgm:cxn modelId="{852FDBAB-D829-4CB4-92ED-15D5E5679523}" type="presParOf" srcId="{508460BC-FE84-4A82-BBAC-7A62995452B4}" destId="{E6DCBD1A-351E-45CC-BA7F-9199C1714DBA}" srcOrd="1" destOrd="0" presId="urn:microsoft.com/office/officeart/2016/7/layout/LinearBlockProcessNumbered"/>
    <dgm:cxn modelId="{DC2029F6-82B2-43DE-9C10-FE549DDFEB8E}" type="presParOf" srcId="{508460BC-FE84-4A82-BBAC-7A62995452B4}" destId="{5599F88C-4CC7-4409-8229-84B7CC2073D0}" srcOrd="2" destOrd="0" presId="urn:microsoft.com/office/officeart/2016/7/layout/LinearBlockProcessNumbered"/>
    <dgm:cxn modelId="{89FD8E8A-6128-463F-8397-E0D4D02127C5}" type="presParOf" srcId="{5599F88C-4CC7-4409-8229-84B7CC2073D0}" destId="{6249CF9C-4F34-441A-970F-D40CF31106DF}" srcOrd="0" destOrd="0" presId="urn:microsoft.com/office/officeart/2016/7/layout/LinearBlockProcessNumbered"/>
    <dgm:cxn modelId="{C90DCD95-C97E-4C8E-8372-D87DFD4AE422}" type="presParOf" srcId="{5599F88C-4CC7-4409-8229-84B7CC2073D0}" destId="{CD3E6BB4-7E9C-43D5-96F2-863F150721C1}" srcOrd="1" destOrd="0" presId="urn:microsoft.com/office/officeart/2016/7/layout/LinearBlockProcessNumbered"/>
    <dgm:cxn modelId="{A4B2F7F0-21C6-4DDE-BC86-6BE9D637323E}" type="presParOf" srcId="{5599F88C-4CC7-4409-8229-84B7CC2073D0}" destId="{B3C4F4A2-182D-41B8-9FDE-8C8B0284FCAB}" srcOrd="2" destOrd="0" presId="urn:microsoft.com/office/officeart/2016/7/layout/LinearBlockProcessNumbered"/>
    <dgm:cxn modelId="{2FE966D6-D023-4CBE-BA33-A953949AAD1E}" type="presParOf" srcId="{508460BC-FE84-4A82-BBAC-7A62995452B4}" destId="{6089F4D3-76E4-495C-AE29-C742612BD7D9}" srcOrd="3" destOrd="0" presId="urn:microsoft.com/office/officeart/2016/7/layout/LinearBlockProcessNumbered"/>
    <dgm:cxn modelId="{81A4D0A9-C577-4870-83E0-9BA2CE38933A}" type="presParOf" srcId="{508460BC-FE84-4A82-BBAC-7A62995452B4}" destId="{54EC7C0A-CFCB-45E8-BD9D-29811FFF6BF8}" srcOrd="4" destOrd="0" presId="urn:microsoft.com/office/officeart/2016/7/layout/LinearBlockProcessNumbered"/>
    <dgm:cxn modelId="{9610C0E4-0975-4BA9-8E6B-25844D1A8994}" type="presParOf" srcId="{54EC7C0A-CFCB-45E8-BD9D-29811FFF6BF8}" destId="{CDFF6F4E-FCE4-4528-9BEB-2809EE162FA4}" srcOrd="0" destOrd="0" presId="urn:microsoft.com/office/officeart/2016/7/layout/LinearBlockProcessNumbered"/>
    <dgm:cxn modelId="{6CE26C5F-8A56-4F00-9F98-3AAC22D0D76D}" type="presParOf" srcId="{54EC7C0A-CFCB-45E8-BD9D-29811FFF6BF8}" destId="{0269FD7C-C80A-4226-928C-1EB36A69DBD5}" srcOrd="1" destOrd="0" presId="urn:microsoft.com/office/officeart/2016/7/layout/LinearBlockProcessNumbered"/>
    <dgm:cxn modelId="{5EC63F06-20BA-4682-869C-FF42F204F027}" type="presParOf" srcId="{54EC7C0A-CFCB-45E8-BD9D-29811FFF6BF8}" destId="{F1D94A17-F37F-42DB-8B30-3DCC34930493}" srcOrd="2" destOrd="0" presId="urn:microsoft.com/office/officeart/2016/7/layout/LinearBlockProcessNumbered"/>
    <dgm:cxn modelId="{7B96525A-C472-4ED8-8F23-F3207A625638}" type="presParOf" srcId="{508460BC-FE84-4A82-BBAC-7A62995452B4}" destId="{184A1A45-AB13-40A2-B77C-04632647181A}" srcOrd="5" destOrd="0" presId="urn:microsoft.com/office/officeart/2016/7/layout/LinearBlockProcessNumbered"/>
    <dgm:cxn modelId="{7F9923AB-F770-41D6-BA46-3432AE69AE08}" type="presParOf" srcId="{508460BC-FE84-4A82-BBAC-7A62995452B4}" destId="{11AC619B-53F4-44F7-9DFA-0755D35FE0E5}" srcOrd="6" destOrd="0" presId="urn:microsoft.com/office/officeart/2016/7/layout/LinearBlockProcessNumbered"/>
    <dgm:cxn modelId="{B3A8FF9D-9B70-4B42-BB65-A23D328E7A43}" type="presParOf" srcId="{11AC619B-53F4-44F7-9DFA-0755D35FE0E5}" destId="{8572F8A5-2CFF-42D8-B534-EE2B8842B63A}" srcOrd="0" destOrd="0" presId="urn:microsoft.com/office/officeart/2016/7/layout/LinearBlockProcessNumbered"/>
    <dgm:cxn modelId="{33502989-8693-485C-983E-3A3D8603766D}" type="presParOf" srcId="{11AC619B-53F4-44F7-9DFA-0755D35FE0E5}" destId="{7DDEB8F6-EE3C-4724-BC6C-54836EE638AE}" srcOrd="1" destOrd="0" presId="urn:microsoft.com/office/officeart/2016/7/layout/LinearBlockProcessNumbered"/>
    <dgm:cxn modelId="{8C4E5DF0-9E54-49F4-9F52-2CCA962AA656}" type="presParOf" srcId="{11AC619B-53F4-44F7-9DFA-0755D35FE0E5}" destId="{9F927769-D8FA-41B9-83DC-00088202387A}" srcOrd="2" destOrd="0" presId="urn:microsoft.com/office/officeart/2016/7/layout/LinearBlockProcessNumbered"/>
    <dgm:cxn modelId="{4AC123EF-7C59-4807-B7F9-E14993223340}" type="presParOf" srcId="{508460BC-FE84-4A82-BBAC-7A62995452B4}" destId="{AA465B6A-4755-4DF5-B4FF-319492DA03D5}" srcOrd="7" destOrd="0" presId="urn:microsoft.com/office/officeart/2016/7/layout/LinearBlockProcessNumbered"/>
    <dgm:cxn modelId="{DF5B2C09-52E9-4455-8D3A-9667FC5FF8C5}" type="presParOf" srcId="{508460BC-FE84-4A82-BBAC-7A62995452B4}" destId="{1B244D05-07BC-47BA-953A-983952C3CDAB}" srcOrd="8" destOrd="0" presId="urn:microsoft.com/office/officeart/2016/7/layout/LinearBlockProcessNumbered"/>
    <dgm:cxn modelId="{2601A4B5-3834-4803-89DF-ECF599FEA7EA}" type="presParOf" srcId="{1B244D05-07BC-47BA-953A-983952C3CDAB}" destId="{379DC2E5-8F2E-4500-91ED-CDFAA1C4B19D}" srcOrd="0" destOrd="0" presId="urn:microsoft.com/office/officeart/2016/7/layout/LinearBlockProcessNumbered"/>
    <dgm:cxn modelId="{46ED4BDD-BBB5-4DA4-9B9E-59ECB6D6B6F9}" type="presParOf" srcId="{1B244D05-07BC-47BA-953A-983952C3CDAB}" destId="{CFE9E1C7-CC80-48B7-BC50-1A2D1266B5FA}" srcOrd="1" destOrd="0" presId="urn:microsoft.com/office/officeart/2016/7/layout/LinearBlockProcessNumbered"/>
    <dgm:cxn modelId="{1CF78C1B-0834-43F3-A66D-09218BDA0C05}" type="presParOf" srcId="{1B244D05-07BC-47BA-953A-983952C3CDAB}" destId="{C884A3ED-A4A5-4172-9B79-15FEFCCB8988}" srcOrd="2" destOrd="0" presId="urn:microsoft.com/office/officeart/2016/7/layout/LinearBlockProcessNumbered"/>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EEF043D5-2139-436B-BB8C-432C161A4C00}" type="doc">
      <dgm:prSet loTypeId="urn:microsoft.com/office/officeart/2005/8/layout/hierarchy3" loCatId="hierarchy" qsTypeId="urn:microsoft.com/office/officeart/2005/8/quickstyle/simple1" qsCatId="simple" csTypeId="urn:microsoft.com/office/officeart/2005/8/colors/accent0_1" csCatId="mainScheme"/>
      <dgm:spPr/>
      <dgm:t>
        <a:bodyPr/>
        <a:lstStyle/>
        <a:p>
          <a:endParaRPr lang="en-US"/>
        </a:p>
      </dgm:t>
    </dgm:pt>
    <dgm:pt modelId="{C23352F1-97EF-47CE-B93B-941B8AF97707}">
      <dgm:prSet/>
      <dgm:spPr/>
      <dgm:t>
        <a:bodyPr/>
        <a:lstStyle/>
        <a:p>
          <a:r>
            <a:rPr lang="en-SG"/>
            <a:t>The technical architecture used to build web services </a:t>
          </a:r>
          <a:endParaRPr lang="en-US"/>
        </a:p>
      </dgm:t>
    </dgm:pt>
    <dgm:pt modelId="{3A6F8984-7471-4101-913C-A52F8D407DC5}" type="parTrans" cxnId="{87FEB79F-A6EF-4DE2-8A17-935955BC1C86}">
      <dgm:prSet/>
      <dgm:spPr/>
      <dgm:t>
        <a:bodyPr/>
        <a:lstStyle/>
        <a:p>
          <a:endParaRPr lang="en-US"/>
        </a:p>
      </dgm:t>
    </dgm:pt>
    <dgm:pt modelId="{FB9401EC-4DDF-4E90-9A11-987BCFC2C121}" type="sibTrans" cxnId="{87FEB79F-A6EF-4DE2-8A17-935955BC1C86}">
      <dgm:prSet/>
      <dgm:spPr/>
      <dgm:t>
        <a:bodyPr/>
        <a:lstStyle/>
        <a:p>
          <a:endParaRPr lang="en-US"/>
        </a:p>
      </dgm:t>
    </dgm:pt>
    <dgm:pt modelId="{AA1CE490-3B23-41F1-AA2A-C1AA91A56F8F}">
      <dgm:prSet/>
      <dgm:spPr/>
      <dgm:t>
        <a:bodyPr/>
        <a:lstStyle/>
        <a:p>
          <a:r>
            <a:rPr lang="en-SG" dirty="0"/>
            <a:t>Arrangement of software processes or agents which communicate to each other to deliver the business requirements.</a:t>
          </a:r>
          <a:endParaRPr lang="en-US" dirty="0"/>
        </a:p>
      </dgm:t>
    </dgm:pt>
    <dgm:pt modelId="{87E4E55C-7B13-4EF8-84F7-F34B12ECAC5D}" type="parTrans" cxnId="{6AE42D4B-4834-48E9-B5F4-9EC976F02930}">
      <dgm:prSet/>
      <dgm:spPr/>
      <dgm:t>
        <a:bodyPr/>
        <a:lstStyle/>
        <a:p>
          <a:endParaRPr lang="en-US"/>
        </a:p>
      </dgm:t>
    </dgm:pt>
    <dgm:pt modelId="{91B10240-D667-4AAD-A75C-27C5A12C6467}" type="sibTrans" cxnId="{6AE42D4B-4834-48E9-B5F4-9EC976F02930}">
      <dgm:prSet/>
      <dgm:spPr/>
      <dgm:t>
        <a:bodyPr/>
        <a:lstStyle/>
        <a:p>
          <a:endParaRPr lang="en-US"/>
        </a:p>
      </dgm:t>
    </dgm:pt>
    <dgm:pt modelId="{87474347-2678-4254-AFC7-EDE0BDDBA25D}" type="pres">
      <dgm:prSet presAssocID="{EEF043D5-2139-436B-BB8C-432C161A4C00}" presName="diagram" presStyleCnt="0">
        <dgm:presLayoutVars>
          <dgm:chPref val="1"/>
          <dgm:dir/>
          <dgm:animOne val="branch"/>
          <dgm:animLvl val="lvl"/>
          <dgm:resizeHandles/>
        </dgm:presLayoutVars>
      </dgm:prSet>
      <dgm:spPr/>
    </dgm:pt>
    <dgm:pt modelId="{3FFDD10F-CFF1-4833-ACC9-923193274ED5}" type="pres">
      <dgm:prSet presAssocID="{C23352F1-97EF-47CE-B93B-941B8AF97707}" presName="root" presStyleCnt="0"/>
      <dgm:spPr/>
    </dgm:pt>
    <dgm:pt modelId="{74C5F182-FFB0-44C8-9CAD-54794F746D4F}" type="pres">
      <dgm:prSet presAssocID="{C23352F1-97EF-47CE-B93B-941B8AF97707}" presName="rootComposite" presStyleCnt="0"/>
      <dgm:spPr/>
    </dgm:pt>
    <dgm:pt modelId="{E028A17C-6E6D-49F6-BF70-0191613F663C}" type="pres">
      <dgm:prSet presAssocID="{C23352F1-97EF-47CE-B93B-941B8AF97707}" presName="rootText" presStyleLbl="node1" presStyleIdx="0" presStyleCnt="2"/>
      <dgm:spPr/>
    </dgm:pt>
    <dgm:pt modelId="{4E9DD58F-1FC4-4E3B-AFB5-5A55EBAAA5EF}" type="pres">
      <dgm:prSet presAssocID="{C23352F1-97EF-47CE-B93B-941B8AF97707}" presName="rootConnector" presStyleLbl="node1" presStyleIdx="0" presStyleCnt="2"/>
      <dgm:spPr/>
    </dgm:pt>
    <dgm:pt modelId="{6E77E9AD-E2E0-441D-B101-3AA6B44A1429}" type="pres">
      <dgm:prSet presAssocID="{C23352F1-97EF-47CE-B93B-941B8AF97707}" presName="childShape" presStyleCnt="0"/>
      <dgm:spPr/>
    </dgm:pt>
    <dgm:pt modelId="{0C55BB7E-E7B1-4486-8E5B-92F85781D78B}" type="pres">
      <dgm:prSet presAssocID="{AA1CE490-3B23-41F1-AA2A-C1AA91A56F8F}" presName="root" presStyleCnt="0"/>
      <dgm:spPr/>
    </dgm:pt>
    <dgm:pt modelId="{422CDB78-13D0-4529-93E4-6C7B3D896DE9}" type="pres">
      <dgm:prSet presAssocID="{AA1CE490-3B23-41F1-AA2A-C1AA91A56F8F}" presName="rootComposite" presStyleCnt="0"/>
      <dgm:spPr/>
    </dgm:pt>
    <dgm:pt modelId="{BE8791F8-FB9C-4D8C-9DA0-AAEA484E4224}" type="pres">
      <dgm:prSet presAssocID="{AA1CE490-3B23-41F1-AA2A-C1AA91A56F8F}" presName="rootText" presStyleLbl="node1" presStyleIdx="1" presStyleCnt="2"/>
      <dgm:spPr/>
    </dgm:pt>
    <dgm:pt modelId="{F6B04978-D804-4874-9E26-599EAC9F09A5}" type="pres">
      <dgm:prSet presAssocID="{AA1CE490-3B23-41F1-AA2A-C1AA91A56F8F}" presName="rootConnector" presStyleLbl="node1" presStyleIdx="1" presStyleCnt="2"/>
      <dgm:spPr/>
    </dgm:pt>
    <dgm:pt modelId="{0CBB890A-F3AE-467F-9FBB-6402E7FB1EF1}" type="pres">
      <dgm:prSet presAssocID="{AA1CE490-3B23-41F1-AA2A-C1AA91A56F8F}" presName="childShape" presStyleCnt="0"/>
      <dgm:spPr/>
    </dgm:pt>
  </dgm:ptLst>
  <dgm:cxnLst>
    <dgm:cxn modelId="{EA342B32-7C67-43A9-B4CE-0A276B916C67}" type="presOf" srcId="{AA1CE490-3B23-41F1-AA2A-C1AA91A56F8F}" destId="{F6B04978-D804-4874-9E26-599EAC9F09A5}" srcOrd="1" destOrd="0" presId="urn:microsoft.com/office/officeart/2005/8/layout/hierarchy3"/>
    <dgm:cxn modelId="{500B303C-A5CA-49EE-A3B1-67A780E50EDA}" type="presOf" srcId="{EEF043D5-2139-436B-BB8C-432C161A4C00}" destId="{87474347-2678-4254-AFC7-EDE0BDDBA25D}" srcOrd="0" destOrd="0" presId="urn:microsoft.com/office/officeart/2005/8/layout/hierarchy3"/>
    <dgm:cxn modelId="{6AE42D4B-4834-48E9-B5F4-9EC976F02930}" srcId="{EEF043D5-2139-436B-BB8C-432C161A4C00}" destId="{AA1CE490-3B23-41F1-AA2A-C1AA91A56F8F}" srcOrd="1" destOrd="0" parTransId="{87E4E55C-7B13-4EF8-84F7-F34B12ECAC5D}" sibTransId="{91B10240-D667-4AAD-A75C-27C5A12C6467}"/>
    <dgm:cxn modelId="{743D0D78-8129-4340-8FF3-C438905BEDAB}" type="presOf" srcId="{C23352F1-97EF-47CE-B93B-941B8AF97707}" destId="{E028A17C-6E6D-49F6-BF70-0191613F663C}" srcOrd="0" destOrd="0" presId="urn:microsoft.com/office/officeart/2005/8/layout/hierarchy3"/>
    <dgm:cxn modelId="{F9AFE293-779D-4B33-AC9F-5BF8E0A22BC0}" type="presOf" srcId="{AA1CE490-3B23-41F1-AA2A-C1AA91A56F8F}" destId="{BE8791F8-FB9C-4D8C-9DA0-AAEA484E4224}" srcOrd="0" destOrd="0" presId="urn:microsoft.com/office/officeart/2005/8/layout/hierarchy3"/>
    <dgm:cxn modelId="{87FEB79F-A6EF-4DE2-8A17-935955BC1C86}" srcId="{EEF043D5-2139-436B-BB8C-432C161A4C00}" destId="{C23352F1-97EF-47CE-B93B-941B8AF97707}" srcOrd="0" destOrd="0" parTransId="{3A6F8984-7471-4101-913C-A52F8D407DC5}" sibTransId="{FB9401EC-4DDF-4E90-9A11-987BCFC2C121}"/>
    <dgm:cxn modelId="{ACD7ABA1-F593-42D2-A95A-5211F936B702}" type="presOf" srcId="{C23352F1-97EF-47CE-B93B-941B8AF97707}" destId="{4E9DD58F-1FC4-4E3B-AFB5-5A55EBAAA5EF}" srcOrd="1" destOrd="0" presId="urn:microsoft.com/office/officeart/2005/8/layout/hierarchy3"/>
    <dgm:cxn modelId="{65340101-5FBF-401A-A236-DAC4C1B4D358}" type="presParOf" srcId="{87474347-2678-4254-AFC7-EDE0BDDBA25D}" destId="{3FFDD10F-CFF1-4833-ACC9-923193274ED5}" srcOrd="0" destOrd="0" presId="urn:microsoft.com/office/officeart/2005/8/layout/hierarchy3"/>
    <dgm:cxn modelId="{4121A0C4-B8DC-4451-8A34-8199DF56873E}" type="presParOf" srcId="{3FFDD10F-CFF1-4833-ACC9-923193274ED5}" destId="{74C5F182-FFB0-44C8-9CAD-54794F746D4F}" srcOrd="0" destOrd="0" presId="urn:microsoft.com/office/officeart/2005/8/layout/hierarchy3"/>
    <dgm:cxn modelId="{9D0D7347-F603-4534-92BD-BD65884CAD88}" type="presParOf" srcId="{74C5F182-FFB0-44C8-9CAD-54794F746D4F}" destId="{E028A17C-6E6D-49F6-BF70-0191613F663C}" srcOrd="0" destOrd="0" presId="urn:microsoft.com/office/officeart/2005/8/layout/hierarchy3"/>
    <dgm:cxn modelId="{5D6A1BF6-B178-456A-AE9B-E282A9263E13}" type="presParOf" srcId="{74C5F182-FFB0-44C8-9CAD-54794F746D4F}" destId="{4E9DD58F-1FC4-4E3B-AFB5-5A55EBAAA5EF}" srcOrd="1" destOrd="0" presId="urn:microsoft.com/office/officeart/2005/8/layout/hierarchy3"/>
    <dgm:cxn modelId="{7B7F1F70-FDE4-4643-984D-6B06161BDE27}" type="presParOf" srcId="{3FFDD10F-CFF1-4833-ACC9-923193274ED5}" destId="{6E77E9AD-E2E0-441D-B101-3AA6B44A1429}" srcOrd="1" destOrd="0" presId="urn:microsoft.com/office/officeart/2005/8/layout/hierarchy3"/>
    <dgm:cxn modelId="{D564D3FB-7D2A-4295-AED7-D955A816990E}" type="presParOf" srcId="{87474347-2678-4254-AFC7-EDE0BDDBA25D}" destId="{0C55BB7E-E7B1-4486-8E5B-92F85781D78B}" srcOrd="1" destOrd="0" presId="urn:microsoft.com/office/officeart/2005/8/layout/hierarchy3"/>
    <dgm:cxn modelId="{DEBFC12B-E5C1-4701-B219-CED0B1F6139E}" type="presParOf" srcId="{0C55BB7E-E7B1-4486-8E5B-92F85781D78B}" destId="{422CDB78-13D0-4529-93E4-6C7B3D896DE9}" srcOrd="0" destOrd="0" presId="urn:microsoft.com/office/officeart/2005/8/layout/hierarchy3"/>
    <dgm:cxn modelId="{85347466-38A4-4115-895F-7F84826985A7}" type="presParOf" srcId="{422CDB78-13D0-4529-93E4-6C7B3D896DE9}" destId="{BE8791F8-FB9C-4D8C-9DA0-AAEA484E4224}" srcOrd="0" destOrd="0" presId="urn:microsoft.com/office/officeart/2005/8/layout/hierarchy3"/>
    <dgm:cxn modelId="{FFBFB192-C1CF-4C73-9025-40AF0EDE22E4}" type="presParOf" srcId="{422CDB78-13D0-4529-93E4-6C7B3D896DE9}" destId="{F6B04978-D804-4874-9E26-599EAC9F09A5}" srcOrd="1" destOrd="0" presId="urn:microsoft.com/office/officeart/2005/8/layout/hierarchy3"/>
    <dgm:cxn modelId="{6ECE4B46-2354-4F1F-8A74-96C2ACC4D1FC}" type="presParOf" srcId="{0C55BB7E-E7B1-4486-8E5B-92F85781D78B}" destId="{0CBB890A-F3AE-467F-9FBB-6402E7FB1EF1}" srcOrd="1" destOrd="0" presId="urn:microsoft.com/office/officeart/2005/8/layout/hierarchy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EEF043D5-2139-436B-BB8C-432C161A4C00}" type="doc">
      <dgm:prSet loTypeId="urn:microsoft.com/office/officeart/2016/7/layout/LinearBlockProcessNumbered" loCatId="process" qsTypeId="urn:microsoft.com/office/officeart/2005/8/quickstyle/simple1" qsCatId="simple" csTypeId="urn:microsoft.com/office/officeart/2005/8/colors/accent2_1" csCatId="accent2" phldr="1"/>
      <dgm:spPr/>
      <dgm:t>
        <a:bodyPr/>
        <a:lstStyle/>
        <a:p>
          <a:endParaRPr lang="en-US"/>
        </a:p>
      </dgm:t>
    </dgm:pt>
    <dgm:pt modelId="{C23352F1-97EF-47CE-B93B-941B8AF97707}">
      <dgm:prSet/>
      <dgm:spPr/>
      <dgm:t>
        <a:bodyPr/>
        <a:lstStyle/>
        <a:p>
          <a:r>
            <a:rPr lang="en-US"/>
            <a:t>An interface with the service which is platform-independent</a:t>
          </a:r>
          <a:endParaRPr lang="en-US" dirty="0"/>
        </a:p>
      </dgm:t>
    </dgm:pt>
    <dgm:pt modelId="{3A6F8984-7471-4101-913C-A52F8D407DC5}" type="parTrans" cxnId="{87FEB79F-A6EF-4DE2-8A17-935955BC1C86}">
      <dgm:prSet/>
      <dgm:spPr/>
      <dgm:t>
        <a:bodyPr/>
        <a:lstStyle/>
        <a:p>
          <a:endParaRPr lang="en-US"/>
        </a:p>
      </dgm:t>
    </dgm:pt>
    <dgm:pt modelId="{FB9401EC-4DDF-4E90-9A11-987BCFC2C121}" type="sibTrans" cxnId="{87FEB79F-A6EF-4DE2-8A17-935955BC1C86}">
      <dgm:prSet phldrT="01"/>
      <dgm:spPr/>
      <dgm:t>
        <a:bodyPr/>
        <a:lstStyle/>
        <a:p>
          <a:r>
            <a:rPr lang="en-US"/>
            <a:t>01</a:t>
          </a:r>
        </a:p>
      </dgm:t>
    </dgm:pt>
    <dgm:pt modelId="{AA1CE490-3B23-41F1-AA2A-C1AA91A56F8F}">
      <dgm:prSet/>
      <dgm:spPr/>
      <dgm:t>
        <a:bodyPr/>
        <a:lstStyle/>
        <a:p>
          <a:r>
            <a:rPr lang="en-US"/>
            <a:t>The service can be dynamically located and invoked</a:t>
          </a:r>
          <a:endParaRPr lang="en-US" dirty="0"/>
        </a:p>
      </dgm:t>
    </dgm:pt>
    <dgm:pt modelId="{87E4E55C-7B13-4EF8-84F7-F34B12ECAC5D}" type="parTrans" cxnId="{6AE42D4B-4834-48E9-B5F4-9EC976F02930}">
      <dgm:prSet/>
      <dgm:spPr/>
      <dgm:t>
        <a:bodyPr/>
        <a:lstStyle/>
        <a:p>
          <a:endParaRPr lang="en-US"/>
        </a:p>
      </dgm:t>
    </dgm:pt>
    <dgm:pt modelId="{91B10240-D667-4AAD-A75C-27C5A12C6467}" type="sibTrans" cxnId="{6AE42D4B-4834-48E9-B5F4-9EC976F02930}">
      <dgm:prSet phldrT="02"/>
      <dgm:spPr/>
      <dgm:t>
        <a:bodyPr/>
        <a:lstStyle/>
        <a:p>
          <a:r>
            <a:rPr lang="en-US"/>
            <a:t>02</a:t>
          </a:r>
        </a:p>
      </dgm:t>
    </dgm:pt>
    <dgm:pt modelId="{60CB9244-85B6-4179-9A72-A0335D872343}">
      <dgm:prSet/>
      <dgm:spPr/>
      <dgm:t>
        <a:bodyPr/>
        <a:lstStyle/>
        <a:p>
          <a:r>
            <a:rPr lang="en-US" dirty="0"/>
            <a:t>The service is                  self-contained</a:t>
          </a:r>
        </a:p>
      </dgm:t>
    </dgm:pt>
    <dgm:pt modelId="{023FCF17-9988-4C65-9B09-F90CAD04416D}" type="parTrans" cxnId="{4F7001D7-7687-447C-8F90-AF86F6C98F80}">
      <dgm:prSet/>
      <dgm:spPr/>
      <dgm:t>
        <a:bodyPr/>
        <a:lstStyle/>
        <a:p>
          <a:endParaRPr lang="en-SG"/>
        </a:p>
      </dgm:t>
    </dgm:pt>
    <dgm:pt modelId="{4C0AAAA0-7812-4396-81F0-5738985930AB}" type="sibTrans" cxnId="{4F7001D7-7687-447C-8F90-AF86F6C98F80}">
      <dgm:prSet phldrT="03"/>
      <dgm:spPr/>
      <dgm:t>
        <a:bodyPr/>
        <a:lstStyle/>
        <a:p>
          <a:r>
            <a:rPr lang="en-SG"/>
            <a:t>03</a:t>
          </a:r>
        </a:p>
      </dgm:t>
    </dgm:pt>
    <dgm:pt modelId="{051EBFD2-BA48-430B-9EE4-C68853E7E445}" type="pres">
      <dgm:prSet presAssocID="{EEF043D5-2139-436B-BB8C-432C161A4C00}" presName="Name0" presStyleCnt="0">
        <dgm:presLayoutVars>
          <dgm:animLvl val="lvl"/>
          <dgm:resizeHandles val="exact"/>
        </dgm:presLayoutVars>
      </dgm:prSet>
      <dgm:spPr/>
    </dgm:pt>
    <dgm:pt modelId="{8B73D572-9D60-4DC9-B9CA-4E1AED146698}" type="pres">
      <dgm:prSet presAssocID="{C23352F1-97EF-47CE-B93B-941B8AF97707}" presName="compositeNode" presStyleCnt="0">
        <dgm:presLayoutVars>
          <dgm:bulletEnabled val="1"/>
        </dgm:presLayoutVars>
      </dgm:prSet>
      <dgm:spPr/>
    </dgm:pt>
    <dgm:pt modelId="{C33783E2-3FD9-4AE8-9275-D57A150B5D9C}" type="pres">
      <dgm:prSet presAssocID="{C23352F1-97EF-47CE-B93B-941B8AF97707}" presName="bgRect" presStyleLbl="alignNode1" presStyleIdx="0" presStyleCnt="3"/>
      <dgm:spPr/>
    </dgm:pt>
    <dgm:pt modelId="{54C1B3F6-DD87-4CB4-B534-646C33F7372A}" type="pres">
      <dgm:prSet presAssocID="{FB9401EC-4DDF-4E90-9A11-987BCFC2C121}" presName="sibTransNodeRect" presStyleLbl="alignNode1" presStyleIdx="0" presStyleCnt="3">
        <dgm:presLayoutVars>
          <dgm:chMax val="0"/>
          <dgm:bulletEnabled val="1"/>
        </dgm:presLayoutVars>
      </dgm:prSet>
      <dgm:spPr/>
    </dgm:pt>
    <dgm:pt modelId="{F1702E86-DC5E-4B2B-AB13-E99CE57644E2}" type="pres">
      <dgm:prSet presAssocID="{C23352F1-97EF-47CE-B93B-941B8AF97707}" presName="nodeRect" presStyleLbl="alignNode1" presStyleIdx="0" presStyleCnt="3">
        <dgm:presLayoutVars>
          <dgm:bulletEnabled val="1"/>
        </dgm:presLayoutVars>
      </dgm:prSet>
      <dgm:spPr/>
    </dgm:pt>
    <dgm:pt modelId="{97B40F7C-9B4D-492B-9850-87C8BE28314B}" type="pres">
      <dgm:prSet presAssocID="{FB9401EC-4DDF-4E90-9A11-987BCFC2C121}" presName="sibTrans" presStyleCnt="0"/>
      <dgm:spPr/>
    </dgm:pt>
    <dgm:pt modelId="{E26EDAD0-B761-4E2C-8185-9AB6A0ED25A6}" type="pres">
      <dgm:prSet presAssocID="{AA1CE490-3B23-41F1-AA2A-C1AA91A56F8F}" presName="compositeNode" presStyleCnt="0">
        <dgm:presLayoutVars>
          <dgm:bulletEnabled val="1"/>
        </dgm:presLayoutVars>
      </dgm:prSet>
      <dgm:spPr/>
    </dgm:pt>
    <dgm:pt modelId="{4AAEE51D-1F40-44F1-8ABF-E9FD9C3895DF}" type="pres">
      <dgm:prSet presAssocID="{AA1CE490-3B23-41F1-AA2A-C1AA91A56F8F}" presName="bgRect" presStyleLbl="alignNode1" presStyleIdx="1" presStyleCnt="3"/>
      <dgm:spPr/>
    </dgm:pt>
    <dgm:pt modelId="{653F8F0A-FAFD-4276-8AA5-D894C2E39520}" type="pres">
      <dgm:prSet presAssocID="{91B10240-D667-4AAD-A75C-27C5A12C6467}" presName="sibTransNodeRect" presStyleLbl="alignNode1" presStyleIdx="1" presStyleCnt="3">
        <dgm:presLayoutVars>
          <dgm:chMax val="0"/>
          <dgm:bulletEnabled val="1"/>
        </dgm:presLayoutVars>
      </dgm:prSet>
      <dgm:spPr/>
    </dgm:pt>
    <dgm:pt modelId="{5B867ABC-4185-40B4-B65D-A6ABCC15193C}" type="pres">
      <dgm:prSet presAssocID="{AA1CE490-3B23-41F1-AA2A-C1AA91A56F8F}" presName="nodeRect" presStyleLbl="alignNode1" presStyleIdx="1" presStyleCnt="3">
        <dgm:presLayoutVars>
          <dgm:bulletEnabled val="1"/>
        </dgm:presLayoutVars>
      </dgm:prSet>
      <dgm:spPr/>
    </dgm:pt>
    <dgm:pt modelId="{4E241EA0-DDCB-4713-B611-FE9187B6BEE5}" type="pres">
      <dgm:prSet presAssocID="{91B10240-D667-4AAD-A75C-27C5A12C6467}" presName="sibTrans" presStyleCnt="0"/>
      <dgm:spPr/>
    </dgm:pt>
    <dgm:pt modelId="{8FC769D7-3746-4841-98B6-3B8E8EBDDA50}" type="pres">
      <dgm:prSet presAssocID="{60CB9244-85B6-4179-9A72-A0335D872343}" presName="compositeNode" presStyleCnt="0">
        <dgm:presLayoutVars>
          <dgm:bulletEnabled val="1"/>
        </dgm:presLayoutVars>
      </dgm:prSet>
      <dgm:spPr/>
    </dgm:pt>
    <dgm:pt modelId="{5BE9FB32-AD3B-45E9-B002-46ED7523DB40}" type="pres">
      <dgm:prSet presAssocID="{60CB9244-85B6-4179-9A72-A0335D872343}" presName="bgRect" presStyleLbl="alignNode1" presStyleIdx="2" presStyleCnt="3"/>
      <dgm:spPr/>
    </dgm:pt>
    <dgm:pt modelId="{6E98ED67-9537-4777-BB1F-023CFB1C5F4E}" type="pres">
      <dgm:prSet presAssocID="{4C0AAAA0-7812-4396-81F0-5738985930AB}" presName="sibTransNodeRect" presStyleLbl="alignNode1" presStyleIdx="2" presStyleCnt="3">
        <dgm:presLayoutVars>
          <dgm:chMax val="0"/>
          <dgm:bulletEnabled val="1"/>
        </dgm:presLayoutVars>
      </dgm:prSet>
      <dgm:spPr/>
    </dgm:pt>
    <dgm:pt modelId="{73B45874-527E-4560-A6D1-EF44040DEB1B}" type="pres">
      <dgm:prSet presAssocID="{60CB9244-85B6-4179-9A72-A0335D872343}" presName="nodeRect" presStyleLbl="alignNode1" presStyleIdx="2" presStyleCnt="3">
        <dgm:presLayoutVars>
          <dgm:bulletEnabled val="1"/>
        </dgm:presLayoutVars>
      </dgm:prSet>
      <dgm:spPr/>
    </dgm:pt>
  </dgm:ptLst>
  <dgm:cxnLst>
    <dgm:cxn modelId="{3F92A607-A3D2-493C-965B-7DFE7D08E76D}" type="presOf" srcId="{91B10240-D667-4AAD-A75C-27C5A12C6467}" destId="{653F8F0A-FAFD-4276-8AA5-D894C2E39520}" srcOrd="0" destOrd="0" presId="urn:microsoft.com/office/officeart/2016/7/layout/LinearBlockProcessNumbered"/>
    <dgm:cxn modelId="{0726705B-58DB-442F-B5B5-B332F8714B71}" type="presOf" srcId="{AA1CE490-3B23-41F1-AA2A-C1AA91A56F8F}" destId="{5B867ABC-4185-40B4-B65D-A6ABCC15193C}" srcOrd="1" destOrd="0" presId="urn:microsoft.com/office/officeart/2016/7/layout/LinearBlockProcessNumbered"/>
    <dgm:cxn modelId="{0285D06A-776A-41D7-8308-531297845B12}" type="presOf" srcId="{EEF043D5-2139-436B-BB8C-432C161A4C00}" destId="{051EBFD2-BA48-430B-9EE4-C68853E7E445}" srcOrd="0" destOrd="0" presId="urn:microsoft.com/office/officeart/2016/7/layout/LinearBlockProcessNumbered"/>
    <dgm:cxn modelId="{6AE42D4B-4834-48E9-B5F4-9EC976F02930}" srcId="{EEF043D5-2139-436B-BB8C-432C161A4C00}" destId="{AA1CE490-3B23-41F1-AA2A-C1AA91A56F8F}" srcOrd="1" destOrd="0" parTransId="{87E4E55C-7B13-4EF8-84F7-F34B12ECAC5D}" sibTransId="{91B10240-D667-4AAD-A75C-27C5A12C6467}"/>
    <dgm:cxn modelId="{B1D9AA52-F887-4C62-A098-EF0ECE2E0DAD}" type="presOf" srcId="{FB9401EC-4DDF-4E90-9A11-987BCFC2C121}" destId="{54C1B3F6-DD87-4CB4-B534-646C33F7372A}" srcOrd="0" destOrd="0" presId="urn:microsoft.com/office/officeart/2016/7/layout/LinearBlockProcessNumbered"/>
    <dgm:cxn modelId="{5A96AF57-CEEC-42DF-AF45-0548F70196DE}" type="presOf" srcId="{4C0AAAA0-7812-4396-81F0-5738985930AB}" destId="{6E98ED67-9537-4777-BB1F-023CFB1C5F4E}" srcOrd="0" destOrd="0" presId="urn:microsoft.com/office/officeart/2016/7/layout/LinearBlockProcessNumbered"/>
    <dgm:cxn modelId="{7AA39B59-DB05-47B6-A636-B2B177B91D83}" type="presOf" srcId="{60CB9244-85B6-4179-9A72-A0335D872343}" destId="{73B45874-527E-4560-A6D1-EF44040DEB1B}" srcOrd="1" destOrd="0" presId="urn:microsoft.com/office/officeart/2016/7/layout/LinearBlockProcessNumbered"/>
    <dgm:cxn modelId="{0B77CD86-3263-4FDA-BC6E-0181BAECA64C}" type="presOf" srcId="{C23352F1-97EF-47CE-B93B-941B8AF97707}" destId="{C33783E2-3FD9-4AE8-9275-D57A150B5D9C}" srcOrd="0" destOrd="0" presId="urn:microsoft.com/office/officeart/2016/7/layout/LinearBlockProcessNumbered"/>
    <dgm:cxn modelId="{87FEB79F-A6EF-4DE2-8A17-935955BC1C86}" srcId="{EEF043D5-2139-436B-BB8C-432C161A4C00}" destId="{C23352F1-97EF-47CE-B93B-941B8AF97707}" srcOrd="0" destOrd="0" parTransId="{3A6F8984-7471-4101-913C-A52F8D407DC5}" sibTransId="{FB9401EC-4DDF-4E90-9A11-987BCFC2C121}"/>
    <dgm:cxn modelId="{0941EBC3-56A8-4DFD-AE2F-4CA7FFB25B20}" type="presOf" srcId="{AA1CE490-3B23-41F1-AA2A-C1AA91A56F8F}" destId="{4AAEE51D-1F40-44F1-8ABF-E9FD9C3895DF}" srcOrd="0" destOrd="0" presId="urn:microsoft.com/office/officeart/2016/7/layout/LinearBlockProcessNumbered"/>
    <dgm:cxn modelId="{5843F8D4-CDD6-4B8F-B331-E4D560E060B2}" type="presOf" srcId="{C23352F1-97EF-47CE-B93B-941B8AF97707}" destId="{F1702E86-DC5E-4B2B-AB13-E99CE57644E2}" srcOrd="1" destOrd="0" presId="urn:microsoft.com/office/officeart/2016/7/layout/LinearBlockProcessNumbered"/>
    <dgm:cxn modelId="{4F7001D7-7687-447C-8F90-AF86F6C98F80}" srcId="{EEF043D5-2139-436B-BB8C-432C161A4C00}" destId="{60CB9244-85B6-4179-9A72-A0335D872343}" srcOrd="2" destOrd="0" parTransId="{023FCF17-9988-4C65-9B09-F90CAD04416D}" sibTransId="{4C0AAAA0-7812-4396-81F0-5738985930AB}"/>
    <dgm:cxn modelId="{C60CA9E0-C8E2-429C-A886-31447EEA5F13}" type="presOf" srcId="{60CB9244-85B6-4179-9A72-A0335D872343}" destId="{5BE9FB32-AD3B-45E9-B002-46ED7523DB40}" srcOrd="0" destOrd="0" presId="urn:microsoft.com/office/officeart/2016/7/layout/LinearBlockProcessNumbered"/>
    <dgm:cxn modelId="{4DFF38D3-FCB1-497C-B5FB-EE536D5E7532}" type="presParOf" srcId="{051EBFD2-BA48-430B-9EE4-C68853E7E445}" destId="{8B73D572-9D60-4DC9-B9CA-4E1AED146698}" srcOrd="0" destOrd="0" presId="urn:microsoft.com/office/officeart/2016/7/layout/LinearBlockProcessNumbered"/>
    <dgm:cxn modelId="{421F33C6-DA41-4791-B5AB-FF93C0F1DEBB}" type="presParOf" srcId="{8B73D572-9D60-4DC9-B9CA-4E1AED146698}" destId="{C33783E2-3FD9-4AE8-9275-D57A150B5D9C}" srcOrd="0" destOrd="0" presId="urn:microsoft.com/office/officeart/2016/7/layout/LinearBlockProcessNumbered"/>
    <dgm:cxn modelId="{3D3DAAF6-F070-4DF1-AB3D-F49EAF4AA214}" type="presParOf" srcId="{8B73D572-9D60-4DC9-B9CA-4E1AED146698}" destId="{54C1B3F6-DD87-4CB4-B534-646C33F7372A}" srcOrd="1" destOrd="0" presId="urn:microsoft.com/office/officeart/2016/7/layout/LinearBlockProcessNumbered"/>
    <dgm:cxn modelId="{2933D4FA-21C0-47F1-BEDF-B955BC51FA1B}" type="presParOf" srcId="{8B73D572-9D60-4DC9-B9CA-4E1AED146698}" destId="{F1702E86-DC5E-4B2B-AB13-E99CE57644E2}" srcOrd="2" destOrd="0" presId="urn:microsoft.com/office/officeart/2016/7/layout/LinearBlockProcessNumbered"/>
    <dgm:cxn modelId="{543356E8-F858-4406-9845-3324F18F029D}" type="presParOf" srcId="{051EBFD2-BA48-430B-9EE4-C68853E7E445}" destId="{97B40F7C-9B4D-492B-9850-87C8BE28314B}" srcOrd="1" destOrd="0" presId="urn:microsoft.com/office/officeart/2016/7/layout/LinearBlockProcessNumbered"/>
    <dgm:cxn modelId="{E15BFECB-955B-4162-94EB-8A9014B196A3}" type="presParOf" srcId="{051EBFD2-BA48-430B-9EE4-C68853E7E445}" destId="{E26EDAD0-B761-4E2C-8185-9AB6A0ED25A6}" srcOrd="2" destOrd="0" presId="urn:microsoft.com/office/officeart/2016/7/layout/LinearBlockProcessNumbered"/>
    <dgm:cxn modelId="{8C152710-A3C2-4E6C-98B3-DE2DA7EC4809}" type="presParOf" srcId="{E26EDAD0-B761-4E2C-8185-9AB6A0ED25A6}" destId="{4AAEE51D-1F40-44F1-8ABF-E9FD9C3895DF}" srcOrd="0" destOrd="0" presId="urn:microsoft.com/office/officeart/2016/7/layout/LinearBlockProcessNumbered"/>
    <dgm:cxn modelId="{22A77A47-6663-4074-8881-A7295B15CD94}" type="presParOf" srcId="{E26EDAD0-B761-4E2C-8185-9AB6A0ED25A6}" destId="{653F8F0A-FAFD-4276-8AA5-D894C2E39520}" srcOrd="1" destOrd="0" presId="urn:microsoft.com/office/officeart/2016/7/layout/LinearBlockProcessNumbered"/>
    <dgm:cxn modelId="{88610900-33D2-4521-B262-EFE57780F4E8}" type="presParOf" srcId="{E26EDAD0-B761-4E2C-8185-9AB6A0ED25A6}" destId="{5B867ABC-4185-40B4-B65D-A6ABCC15193C}" srcOrd="2" destOrd="0" presId="urn:microsoft.com/office/officeart/2016/7/layout/LinearBlockProcessNumbered"/>
    <dgm:cxn modelId="{97F8B87B-46E3-46EA-914D-8E77828606A9}" type="presParOf" srcId="{051EBFD2-BA48-430B-9EE4-C68853E7E445}" destId="{4E241EA0-DDCB-4713-B611-FE9187B6BEE5}" srcOrd="3" destOrd="0" presId="urn:microsoft.com/office/officeart/2016/7/layout/LinearBlockProcessNumbered"/>
    <dgm:cxn modelId="{E05B0C1B-6EC5-41C8-8C66-545723245D6F}" type="presParOf" srcId="{051EBFD2-BA48-430B-9EE4-C68853E7E445}" destId="{8FC769D7-3746-4841-98B6-3B8E8EBDDA50}" srcOrd="4" destOrd="0" presId="urn:microsoft.com/office/officeart/2016/7/layout/LinearBlockProcessNumbered"/>
    <dgm:cxn modelId="{8CB1F539-CC38-4178-A28C-B499F4ABDED0}" type="presParOf" srcId="{8FC769D7-3746-4841-98B6-3B8E8EBDDA50}" destId="{5BE9FB32-AD3B-45E9-B002-46ED7523DB40}" srcOrd="0" destOrd="0" presId="urn:microsoft.com/office/officeart/2016/7/layout/LinearBlockProcessNumbered"/>
    <dgm:cxn modelId="{35DBD513-706F-4042-9DBA-9B2F30E00708}" type="presParOf" srcId="{8FC769D7-3746-4841-98B6-3B8E8EBDDA50}" destId="{6E98ED67-9537-4777-BB1F-023CFB1C5F4E}" srcOrd="1" destOrd="0" presId="urn:microsoft.com/office/officeart/2016/7/layout/LinearBlockProcessNumbered"/>
    <dgm:cxn modelId="{25814816-F400-42C6-8688-18B5DBA82781}" type="presParOf" srcId="{8FC769D7-3746-4841-98B6-3B8E8EBDDA50}" destId="{73B45874-527E-4560-A6D1-EF44040DEB1B}" srcOrd="2" destOrd="0" presId="urn:microsoft.com/office/officeart/2016/7/layout/LinearBlockProcessNumbered"/>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7E43754-C2AA-486B-ACEA-E366C49B352C}">
      <dsp:nvSpPr>
        <dsp:cNvPr id="0" name=""/>
        <dsp:cNvSpPr/>
      </dsp:nvSpPr>
      <dsp:spPr>
        <a:xfrm>
          <a:off x="1090" y="0"/>
          <a:ext cx="4253461" cy="3698086"/>
        </a:xfrm>
        <a:prstGeom prst="rect">
          <a:avLst/>
        </a:prstGeom>
        <a:solidFill>
          <a:schemeClr val="accent2">
            <a:tint val="40000"/>
            <a:alpha val="90000"/>
            <a:hueOff val="0"/>
            <a:satOff val="0"/>
            <a:lumOff val="0"/>
            <a:alphaOff val="0"/>
          </a:schemeClr>
        </a:solidFill>
        <a:ln w="1270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31616" tIns="330200" rIns="331616" bIns="330200" numCol="1" spcCol="1270" anchor="t" anchorCtr="0">
          <a:noAutofit/>
        </a:bodyPr>
        <a:lstStyle/>
        <a:p>
          <a:pPr marL="0" lvl="0" indent="0" algn="l" defTabSz="889000">
            <a:lnSpc>
              <a:spcPct val="90000"/>
            </a:lnSpc>
            <a:spcBef>
              <a:spcPct val="0"/>
            </a:spcBef>
            <a:spcAft>
              <a:spcPct val="35000"/>
            </a:spcAft>
            <a:buNone/>
          </a:pPr>
          <a:r>
            <a:rPr lang="en-SG" sz="2000" kern="1200"/>
            <a:t>Outline the range of hardware and software technologies used build a digital business infrastructure within an organization and with its partners.</a:t>
          </a:r>
          <a:endParaRPr lang="en-US" sz="2000" kern="1200"/>
        </a:p>
      </dsp:txBody>
      <dsp:txXfrm>
        <a:off x="1090" y="1405272"/>
        <a:ext cx="4253461" cy="2218851"/>
      </dsp:txXfrm>
    </dsp:sp>
    <dsp:sp modelId="{AB6AA5F0-8B9C-4208-80D2-67F1D453FA37}">
      <dsp:nvSpPr>
        <dsp:cNvPr id="0" name=""/>
        <dsp:cNvSpPr/>
      </dsp:nvSpPr>
      <dsp:spPr>
        <a:xfrm>
          <a:off x="1573108" y="369808"/>
          <a:ext cx="1109425" cy="1109425"/>
        </a:xfrm>
        <a:prstGeom prst="ellips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6495" tIns="12700" rIns="86495" bIns="12700" numCol="1" spcCol="1270" anchor="ctr" anchorCtr="0">
          <a:noAutofit/>
        </a:bodyPr>
        <a:lstStyle/>
        <a:p>
          <a:pPr marL="0" lvl="0" indent="0" algn="ctr" defTabSz="2133600">
            <a:lnSpc>
              <a:spcPct val="90000"/>
            </a:lnSpc>
            <a:spcBef>
              <a:spcPct val="0"/>
            </a:spcBef>
            <a:spcAft>
              <a:spcPct val="35000"/>
            </a:spcAft>
            <a:buNone/>
          </a:pPr>
          <a:r>
            <a:rPr lang="en-US" sz="4800" kern="1200"/>
            <a:t>1</a:t>
          </a:r>
        </a:p>
      </dsp:txBody>
      <dsp:txXfrm>
        <a:off x="1735580" y="532280"/>
        <a:ext cx="784481" cy="784481"/>
      </dsp:txXfrm>
    </dsp:sp>
    <dsp:sp modelId="{ABE02F1F-5B6E-4E96-A4D2-4C69D27611B1}">
      <dsp:nvSpPr>
        <dsp:cNvPr id="0" name=""/>
        <dsp:cNvSpPr/>
      </dsp:nvSpPr>
      <dsp:spPr>
        <a:xfrm>
          <a:off x="1090" y="3698014"/>
          <a:ext cx="4253461" cy="72"/>
        </a:xfrm>
        <a:prstGeom prst="rect">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078E03D-76D0-4B5B-8E96-E2FE98406417}">
      <dsp:nvSpPr>
        <dsp:cNvPr id="0" name=""/>
        <dsp:cNvSpPr/>
      </dsp:nvSpPr>
      <dsp:spPr>
        <a:xfrm>
          <a:off x="4679898" y="0"/>
          <a:ext cx="4253461" cy="3698086"/>
        </a:xfrm>
        <a:prstGeom prst="rect">
          <a:avLst/>
        </a:prstGeom>
        <a:solidFill>
          <a:schemeClr val="accent3">
            <a:tint val="40000"/>
            <a:alpha val="90000"/>
            <a:hueOff val="0"/>
            <a:satOff val="0"/>
            <a:lumOff val="0"/>
            <a:alphaOff val="0"/>
          </a:schemeClr>
        </a:solidFill>
        <a:ln w="12700" cap="flat" cmpd="sng" algn="ctr">
          <a:solidFill>
            <a:schemeClr val="accent3">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31616" tIns="330200" rIns="331616" bIns="330200" numCol="1" spcCol="1270" anchor="t" anchorCtr="0">
          <a:noAutofit/>
        </a:bodyPr>
        <a:lstStyle/>
        <a:p>
          <a:pPr marL="0" lvl="0" indent="0" algn="l" defTabSz="889000">
            <a:lnSpc>
              <a:spcPct val="90000"/>
            </a:lnSpc>
            <a:spcBef>
              <a:spcPct val="0"/>
            </a:spcBef>
            <a:spcAft>
              <a:spcPct val="35000"/>
            </a:spcAft>
            <a:buNone/>
          </a:pPr>
          <a:r>
            <a:rPr lang="en-SG" sz="2000" kern="1200" dirty="0"/>
            <a:t>Review the actions needed to maintain service quality for users of digital platforms.</a:t>
          </a:r>
          <a:endParaRPr lang="en-US" sz="2000" kern="1200" dirty="0"/>
        </a:p>
      </dsp:txBody>
      <dsp:txXfrm>
        <a:off x="4679898" y="1405272"/>
        <a:ext cx="4253461" cy="2218851"/>
      </dsp:txXfrm>
    </dsp:sp>
    <dsp:sp modelId="{B21911AC-C592-4AAF-BEDA-1E02DE834661}">
      <dsp:nvSpPr>
        <dsp:cNvPr id="0" name=""/>
        <dsp:cNvSpPr/>
      </dsp:nvSpPr>
      <dsp:spPr>
        <a:xfrm>
          <a:off x="6251915" y="369808"/>
          <a:ext cx="1109425" cy="1109425"/>
        </a:xfrm>
        <a:prstGeom prst="ellipse">
          <a:avLst/>
        </a:prstGeom>
        <a:solidFill>
          <a:schemeClr val="accent4">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6495" tIns="12700" rIns="86495" bIns="12700" numCol="1" spcCol="1270" anchor="ctr" anchorCtr="0">
          <a:noAutofit/>
        </a:bodyPr>
        <a:lstStyle/>
        <a:p>
          <a:pPr marL="0" lvl="0" indent="0" algn="ctr" defTabSz="2133600">
            <a:lnSpc>
              <a:spcPct val="90000"/>
            </a:lnSpc>
            <a:spcBef>
              <a:spcPct val="0"/>
            </a:spcBef>
            <a:spcAft>
              <a:spcPct val="35000"/>
            </a:spcAft>
            <a:buNone/>
          </a:pPr>
          <a:r>
            <a:rPr lang="en-US" sz="4800" kern="1200"/>
            <a:t>2</a:t>
          </a:r>
        </a:p>
      </dsp:txBody>
      <dsp:txXfrm>
        <a:off x="6414387" y="532280"/>
        <a:ext cx="784481" cy="784481"/>
      </dsp:txXfrm>
    </dsp:sp>
    <dsp:sp modelId="{CDA2392D-F56D-4DC8-8D1B-6D36D73AE53D}">
      <dsp:nvSpPr>
        <dsp:cNvPr id="0" name=""/>
        <dsp:cNvSpPr/>
      </dsp:nvSpPr>
      <dsp:spPr>
        <a:xfrm>
          <a:off x="4679898" y="3698014"/>
          <a:ext cx="4253461" cy="72"/>
        </a:xfrm>
        <a:prstGeom prst="rect">
          <a:avLst/>
        </a:prstGeom>
        <a:solidFill>
          <a:schemeClr val="accent5">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DDF7B40-9BF4-4571-A54D-B5A50DC839DB}">
      <dsp:nvSpPr>
        <dsp:cNvPr id="0" name=""/>
        <dsp:cNvSpPr/>
      </dsp:nvSpPr>
      <dsp:spPr>
        <a:xfrm>
          <a:off x="1759249" y="527008"/>
          <a:ext cx="1366323" cy="1366323"/>
        </a:xfrm>
        <a:prstGeom prst="round2DiagRect">
          <a:avLst>
            <a:gd name="adj1" fmla="val 29727"/>
            <a:gd name="adj2" fmla="val 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E7165C5-A4A6-470D-BEDC-281826F938BE}">
      <dsp:nvSpPr>
        <dsp:cNvPr id="0" name=""/>
        <dsp:cNvSpPr/>
      </dsp:nvSpPr>
      <dsp:spPr>
        <a:xfrm>
          <a:off x="1982957" y="721829"/>
          <a:ext cx="918906" cy="97668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3D71B5E-4207-49C9-984B-7487598EF6F8}">
      <dsp:nvSpPr>
        <dsp:cNvPr id="0" name=""/>
        <dsp:cNvSpPr/>
      </dsp:nvSpPr>
      <dsp:spPr>
        <a:xfrm>
          <a:off x="0" y="2259969"/>
          <a:ext cx="4819585" cy="109908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90000"/>
            </a:lnSpc>
            <a:spcBef>
              <a:spcPct val="0"/>
            </a:spcBef>
            <a:spcAft>
              <a:spcPct val="35000"/>
            </a:spcAft>
            <a:buNone/>
            <a:defRPr cap="all"/>
          </a:pPr>
          <a:r>
            <a:rPr lang="en-SG" sz="1800" kern="1200" dirty="0"/>
            <a:t>Defining an adequate technology infrastructure is vital to all start-up online businesses and existing companies making the transformation to digital business</a:t>
          </a:r>
          <a:endParaRPr lang="en-US" sz="1800" kern="1200" dirty="0"/>
        </a:p>
      </dsp:txBody>
      <dsp:txXfrm>
        <a:off x="0" y="2259969"/>
        <a:ext cx="4819585" cy="1099084"/>
      </dsp:txXfrm>
    </dsp:sp>
    <dsp:sp modelId="{8574D106-EF33-4F1C-B38F-F9CC1421EAFD}">
      <dsp:nvSpPr>
        <dsp:cNvPr id="0" name=""/>
        <dsp:cNvSpPr/>
      </dsp:nvSpPr>
      <dsp:spPr>
        <a:xfrm>
          <a:off x="7307125" y="430158"/>
          <a:ext cx="1331247" cy="1331247"/>
        </a:xfrm>
        <a:prstGeom prst="round2DiagRect">
          <a:avLst>
            <a:gd name="adj1" fmla="val 29727"/>
            <a:gd name="adj2" fmla="val 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AFCAE51-B6E3-4B20-B99A-91D1DBCD6A0C}">
      <dsp:nvSpPr>
        <dsp:cNvPr id="0" name=""/>
        <dsp:cNvSpPr/>
      </dsp:nvSpPr>
      <dsp:spPr>
        <a:xfrm>
          <a:off x="7362436" y="485469"/>
          <a:ext cx="1220625" cy="1220625"/>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70F4FED-49F8-4624-A237-D2F47CBC8A3D}">
      <dsp:nvSpPr>
        <dsp:cNvPr id="0" name=""/>
        <dsp:cNvSpPr/>
      </dsp:nvSpPr>
      <dsp:spPr>
        <a:xfrm>
          <a:off x="5495134" y="2342278"/>
          <a:ext cx="5020465" cy="109908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defRPr cap="all"/>
          </a:pPr>
          <a:r>
            <a:rPr lang="en-SG" sz="1700" kern="1200" dirty="0"/>
            <a:t>The infrastructure and support of different types of digital platforms directly affect the quality of service experienced by users of the system in terms of </a:t>
          </a:r>
          <a:r>
            <a:rPr lang="en-SG" sz="1700" b="1" u="sng" kern="1200" dirty="0"/>
            <a:t>speed</a:t>
          </a:r>
          <a:r>
            <a:rPr lang="en-SG" sz="1700" kern="1200" dirty="0"/>
            <a:t> and </a:t>
          </a:r>
          <a:r>
            <a:rPr lang="en-SG" sz="1700" b="1" u="sng" kern="1200" dirty="0"/>
            <a:t>responsiveness</a:t>
          </a:r>
          <a:r>
            <a:rPr lang="en-SG" sz="1700" kern="1200" dirty="0"/>
            <a:t>.</a:t>
          </a:r>
          <a:endParaRPr lang="en-US" sz="1700" kern="1200" dirty="0"/>
        </a:p>
      </dsp:txBody>
      <dsp:txXfrm>
        <a:off x="5495134" y="2342278"/>
        <a:ext cx="5020465" cy="1099084"/>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E53EF3F-4431-4D90-B02B-CAA11B915265}">
      <dsp:nvSpPr>
        <dsp:cNvPr id="0" name=""/>
        <dsp:cNvSpPr/>
      </dsp:nvSpPr>
      <dsp:spPr>
        <a:xfrm>
          <a:off x="478800" y="367799"/>
          <a:ext cx="1098000" cy="1098000"/>
        </a:xfrm>
        <a:prstGeom prst="round2DiagRect">
          <a:avLst>
            <a:gd name="adj1" fmla="val 29727"/>
            <a:gd name="adj2" fmla="val 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14053C3-AFCC-430B-9888-BD07EF7EDC21}">
      <dsp:nvSpPr>
        <dsp:cNvPr id="0" name=""/>
        <dsp:cNvSpPr/>
      </dsp:nvSpPr>
      <dsp:spPr>
        <a:xfrm>
          <a:off x="712800" y="601800"/>
          <a:ext cx="630000" cy="6300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B307403-7399-4F79-9E64-A6BAAAF958B8}">
      <dsp:nvSpPr>
        <dsp:cNvPr id="0" name=""/>
        <dsp:cNvSpPr/>
      </dsp:nvSpPr>
      <dsp:spPr>
        <a:xfrm>
          <a:off x="127800" y="1807800"/>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90000"/>
            </a:lnSpc>
            <a:spcBef>
              <a:spcPct val="0"/>
            </a:spcBef>
            <a:spcAft>
              <a:spcPct val="35000"/>
            </a:spcAft>
            <a:buNone/>
            <a:defRPr cap="all"/>
          </a:pPr>
          <a:r>
            <a:rPr lang="en-SG" sz="1600" kern="1200" dirty="0"/>
            <a:t>Desktop browser- based platforms</a:t>
          </a:r>
          <a:endParaRPr lang="en-US" sz="1600" kern="1200" dirty="0"/>
        </a:p>
      </dsp:txBody>
      <dsp:txXfrm>
        <a:off x="127800" y="1807800"/>
        <a:ext cx="1800000" cy="720000"/>
      </dsp:txXfrm>
    </dsp:sp>
    <dsp:sp modelId="{B05D7773-78C8-416E-B90E-6EF546E0A9A3}">
      <dsp:nvSpPr>
        <dsp:cNvPr id="0" name=""/>
        <dsp:cNvSpPr/>
      </dsp:nvSpPr>
      <dsp:spPr>
        <a:xfrm>
          <a:off x="2593800" y="367799"/>
          <a:ext cx="1098000" cy="1098000"/>
        </a:xfrm>
        <a:prstGeom prst="round2DiagRect">
          <a:avLst>
            <a:gd name="adj1" fmla="val 29727"/>
            <a:gd name="adj2" fmla="val 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B2E2323-9ACB-4A1C-BB6E-9911EDCFC582}">
      <dsp:nvSpPr>
        <dsp:cNvPr id="0" name=""/>
        <dsp:cNvSpPr/>
      </dsp:nvSpPr>
      <dsp:spPr>
        <a:xfrm>
          <a:off x="2827800" y="601800"/>
          <a:ext cx="630000" cy="63000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1BE9104-1676-4977-9684-C6E8C65659A7}">
      <dsp:nvSpPr>
        <dsp:cNvPr id="0" name=""/>
        <dsp:cNvSpPr/>
      </dsp:nvSpPr>
      <dsp:spPr>
        <a:xfrm>
          <a:off x="2242800" y="1807800"/>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90000"/>
            </a:lnSpc>
            <a:spcBef>
              <a:spcPct val="0"/>
            </a:spcBef>
            <a:spcAft>
              <a:spcPct val="35000"/>
            </a:spcAft>
            <a:buNone/>
            <a:defRPr cap="all"/>
          </a:pPr>
          <a:r>
            <a:rPr lang="en-SG" sz="1600" kern="1200" dirty="0"/>
            <a:t>Desktop apps or Mobile-based apps</a:t>
          </a:r>
          <a:endParaRPr lang="en-US" sz="1600" kern="1200" dirty="0"/>
        </a:p>
      </dsp:txBody>
      <dsp:txXfrm>
        <a:off x="2242800" y="1807800"/>
        <a:ext cx="1800000" cy="720000"/>
      </dsp:txXfrm>
    </dsp:sp>
    <dsp:sp modelId="{600D5099-C604-4788-9585-F19158030BCA}">
      <dsp:nvSpPr>
        <dsp:cNvPr id="0" name=""/>
        <dsp:cNvSpPr/>
      </dsp:nvSpPr>
      <dsp:spPr>
        <a:xfrm>
          <a:off x="4708800" y="367799"/>
          <a:ext cx="1098000" cy="1098000"/>
        </a:xfrm>
        <a:prstGeom prst="round2DiagRect">
          <a:avLst>
            <a:gd name="adj1" fmla="val 29727"/>
            <a:gd name="adj2" fmla="val 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589168C-2B71-4243-B5F6-4A5B558E0853}">
      <dsp:nvSpPr>
        <dsp:cNvPr id="0" name=""/>
        <dsp:cNvSpPr/>
      </dsp:nvSpPr>
      <dsp:spPr>
        <a:xfrm>
          <a:off x="4942800" y="601800"/>
          <a:ext cx="630000" cy="63000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64666ED-8700-4DDB-9F75-6D872C3CC66A}">
      <dsp:nvSpPr>
        <dsp:cNvPr id="0" name=""/>
        <dsp:cNvSpPr/>
      </dsp:nvSpPr>
      <dsp:spPr>
        <a:xfrm>
          <a:off x="4357800" y="1807800"/>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90000"/>
            </a:lnSpc>
            <a:spcBef>
              <a:spcPct val="0"/>
            </a:spcBef>
            <a:spcAft>
              <a:spcPct val="35000"/>
            </a:spcAft>
            <a:buNone/>
            <a:defRPr cap="all"/>
          </a:pPr>
          <a:r>
            <a:rPr lang="en-SG" sz="1600" kern="1200"/>
            <a:t>Email platforms</a:t>
          </a:r>
          <a:endParaRPr lang="en-US" sz="1600" kern="1200"/>
        </a:p>
      </dsp:txBody>
      <dsp:txXfrm>
        <a:off x="4357800" y="1807800"/>
        <a:ext cx="1800000" cy="720000"/>
      </dsp:txXfrm>
    </dsp:sp>
    <dsp:sp modelId="{0F649140-0329-4735-8F3D-32D2C3477C2A}">
      <dsp:nvSpPr>
        <dsp:cNvPr id="0" name=""/>
        <dsp:cNvSpPr/>
      </dsp:nvSpPr>
      <dsp:spPr>
        <a:xfrm>
          <a:off x="6823800" y="367799"/>
          <a:ext cx="1098000" cy="1098000"/>
        </a:xfrm>
        <a:prstGeom prst="round2DiagRect">
          <a:avLst>
            <a:gd name="adj1" fmla="val 29727"/>
            <a:gd name="adj2" fmla="val 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9E7452F-26CF-489D-A060-1BE23F23BA08}">
      <dsp:nvSpPr>
        <dsp:cNvPr id="0" name=""/>
        <dsp:cNvSpPr/>
      </dsp:nvSpPr>
      <dsp:spPr>
        <a:xfrm>
          <a:off x="7057800" y="601800"/>
          <a:ext cx="630000" cy="630000"/>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DC6870E-D542-48AF-A905-CD9C36D4C792}">
      <dsp:nvSpPr>
        <dsp:cNvPr id="0" name=""/>
        <dsp:cNvSpPr/>
      </dsp:nvSpPr>
      <dsp:spPr>
        <a:xfrm>
          <a:off x="6472800" y="1807800"/>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90000"/>
            </a:lnSpc>
            <a:spcBef>
              <a:spcPct val="0"/>
            </a:spcBef>
            <a:spcAft>
              <a:spcPct val="35000"/>
            </a:spcAft>
            <a:buNone/>
            <a:defRPr cap="all"/>
          </a:pPr>
          <a:r>
            <a:rPr lang="en-SG" sz="1600" kern="1200"/>
            <a:t>Feed-based and API data exchange platforms</a:t>
          </a:r>
          <a:endParaRPr lang="en-US" sz="1600" kern="1200"/>
        </a:p>
      </dsp:txBody>
      <dsp:txXfrm>
        <a:off x="6472800" y="1807800"/>
        <a:ext cx="1800000" cy="720000"/>
      </dsp:txXfrm>
    </dsp:sp>
    <dsp:sp modelId="{3D9270F0-9991-4762-918B-A0349588ADD8}">
      <dsp:nvSpPr>
        <dsp:cNvPr id="0" name=""/>
        <dsp:cNvSpPr/>
      </dsp:nvSpPr>
      <dsp:spPr>
        <a:xfrm>
          <a:off x="8938800" y="367799"/>
          <a:ext cx="1098000" cy="1098000"/>
        </a:xfrm>
        <a:prstGeom prst="round2DiagRect">
          <a:avLst>
            <a:gd name="adj1" fmla="val 29727"/>
            <a:gd name="adj2" fmla="val 0"/>
          </a:avLst>
        </a:prstGeom>
        <a:solidFill>
          <a:schemeClr val="accent6">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9EA82C0-B1DF-4C16-BDA8-2EB26A98A957}">
      <dsp:nvSpPr>
        <dsp:cNvPr id="0" name=""/>
        <dsp:cNvSpPr/>
      </dsp:nvSpPr>
      <dsp:spPr>
        <a:xfrm>
          <a:off x="9172800" y="601800"/>
          <a:ext cx="630000" cy="630000"/>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5EE0909-52DD-4FC0-9BA4-D139E524D487}">
      <dsp:nvSpPr>
        <dsp:cNvPr id="0" name=""/>
        <dsp:cNvSpPr/>
      </dsp:nvSpPr>
      <dsp:spPr>
        <a:xfrm>
          <a:off x="8587800" y="1807800"/>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90000"/>
            </a:lnSpc>
            <a:spcBef>
              <a:spcPct val="0"/>
            </a:spcBef>
            <a:spcAft>
              <a:spcPct val="35000"/>
            </a:spcAft>
            <a:buNone/>
            <a:defRPr cap="all"/>
          </a:pPr>
          <a:r>
            <a:rPr lang="en-SG" sz="1600" kern="1200"/>
            <a:t>Video-marketing platforms</a:t>
          </a:r>
          <a:endParaRPr lang="en-US" sz="1600" kern="1200"/>
        </a:p>
      </dsp:txBody>
      <dsp:txXfrm>
        <a:off x="8587800" y="1807800"/>
        <a:ext cx="1800000" cy="72000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E780A77-BCE8-43EB-BA4F-1D3720758E30}">
      <dsp:nvSpPr>
        <dsp:cNvPr id="0" name=""/>
        <dsp:cNvSpPr/>
      </dsp:nvSpPr>
      <dsp:spPr>
        <a:xfrm>
          <a:off x="941481" y="770686"/>
          <a:ext cx="1450370" cy="145037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4D63AAD-BEDA-46B1-8DC2-38244F2ACA37}">
      <dsp:nvSpPr>
        <dsp:cNvPr id="0" name=""/>
        <dsp:cNvSpPr/>
      </dsp:nvSpPr>
      <dsp:spPr>
        <a:xfrm>
          <a:off x="55144" y="2604236"/>
          <a:ext cx="3223045"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977900">
            <a:lnSpc>
              <a:spcPct val="100000"/>
            </a:lnSpc>
            <a:spcBef>
              <a:spcPct val="0"/>
            </a:spcBef>
            <a:spcAft>
              <a:spcPct val="35000"/>
            </a:spcAft>
            <a:buNone/>
          </a:pPr>
          <a:r>
            <a:rPr lang="en-SG" sz="2200" kern="1200"/>
            <a:t>Domain name selection</a:t>
          </a:r>
          <a:endParaRPr lang="en-US" sz="2200" kern="1200"/>
        </a:p>
      </dsp:txBody>
      <dsp:txXfrm>
        <a:off x="55144" y="2604236"/>
        <a:ext cx="3223045" cy="720000"/>
      </dsp:txXfrm>
    </dsp:sp>
    <dsp:sp modelId="{EA8FBD09-DDB3-4678-AFC2-B71547F33185}">
      <dsp:nvSpPr>
        <dsp:cNvPr id="0" name=""/>
        <dsp:cNvSpPr/>
      </dsp:nvSpPr>
      <dsp:spPr>
        <a:xfrm>
          <a:off x="4728559" y="770686"/>
          <a:ext cx="1450370" cy="145037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2BD167D-C9DD-4FE9-9DD1-3514F9F94B8F}">
      <dsp:nvSpPr>
        <dsp:cNvPr id="0" name=""/>
        <dsp:cNvSpPr/>
      </dsp:nvSpPr>
      <dsp:spPr>
        <a:xfrm>
          <a:off x="3842222" y="2604236"/>
          <a:ext cx="3223045"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977900">
            <a:lnSpc>
              <a:spcPct val="100000"/>
            </a:lnSpc>
            <a:spcBef>
              <a:spcPct val="0"/>
            </a:spcBef>
            <a:spcAft>
              <a:spcPct val="35000"/>
            </a:spcAft>
            <a:buNone/>
          </a:pPr>
          <a:r>
            <a:rPr lang="en-SG" sz="2200" kern="1200"/>
            <a:t>Selection of hosting service, including cloud providers</a:t>
          </a:r>
          <a:endParaRPr lang="en-US" sz="2200" kern="1200"/>
        </a:p>
      </dsp:txBody>
      <dsp:txXfrm>
        <a:off x="3842222" y="2604236"/>
        <a:ext cx="3223045" cy="720000"/>
      </dsp:txXfrm>
    </dsp:sp>
    <dsp:sp modelId="{8003DA69-3301-418C-A67C-5657E89D4130}">
      <dsp:nvSpPr>
        <dsp:cNvPr id="0" name=""/>
        <dsp:cNvSpPr/>
      </dsp:nvSpPr>
      <dsp:spPr>
        <a:xfrm>
          <a:off x="8515638" y="770686"/>
          <a:ext cx="1450370" cy="145037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92035D4-ACFE-4BFC-85BD-DF5D5309BE96}">
      <dsp:nvSpPr>
        <dsp:cNvPr id="0" name=""/>
        <dsp:cNvSpPr/>
      </dsp:nvSpPr>
      <dsp:spPr>
        <a:xfrm>
          <a:off x="7629300" y="2604236"/>
          <a:ext cx="3223045"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977900">
            <a:lnSpc>
              <a:spcPct val="100000"/>
            </a:lnSpc>
            <a:spcBef>
              <a:spcPct val="0"/>
            </a:spcBef>
            <a:spcAft>
              <a:spcPct val="35000"/>
            </a:spcAft>
            <a:buNone/>
          </a:pPr>
          <a:r>
            <a:rPr lang="en-SG" sz="2200" kern="1200"/>
            <a:t>Selection of additional SaaS (Software as a Service)</a:t>
          </a:r>
          <a:endParaRPr lang="en-US" sz="2200" kern="1200"/>
        </a:p>
      </dsp:txBody>
      <dsp:txXfrm>
        <a:off x="7629300" y="2604236"/>
        <a:ext cx="3223045" cy="720000"/>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F7D154E-5AE9-4DCF-B8E5-C1B03694858D}">
      <dsp:nvSpPr>
        <dsp:cNvPr id="0" name=""/>
        <dsp:cNvSpPr/>
      </dsp:nvSpPr>
      <dsp:spPr>
        <a:xfrm>
          <a:off x="821" y="179951"/>
          <a:ext cx="3327201" cy="3992641"/>
        </a:xfrm>
        <a:prstGeom prst="rect">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28654" tIns="0" rIns="328654" bIns="330200" numCol="1" spcCol="1270" anchor="t" anchorCtr="0">
          <a:noAutofit/>
        </a:bodyPr>
        <a:lstStyle/>
        <a:p>
          <a:pPr marL="0" lvl="0" indent="0" algn="l" defTabSz="844550">
            <a:lnSpc>
              <a:spcPct val="90000"/>
            </a:lnSpc>
            <a:spcBef>
              <a:spcPct val="0"/>
            </a:spcBef>
            <a:spcAft>
              <a:spcPct val="35000"/>
            </a:spcAft>
            <a:buNone/>
          </a:pPr>
          <a:r>
            <a:rPr lang="en-SG" sz="1900" kern="1200"/>
            <a:t>Management of the digital business applications infrastructure concerns delivering the right applications to all users of digital services.</a:t>
          </a:r>
          <a:endParaRPr lang="en-US" sz="1900" kern="1200"/>
        </a:p>
      </dsp:txBody>
      <dsp:txXfrm>
        <a:off x="821" y="1777007"/>
        <a:ext cx="3327201" cy="2395585"/>
      </dsp:txXfrm>
    </dsp:sp>
    <dsp:sp modelId="{A6A5A8A8-8A2E-4231-A91C-19C6E877143D}">
      <dsp:nvSpPr>
        <dsp:cNvPr id="0" name=""/>
        <dsp:cNvSpPr/>
      </dsp:nvSpPr>
      <dsp:spPr>
        <a:xfrm>
          <a:off x="821" y="179951"/>
          <a:ext cx="3327201" cy="1597056"/>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328654" tIns="165100" rIns="328654" bIns="165100" numCol="1" spcCol="1270" anchor="ctr" anchorCtr="0">
          <a:noAutofit/>
        </a:bodyPr>
        <a:lstStyle/>
        <a:p>
          <a:pPr marL="0" lvl="0" indent="0" algn="l" defTabSz="2933700">
            <a:lnSpc>
              <a:spcPct val="90000"/>
            </a:lnSpc>
            <a:spcBef>
              <a:spcPct val="0"/>
            </a:spcBef>
            <a:spcAft>
              <a:spcPct val="35000"/>
            </a:spcAft>
            <a:buNone/>
          </a:pPr>
          <a:r>
            <a:rPr lang="en-US" sz="6600" kern="1200"/>
            <a:t>01</a:t>
          </a:r>
        </a:p>
      </dsp:txBody>
      <dsp:txXfrm>
        <a:off x="821" y="179951"/>
        <a:ext cx="3327201" cy="1597056"/>
      </dsp:txXfrm>
    </dsp:sp>
    <dsp:sp modelId="{EEB04CBD-04A9-4508-A4F7-8EA93357DCCB}">
      <dsp:nvSpPr>
        <dsp:cNvPr id="0" name=""/>
        <dsp:cNvSpPr/>
      </dsp:nvSpPr>
      <dsp:spPr>
        <a:xfrm>
          <a:off x="3594199" y="179951"/>
          <a:ext cx="3327201" cy="3992641"/>
        </a:xfrm>
        <a:prstGeom prst="rect">
          <a:avLst/>
        </a:prstGeom>
        <a:solidFill>
          <a:schemeClr val="accent2">
            <a:hueOff val="-727682"/>
            <a:satOff val="-41964"/>
            <a:lumOff val="4314"/>
            <a:alphaOff val="0"/>
          </a:schemeClr>
        </a:solidFill>
        <a:ln w="12700" cap="flat" cmpd="sng" algn="ctr">
          <a:solidFill>
            <a:schemeClr val="accent2">
              <a:hueOff val="-727682"/>
              <a:satOff val="-41964"/>
              <a:lumOff val="4314"/>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28654" tIns="0" rIns="328654" bIns="330200" numCol="1" spcCol="1270" anchor="t" anchorCtr="0">
          <a:noAutofit/>
        </a:bodyPr>
        <a:lstStyle/>
        <a:p>
          <a:pPr marL="0" lvl="0" indent="0" algn="l" defTabSz="844550">
            <a:lnSpc>
              <a:spcPct val="90000"/>
            </a:lnSpc>
            <a:spcBef>
              <a:spcPct val="0"/>
            </a:spcBef>
            <a:spcAft>
              <a:spcPct val="35000"/>
            </a:spcAft>
            <a:buNone/>
          </a:pPr>
          <a:r>
            <a:rPr lang="en-SG" sz="1900" kern="1200" dirty="0"/>
            <a:t>The issue involved is one that has long been concern of IS Managers namely to deliver access to integrated applications and data that are available across the whole company.</a:t>
          </a:r>
          <a:endParaRPr lang="en-US" sz="1900" kern="1200" dirty="0"/>
        </a:p>
      </dsp:txBody>
      <dsp:txXfrm>
        <a:off x="3594199" y="1777007"/>
        <a:ext cx="3327201" cy="2395585"/>
      </dsp:txXfrm>
    </dsp:sp>
    <dsp:sp modelId="{E6BDBC36-A4CA-49C2-A452-91EE44612B78}">
      <dsp:nvSpPr>
        <dsp:cNvPr id="0" name=""/>
        <dsp:cNvSpPr/>
      </dsp:nvSpPr>
      <dsp:spPr>
        <a:xfrm>
          <a:off x="3594199" y="179951"/>
          <a:ext cx="3327201" cy="1597056"/>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328654" tIns="165100" rIns="328654" bIns="165100" numCol="1" spcCol="1270" anchor="ctr" anchorCtr="0">
          <a:noAutofit/>
        </a:bodyPr>
        <a:lstStyle/>
        <a:p>
          <a:pPr marL="0" lvl="0" indent="0" algn="l" defTabSz="2933700">
            <a:lnSpc>
              <a:spcPct val="90000"/>
            </a:lnSpc>
            <a:spcBef>
              <a:spcPct val="0"/>
            </a:spcBef>
            <a:spcAft>
              <a:spcPct val="35000"/>
            </a:spcAft>
            <a:buNone/>
          </a:pPr>
          <a:r>
            <a:rPr lang="en-US" sz="6600" kern="1200"/>
            <a:t>02</a:t>
          </a:r>
        </a:p>
      </dsp:txBody>
      <dsp:txXfrm>
        <a:off x="3594199" y="179951"/>
        <a:ext cx="3327201" cy="1597056"/>
      </dsp:txXfrm>
    </dsp:sp>
    <dsp:sp modelId="{921CEEC5-706A-40BD-95C5-EA4CFB673F71}">
      <dsp:nvSpPr>
        <dsp:cNvPr id="0" name=""/>
        <dsp:cNvSpPr/>
      </dsp:nvSpPr>
      <dsp:spPr>
        <a:xfrm>
          <a:off x="7187576" y="179951"/>
          <a:ext cx="3327201" cy="3992641"/>
        </a:xfrm>
        <a:prstGeom prst="rect">
          <a:avLst/>
        </a:prstGeom>
        <a:solidFill>
          <a:schemeClr val="accent2">
            <a:hueOff val="-1455363"/>
            <a:satOff val="-83928"/>
            <a:lumOff val="8628"/>
            <a:alphaOff val="0"/>
          </a:schemeClr>
        </a:solidFill>
        <a:ln w="12700" cap="flat" cmpd="sng" algn="ctr">
          <a:solidFill>
            <a:schemeClr val="accent2">
              <a:hueOff val="-1455363"/>
              <a:satOff val="-83928"/>
              <a:lumOff val="8628"/>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28654" tIns="0" rIns="328654" bIns="330200" numCol="1" spcCol="1270" anchor="t" anchorCtr="0">
          <a:noAutofit/>
        </a:bodyPr>
        <a:lstStyle/>
        <a:p>
          <a:pPr marL="0" lvl="0" indent="0" algn="l" defTabSz="844550">
            <a:lnSpc>
              <a:spcPct val="90000"/>
            </a:lnSpc>
            <a:spcBef>
              <a:spcPct val="0"/>
            </a:spcBef>
            <a:spcAft>
              <a:spcPct val="35000"/>
            </a:spcAft>
            <a:buNone/>
          </a:pPr>
          <a:r>
            <a:rPr lang="en-SG" sz="1900" kern="1200"/>
            <a:t>Traditionally businesses developed application silos or islands of information</a:t>
          </a:r>
          <a:endParaRPr lang="en-US" sz="1900" kern="1200"/>
        </a:p>
      </dsp:txBody>
      <dsp:txXfrm>
        <a:off x="7187576" y="1777007"/>
        <a:ext cx="3327201" cy="2395585"/>
      </dsp:txXfrm>
    </dsp:sp>
    <dsp:sp modelId="{244303BD-589B-4C85-85A9-0548B6F04FF6}">
      <dsp:nvSpPr>
        <dsp:cNvPr id="0" name=""/>
        <dsp:cNvSpPr/>
      </dsp:nvSpPr>
      <dsp:spPr>
        <a:xfrm>
          <a:off x="7187576" y="179951"/>
          <a:ext cx="3327201" cy="1597056"/>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328654" tIns="165100" rIns="328654" bIns="165100" numCol="1" spcCol="1270" anchor="ctr" anchorCtr="0">
          <a:noAutofit/>
        </a:bodyPr>
        <a:lstStyle/>
        <a:p>
          <a:pPr marL="0" lvl="0" indent="0" algn="l" defTabSz="2933700">
            <a:lnSpc>
              <a:spcPct val="90000"/>
            </a:lnSpc>
            <a:spcBef>
              <a:spcPct val="0"/>
            </a:spcBef>
            <a:spcAft>
              <a:spcPct val="35000"/>
            </a:spcAft>
            <a:buNone/>
          </a:pPr>
          <a:r>
            <a:rPr lang="en-US" sz="6600" kern="1200"/>
            <a:t>03</a:t>
          </a:r>
        </a:p>
      </dsp:txBody>
      <dsp:txXfrm>
        <a:off x="7187576" y="179951"/>
        <a:ext cx="3327201" cy="1597056"/>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D519D64-2AEE-4569-98BE-C64B1DC804C8}">
      <dsp:nvSpPr>
        <dsp:cNvPr id="0" name=""/>
        <dsp:cNvSpPr/>
      </dsp:nvSpPr>
      <dsp:spPr>
        <a:xfrm>
          <a:off x="0" y="299237"/>
          <a:ext cx="10515600" cy="1713814"/>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E24C6A7-4205-49C2-A672-8E2778F46864}">
      <dsp:nvSpPr>
        <dsp:cNvPr id="0" name=""/>
        <dsp:cNvSpPr/>
      </dsp:nvSpPr>
      <dsp:spPr>
        <a:xfrm>
          <a:off x="518428" y="684845"/>
          <a:ext cx="942597" cy="942597"/>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DF9E430-945D-4369-B084-57E19D6EABB4}">
      <dsp:nvSpPr>
        <dsp:cNvPr id="0" name=""/>
        <dsp:cNvSpPr/>
      </dsp:nvSpPr>
      <dsp:spPr>
        <a:xfrm>
          <a:off x="1979455" y="299237"/>
          <a:ext cx="8536144" cy="171381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81379" tIns="181379" rIns="181379" bIns="181379" numCol="1" spcCol="1270" anchor="ctr" anchorCtr="0">
          <a:noAutofit/>
        </a:bodyPr>
        <a:lstStyle/>
        <a:p>
          <a:pPr marL="0" lvl="0" indent="0" algn="l" defTabSz="1066800">
            <a:lnSpc>
              <a:spcPct val="90000"/>
            </a:lnSpc>
            <a:spcBef>
              <a:spcPct val="0"/>
            </a:spcBef>
            <a:spcAft>
              <a:spcPct val="35000"/>
            </a:spcAft>
            <a:buNone/>
          </a:pPr>
          <a:r>
            <a:rPr lang="en-SG" sz="2400" kern="1200" dirty="0"/>
            <a:t>Application silos or island of information are often a result of decentralization or poorly controlled investment in information system, with different departmental managers selecting different systems from different vendors.</a:t>
          </a:r>
          <a:endParaRPr lang="en-US" sz="2400" kern="1200" dirty="0"/>
        </a:p>
      </dsp:txBody>
      <dsp:txXfrm>
        <a:off x="1979455" y="299237"/>
        <a:ext cx="8536144" cy="1713814"/>
      </dsp:txXfrm>
    </dsp:sp>
    <dsp:sp modelId="{4C6D6ED0-1935-4CE6-9666-394AC5D213D8}">
      <dsp:nvSpPr>
        <dsp:cNvPr id="0" name=""/>
        <dsp:cNvSpPr/>
      </dsp:nvSpPr>
      <dsp:spPr>
        <a:xfrm>
          <a:off x="0" y="2339492"/>
          <a:ext cx="10515600" cy="1713814"/>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25BBBB4-B19D-40C2-BCD7-45334B3D7B25}">
      <dsp:nvSpPr>
        <dsp:cNvPr id="0" name=""/>
        <dsp:cNvSpPr/>
      </dsp:nvSpPr>
      <dsp:spPr>
        <a:xfrm>
          <a:off x="518428" y="2725100"/>
          <a:ext cx="942597" cy="942597"/>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EC63159-F681-4EE1-A961-67BB34D902B0}">
      <dsp:nvSpPr>
        <dsp:cNvPr id="0" name=""/>
        <dsp:cNvSpPr/>
      </dsp:nvSpPr>
      <dsp:spPr>
        <a:xfrm>
          <a:off x="1979455" y="2339492"/>
          <a:ext cx="8536144" cy="171381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81379" tIns="181379" rIns="181379" bIns="181379" numCol="1" spcCol="1270" anchor="ctr" anchorCtr="0">
          <a:noAutofit/>
        </a:bodyPr>
        <a:lstStyle/>
        <a:p>
          <a:pPr marL="0" lvl="0" indent="0" algn="l" defTabSz="1111250">
            <a:lnSpc>
              <a:spcPct val="90000"/>
            </a:lnSpc>
            <a:spcBef>
              <a:spcPct val="0"/>
            </a:spcBef>
            <a:spcAft>
              <a:spcPct val="35000"/>
            </a:spcAft>
            <a:buNone/>
          </a:pPr>
          <a:r>
            <a:rPr lang="en-SG" sz="2500" kern="1200" dirty="0"/>
            <a:t>This is inefficient in that it will often cost more purchase applications from separate vendors, and also it will be more costly to support and upgrade</a:t>
          </a:r>
          <a:endParaRPr lang="en-US" sz="2500" kern="1200" dirty="0"/>
        </a:p>
      </dsp:txBody>
      <dsp:txXfrm>
        <a:off x="1979455" y="2339492"/>
        <a:ext cx="8536144" cy="1713814"/>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58728EC-3FC0-49DE-8F84-73C1B3649BD6}">
      <dsp:nvSpPr>
        <dsp:cNvPr id="0" name=""/>
        <dsp:cNvSpPr/>
      </dsp:nvSpPr>
      <dsp:spPr>
        <a:xfrm>
          <a:off x="1212569" y="592033"/>
          <a:ext cx="1300252" cy="130025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9C03DE1-282B-42E1-AFA9-60F80ED316F4}">
      <dsp:nvSpPr>
        <dsp:cNvPr id="0" name=""/>
        <dsp:cNvSpPr/>
      </dsp:nvSpPr>
      <dsp:spPr>
        <a:xfrm>
          <a:off x="417971" y="2300498"/>
          <a:ext cx="2889450" cy="10125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066800">
            <a:lnSpc>
              <a:spcPct val="90000"/>
            </a:lnSpc>
            <a:spcBef>
              <a:spcPct val="0"/>
            </a:spcBef>
            <a:spcAft>
              <a:spcPct val="35000"/>
            </a:spcAft>
            <a:buNone/>
          </a:pPr>
          <a:r>
            <a:rPr lang="en-SG" sz="2400" kern="1200" dirty="0"/>
            <a:t>Usually paid according to usage</a:t>
          </a:r>
          <a:endParaRPr lang="en-US" sz="2400" kern="1200" dirty="0"/>
        </a:p>
      </dsp:txBody>
      <dsp:txXfrm>
        <a:off x="417971" y="2300498"/>
        <a:ext cx="2889450" cy="1012500"/>
      </dsp:txXfrm>
    </dsp:sp>
    <dsp:sp modelId="{6CCCB485-9C4D-47CA-9E0F-FA33FEB62DE1}">
      <dsp:nvSpPr>
        <dsp:cNvPr id="0" name=""/>
        <dsp:cNvSpPr/>
      </dsp:nvSpPr>
      <dsp:spPr>
        <a:xfrm>
          <a:off x="4607673" y="592033"/>
          <a:ext cx="1300252" cy="1300252"/>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C7406D4-184F-41E2-990B-029242208C1B}">
      <dsp:nvSpPr>
        <dsp:cNvPr id="0" name=""/>
        <dsp:cNvSpPr/>
      </dsp:nvSpPr>
      <dsp:spPr>
        <a:xfrm>
          <a:off x="3813075" y="2300498"/>
          <a:ext cx="2889450" cy="10125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066800">
            <a:lnSpc>
              <a:spcPct val="90000"/>
            </a:lnSpc>
            <a:spcBef>
              <a:spcPct val="0"/>
            </a:spcBef>
            <a:spcAft>
              <a:spcPct val="35000"/>
            </a:spcAft>
            <a:buNone/>
          </a:pPr>
          <a:r>
            <a:rPr lang="en-SG" sz="2400" kern="1200" dirty="0"/>
            <a:t>Installation and maintenance cost are effectively outsourced</a:t>
          </a:r>
          <a:endParaRPr lang="en-US" sz="2400" kern="1200" dirty="0"/>
        </a:p>
      </dsp:txBody>
      <dsp:txXfrm>
        <a:off x="3813075" y="2300498"/>
        <a:ext cx="2889450" cy="1012500"/>
      </dsp:txXfrm>
    </dsp:sp>
    <dsp:sp modelId="{EE8DE9BD-B6FD-4CA6-AE86-D06E562015BD}">
      <dsp:nvSpPr>
        <dsp:cNvPr id="0" name=""/>
        <dsp:cNvSpPr/>
      </dsp:nvSpPr>
      <dsp:spPr>
        <a:xfrm>
          <a:off x="8002777" y="592033"/>
          <a:ext cx="1300252" cy="1300252"/>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B4F3EFA-404C-4C0E-8FD0-9E27B8565B08}">
      <dsp:nvSpPr>
        <dsp:cNvPr id="0" name=""/>
        <dsp:cNvSpPr/>
      </dsp:nvSpPr>
      <dsp:spPr>
        <a:xfrm>
          <a:off x="7208178" y="2300498"/>
          <a:ext cx="2889450" cy="10125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066800">
            <a:lnSpc>
              <a:spcPct val="90000"/>
            </a:lnSpc>
            <a:spcBef>
              <a:spcPct val="0"/>
            </a:spcBef>
            <a:spcAft>
              <a:spcPct val="35000"/>
            </a:spcAft>
            <a:buNone/>
          </a:pPr>
          <a:r>
            <a:rPr lang="en-SG" sz="2400" kern="1200"/>
            <a:t>Cost saving on both client side and server side</a:t>
          </a:r>
          <a:endParaRPr lang="en-US" sz="2400" kern="1200"/>
        </a:p>
      </dsp:txBody>
      <dsp:txXfrm>
        <a:off x="7208178" y="2300498"/>
        <a:ext cx="2889450" cy="1012500"/>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1A5FAE7-7347-4DBD-815C-AA539226063A}">
      <dsp:nvSpPr>
        <dsp:cNvPr id="0" name=""/>
        <dsp:cNvSpPr/>
      </dsp:nvSpPr>
      <dsp:spPr>
        <a:xfrm>
          <a:off x="205" y="687670"/>
          <a:ext cx="2479997" cy="2975996"/>
        </a:xfrm>
        <a:prstGeom prst="rect">
          <a:avLst/>
        </a:prstGeom>
        <a:solidFill>
          <a:schemeClr val="lt1">
            <a:hueOff val="0"/>
            <a:satOff val="0"/>
            <a:lumOff val="0"/>
            <a:alphaOff val="0"/>
          </a:schemeClr>
        </a:solidFill>
        <a:ln w="12700" cap="flat" cmpd="sng" algn="ctr">
          <a:solidFill>
            <a:schemeClr val="dk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44969" tIns="0" rIns="244969" bIns="330200" numCol="1" spcCol="1270" anchor="t" anchorCtr="0">
          <a:noAutofit/>
        </a:bodyPr>
        <a:lstStyle/>
        <a:p>
          <a:pPr marL="0" lvl="0" indent="0" algn="l" defTabSz="844550">
            <a:lnSpc>
              <a:spcPct val="90000"/>
            </a:lnSpc>
            <a:spcBef>
              <a:spcPct val="0"/>
            </a:spcBef>
            <a:spcAft>
              <a:spcPct val="35000"/>
            </a:spcAft>
            <a:buNone/>
          </a:pPr>
          <a:r>
            <a:rPr lang="en-SG" sz="1900" kern="1200" dirty="0"/>
            <a:t>Downtime or poor availability of the network connection or server hosting the applications or server failure</a:t>
          </a:r>
          <a:endParaRPr lang="en-US" sz="1900" kern="1200" dirty="0"/>
        </a:p>
      </dsp:txBody>
      <dsp:txXfrm>
        <a:off x="205" y="1878069"/>
        <a:ext cx="2479997" cy="1785598"/>
      </dsp:txXfrm>
    </dsp:sp>
    <dsp:sp modelId="{7607DE4A-D81A-417D-B71A-4F9048A1F6FA}">
      <dsp:nvSpPr>
        <dsp:cNvPr id="0" name=""/>
        <dsp:cNvSpPr/>
      </dsp:nvSpPr>
      <dsp:spPr>
        <a:xfrm>
          <a:off x="205" y="687670"/>
          <a:ext cx="2479997" cy="1190398"/>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244969" tIns="165100" rIns="244969" bIns="165100" numCol="1" spcCol="1270" anchor="ctr" anchorCtr="0">
          <a:noAutofit/>
        </a:bodyPr>
        <a:lstStyle/>
        <a:p>
          <a:pPr marL="0" lvl="0" indent="0" algn="l" defTabSz="2711450">
            <a:lnSpc>
              <a:spcPct val="90000"/>
            </a:lnSpc>
            <a:spcBef>
              <a:spcPct val="0"/>
            </a:spcBef>
            <a:spcAft>
              <a:spcPct val="35000"/>
            </a:spcAft>
            <a:buNone/>
          </a:pPr>
          <a:r>
            <a:rPr lang="en-US" sz="6100" kern="1200"/>
            <a:t>01</a:t>
          </a:r>
        </a:p>
      </dsp:txBody>
      <dsp:txXfrm>
        <a:off x="205" y="687670"/>
        <a:ext cx="2479997" cy="1190398"/>
      </dsp:txXfrm>
    </dsp:sp>
    <dsp:sp modelId="{6249CF9C-4F34-441A-970F-D40CF31106DF}">
      <dsp:nvSpPr>
        <dsp:cNvPr id="0" name=""/>
        <dsp:cNvSpPr/>
      </dsp:nvSpPr>
      <dsp:spPr>
        <a:xfrm>
          <a:off x="2678602" y="687670"/>
          <a:ext cx="2479997" cy="2975996"/>
        </a:xfrm>
        <a:prstGeom prst="rect">
          <a:avLst/>
        </a:prstGeom>
        <a:solidFill>
          <a:schemeClr val="lt1">
            <a:hueOff val="0"/>
            <a:satOff val="0"/>
            <a:lumOff val="0"/>
            <a:alphaOff val="0"/>
          </a:schemeClr>
        </a:solidFill>
        <a:ln w="12700" cap="flat" cmpd="sng" algn="ctr">
          <a:solidFill>
            <a:schemeClr val="dk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44969" tIns="0" rIns="244969" bIns="330200" numCol="1" spcCol="1270" anchor="t" anchorCtr="0">
          <a:noAutofit/>
        </a:bodyPr>
        <a:lstStyle/>
        <a:p>
          <a:pPr marL="0" lvl="0" indent="0" algn="l" defTabSz="844550">
            <a:lnSpc>
              <a:spcPct val="90000"/>
            </a:lnSpc>
            <a:spcBef>
              <a:spcPct val="0"/>
            </a:spcBef>
            <a:spcAft>
              <a:spcPct val="35000"/>
            </a:spcAft>
            <a:buNone/>
          </a:pPr>
          <a:r>
            <a:rPr lang="en-SG" sz="1900" kern="1200" dirty="0"/>
            <a:t>Lower performance than a local database</a:t>
          </a:r>
          <a:endParaRPr lang="en-US" sz="1900" kern="1200" dirty="0"/>
        </a:p>
      </dsp:txBody>
      <dsp:txXfrm>
        <a:off x="2678602" y="1878069"/>
        <a:ext cx="2479997" cy="1785598"/>
      </dsp:txXfrm>
    </dsp:sp>
    <dsp:sp modelId="{CD3E6BB4-7E9C-43D5-96F2-863F150721C1}">
      <dsp:nvSpPr>
        <dsp:cNvPr id="0" name=""/>
        <dsp:cNvSpPr/>
      </dsp:nvSpPr>
      <dsp:spPr>
        <a:xfrm>
          <a:off x="2678602" y="687670"/>
          <a:ext cx="2479997" cy="1190398"/>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244969" tIns="165100" rIns="244969" bIns="165100" numCol="1" spcCol="1270" anchor="ctr" anchorCtr="0">
          <a:noAutofit/>
        </a:bodyPr>
        <a:lstStyle/>
        <a:p>
          <a:pPr marL="0" lvl="0" indent="0" algn="l" defTabSz="2711450">
            <a:lnSpc>
              <a:spcPct val="90000"/>
            </a:lnSpc>
            <a:spcBef>
              <a:spcPct val="0"/>
            </a:spcBef>
            <a:spcAft>
              <a:spcPct val="35000"/>
            </a:spcAft>
            <a:buNone/>
          </a:pPr>
          <a:r>
            <a:rPr lang="en-US" sz="6100" kern="1200"/>
            <a:t>02</a:t>
          </a:r>
        </a:p>
      </dsp:txBody>
      <dsp:txXfrm>
        <a:off x="2678602" y="687670"/>
        <a:ext cx="2479997" cy="1190398"/>
      </dsp:txXfrm>
    </dsp:sp>
    <dsp:sp modelId="{CDFF6F4E-FCE4-4528-9BEB-2809EE162FA4}">
      <dsp:nvSpPr>
        <dsp:cNvPr id="0" name=""/>
        <dsp:cNvSpPr/>
      </dsp:nvSpPr>
      <dsp:spPr>
        <a:xfrm>
          <a:off x="5356999" y="687670"/>
          <a:ext cx="2479997" cy="2975996"/>
        </a:xfrm>
        <a:prstGeom prst="rect">
          <a:avLst/>
        </a:prstGeom>
        <a:solidFill>
          <a:schemeClr val="lt1">
            <a:hueOff val="0"/>
            <a:satOff val="0"/>
            <a:lumOff val="0"/>
            <a:alphaOff val="0"/>
          </a:schemeClr>
        </a:solidFill>
        <a:ln w="12700" cap="flat" cmpd="sng" algn="ctr">
          <a:solidFill>
            <a:schemeClr val="dk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44969" tIns="0" rIns="244969" bIns="330200" numCol="1" spcCol="1270" anchor="t" anchorCtr="0">
          <a:noAutofit/>
        </a:bodyPr>
        <a:lstStyle/>
        <a:p>
          <a:pPr marL="0" lvl="0" indent="0" algn="l" defTabSz="844550">
            <a:lnSpc>
              <a:spcPct val="90000"/>
            </a:lnSpc>
            <a:spcBef>
              <a:spcPct val="0"/>
            </a:spcBef>
            <a:spcAft>
              <a:spcPct val="35000"/>
            </a:spcAft>
            <a:buNone/>
          </a:pPr>
          <a:r>
            <a:rPr lang="en-SG" sz="1900" kern="1200" dirty="0"/>
            <a:t>Reduce data security since traditionally data would be backed up by in-house IT staff</a:t>
          </a:r>
          <a:endParaRPr lang="en-US" sz="1900" kern="1200" dirty="0"/>
        </a:p>
      </dsp:txBody>
      <dsp:txXfrm>
        <a:off x="5356999" y="1878069"/>
        <a:ext cx="2479997" cy="1785598"/>
      </dsp:txXfrm>
    </dsp:sp>
    <dsp:sp modelId="{0269FD7C-C80A-4226-928C-1EB36A69DBD5}">
      <dsp:nvSpPr>
        <dsp:cNvPr id="0" name=""/>
        <dsp:cNvSpPr/>
      </dsp:nvSpPr>
      <dsp:spPr>
        <a:xfrm>
          <a:off x="5356999" y="687670"/>
          <a:ext cx="2479997" cy="1190398"/>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244969" tIns="165100" rIns="244969" bIns="165100" numCol="1" spcCol="1270" anchor="ctr" anchorCtr="0">
          <a:noAutofit/>
        </a:bodyPr>
        <a:lstStyle/>
        <a:p>
          <a:pPr marL="0" lvl="0" indent="0" algn="l" defTabSz="2711450">
            <a:lnSpc>
              <a:spcPct val="90000"/>
            </a:lnSpc>
            <a:spcBef>
              <a:spcPct val="0"/>
            </a:spcBef>
            <a:spcAft>
              <a:spcPct val="35000"/>
            </a:spcAft>
            <a:buNone/>
          </a:pPr>
          <a:r>
            <a:rPr lang="en-US" sz="6100" kern="1200" dirty="0"/>
            <a:t>03</a:t>
          </a:r>
        </a:p>
      </dsp:txBody>
      <dsp:txXfrm>
        <a:off x="5356999" y="687670"/>
        <a:ext cx="2479997" cy="1190398"/>
      </dsp:txXfrm>
    </dsp:sp>
    <dsp:sp modelId="{8572F8A5-2CFF-42D8-B534-EE2B8842B63A}">
      <dsp:nvSpPr>
        <dsp:cNvPr id="0" name=""/>
        <dsp:cNvSpPr/>
      </dsp:nvSpPr>
      <dsp:spPr>
        <a:xfrm>
          <a:off x="8035397" y="687670"/>
          <a:ext cx="2479997" cy="2975996"/>
        </a:xfrm>
        <a:prstGeom prst="rect">
          <a:avLst/>
        </a:prstGeom>
        <a:solidFill>
          <a:schemeClr val="lt1">
            <a:hueOff val="0"/>
            <a:satOff val="0"/>
            <a:lumOff val="0"/>
            <a:alphaOff val="0"/>
          </a:schemeClr>
        </a:solidFill>
        <a:ln w="12700" cap="flat" cmpd="sng" algn="ctr">
          <a:solidFill>
            <a:schemeClr val="dk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44969" tIns="0" rIns="244969" bIns="330200" numCol="1" spcCol="1270" anchor="t" anchorCtr="0">
          <a:noAutofit/>
        </a:bodyPr>
        <a:lstStyle/>
        <a:p>
          <a:pPr marL="0" lvl="0" indent="0" algn="l" defTabSz="844550">
            <a:lnSpc>
              <a:spcPct val="90000"/>
            </a:lnSpc>
            <a:spcBef>
              <a:spcPct val="0"/>
            </a:spcBef>
            <a:spcAft>
              <a:spcPct val="35000"/>
            </a:spcAft>
            <a:buNone/>
          </a:pPr>
          <a:r>
            <a:rPr lang="en-SG" sz="1900" kern="1200" dirty="0"/>
            <a:t>Data protection – since customer data maybe stored in a different locations</a:t>
          </a:r>
          <a:endParaRPr lang="en-US" sz="1900" kern="1200" dirty="0"/>
        </a:p>
      </dsp:txBody>
      <dsp:txXfrm>
        <a:off x="8035397" y="1878069"/>
        <a:ext cx="2479997" cy="1785598"/>
      </dsp:txXfrm>
    </dsp:sp>
    <dsp:sp modelId="{7DDEB8F6-EE3C-4724-BC6C-54836EE638AE}">
      <dsp:nvSpPr>
        <dsp:cNvPr id="0" name=""/>
        <dsp:cNvSpPr/>
      </dsp:nvSpPr>
      <dsp:spPr>
        <a:xfrm>
          <a:off x="8035397" y="687670"/>
          <a:ext cx="2479997" cy="1190398"/>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244969" tIns="165100" rIns="244969" bIns="165100" numCol="1" spcCol="1270" anchor="ctr" anchorCtr="0">
          <a:noAutofit/>
        </a:bodyPr>
        <a:lstStyle/>
        <a:p>
          <a:pPr marL="0" lvl="0" indent="0" algn="l" defTabSz="2711450">
            <a:lnSpc>
              <a:spcPct val="90000"/>
            </a:lnSpc>
            <a:spcBef>
              <a:spcPct val="0"/>
            </a:spcBef>
            <a:spcAft>
              <a:spcPct val="35000"/>
            </a:spcAft>
            <a:buNone/>
          </a:pPr>
          <a:r>
            <a:rPr lang="en-US" sz="6100" kern="1200"/>
            <a:t>04</a:t>
          </a:r>
        </a:p>
      </dsp:txBody>
      <dsp:txXfrm>
        <a:off x="8035397" y="687670"/>
        <a:ext cx="2479997" cy="1190398"/>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1A5FAE7-7347-4DBD-815C-AA539226063A}">
      <dsp:nvSpPr>
        <dsp:cNvPr id="0" name=""/>
        <dsp:cNvSpPr/>
      </dsp:nvSpPr>
      <dsp:spPr>
        <a:xfrm>
          <a:off x="6469" y="847853"/>
          <a:ext cx="2022525" cy="2427030"/>
        </a:xfrm>
        <a:prstGeom prst="rect">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9781" tIns="0" rIns="199781" bIns="330200" numCol="1" spcCol="1270" anchor="t" anchorCtr="0">
          <a:noAutofit/>
        </a:bodyPr>
        <a:lstStyle/>
        <a:p>
          <a:pPr marL="0" lvl="0" indent="0" algn="l" defTabSz="844550">
            <a:lnSpc>
              <a:spcPct val="90000"/>
            </a:lnSpc>
            <a:spcBef>
              <a:spcPct val="0"/>
            </a:spcBef>
            <a:spcAft>
              <a:spcPct val="35000"/>
            </a:spcAft>
            <a:buNone/>
          </a:pPr>
          <a:r>
            <a:rPr lang="en-SG" sz="1900" kern="1200" dirty="0"/>
            <a:t>Web Mail Readers</a:t>
          </a:r>
          <a:endParaRPr lang="en-US" sz="1900" kern="1200" dirty="0"/>
        </a:p>
      </dsp:txBody>
      <dsp:txXfrm>
        <a:off x="6469" y="1818665"/>
        <a:ext cx="2022525" cy="1456218"/>
      </dsp:txXfrm>
    </dsp:sp>
    <dsp:sp modelId="{7607DE4A-D81A-417D-B71A-4F9048A1F6FA}">
      <dsp:nvSpPr>
        <dsp:cNvPr id="0" name=""/>
        <dsp:cNvSpPr/>
      </dsp:nvSpPr>
      <dsp:spPr>
        <a:xfrm>
          <a:off x="6469" y="847853"/>
          <a:ext cx="2022525" cy="970812"/>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199781" tIns="165100" rIns="199781" bIns="165100" numCol="1" spcCol="1270" anchor="ctr" anchorCtr="0">
          <a:noAutofit/>
        </a:bodyPr>
        <a:lstStyle/>
        <a:p>
          <a:pPr marL="0" lvl="0" indent="0" algn="l" defTabSz="2000250">
            <a:lnSpc>
              <a:spcPct val="90000"/>
            </a:lnSpc>
            <a:spcBef>
              <a:spcPct val="0"/>
            </a:spcBef>
            <a:spcAft>
              <a:spcPct val="35000"/>
            </a:spcAft>
            <a:buNone/>
          </a:pPr>
          <a:r>
            <a:rPr lang="en-US" sz="4500" kern="1200"/>
            <a:t>01</a:t>
          </a:r>
          <a:endParaRPr lang="en-US" sz="4500" kern="1200" dirty="0"/>
        </a:p>
      </dsp:txBody>
      <dsp:txXfrm>
        <a:off x="6469" y="847853"/>
        <a:ext cx="2022525" cy="970812"/>
      </dsp:txXfrm>
    </dsp:sp>
    <dsp:sp modelId="{6249CF9C-4F34-441A-970F-D40CF31106DF}">
      <dsp:nvSpPr>
        <dsp:cNvPr id="0" name=""/>
        <dsp:cNvSpPr/>
      </dsp:nvSpPr>
      <dsp:spPr>
        <a:xfrm>
          <a:off x="2190797" y="847853"/>
          <a:ext cx="2022525" cy="2427030"/>
        </a:xfrm>
        <a:prstGeom prst="rect">
          <a:avLst/>
        </a:prstGeom>
        <a:solidFill>
          <a:schemeClr val="accent2">
            <a:hueOff val="-363841"/>
            <a:satOff val="-20982"/>
            <a:lumOff val="2157"/>
            <a:alphaOff val="0"/>
          </a:schemeClr>
        </a:solidFill>
        <a:ln w="12700" cap="flat" cmpd="sng" algn="ctr">
          <a:solidFill>
            <a:schemeClr val="accent2">
              <a:hueOff val="-363841"/>
              <a:satOff val="-20982"/>
              <a:lumOff val="2157"/>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9781" tIns="0" rIns="199781" bIns="330200" numCol="1" spcCol="1270" anchor="t" anchorCtr="0">
          <a:noAutofit/>
        </a:bodyPr>
        <a:lstStyle/>
        <a:p>
          <a:pPr marL="0" lvl="0" indent="0" algn="l" defTabSz="889000">
            <a:lnSpc>
              <a:spcPct val="90000"/>
            </a:lnSpc>
            <a:spcBef>
              <a:spcPct val="0"/>
            </a:spcBef>
            <a:spcAft>
              <a:spcPct val="35000"/>
            </a:spcAft>
            <a:buNone/>
          </a:pPr>
          <a:r>
            <a:rPr lang="en-SG" sz="2000" kern="1200" dirty="0"/>
            <a:t>Services from google such as Google Maps, Gmail, Google Analytics &amp; etc. </a:t>
          </a:r>
          <a:endParaRPr lang="en-US" sz="2000" kern="1200" dirty="0"/>
        </a:p>
      </dsp:txBody>
      <dsp:txXfrm>
        <a:off x="2190797" y="1818665"/>
        <a:ext cx="2022525" cy="1456218"/>
      </dsp:txXfrm>
    </dsp:sp>
    <dsp:sp modelId="{CD3E6BB4-7E9C-43D5-96F2-863F150721C1}">
      <dsp:nvSpPr>
        <dsp:cNvPr id="0" name=""/>
        <dsp:cNvSpPr/>
      </dsp:nvSpPr>
      <dsp:spPr>
        <a:xfrm>
          <a:off x="2190797" y="847853"/>
          <a:ext cx="2022525" cy="970812"/>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199781" tIns="165100" rIns="199781" bIns="165100" numCol="1" spcCol="1270" anchor="ctr" anchorCtr="0">
          <a:noAutofit/>
        </a:bodyPr>
        <a:lstStyle/>
        <a:p>
          <a:pPr marL="0" lvl="0" indent="0" algn="l" defTabSz="2000250">
            <a:lnSpc>
              <a:spcPct val="90000"/>
            </a:lnSpc>
            <a:spcBef>
              <a:spcPct val="0"/>
            </a:spcBef>
            <a:spcAft>
              <a:spcPct val="35000"/>
            </a:spcAft>
            <a:buNone/>
          </a:pPr>
          <a:r>
            <a:rPr lang="en-US" sz="4500" kern="1200"/>
            <a:t>02</a:t>
          </a:r>
        </a:p>
      </dsp:txBody>
      <dsp:txXfrm>
        <a:off x="2190797" y="847853"/>
        <a:ext cx="2022525" cy="970812"/>
      </dsp:txXfrm>
    </dsp:sp>
    <dsp:sp modelId="{CDFF6F4E-FCE4-4528-9BEB-2809EE162FA4}">
      <dsp:nvSpPr>
        <dsp:cNvPr id="0" name=""/>
        <dsp:cNvSpPr/>
      </dsp:nvSpPr>
      <dsp:spPr>
        <a:xfrm>
          <a:off x="4375124" y="847853"/>
          <a:ext cx="2022525" cy="2427030"/>
        </a:xfrm>
        <a:prstGeom prst="rect">
          <a:avLst/>
        </a:prstGeom>
        <a:solidFill>
          <a:schemeClr val="accent2">
            <a:hueOff val="-727682"/>
            <a:satOff val="-41964"/>
            <a:lumOff val="4314"/>
            <a:alphaOff val="0"/>
          </a:schemeClr>
        </a:solidFill>
        <a:ln w="12700" cap="flat" cmpd="sng" algn="ctr">
          <a:solidFill>
            <a:schemeClr val="accent2">
              <a:hueOff val="-727682"/>
              <a:satOff val="-41964"/>
              <a:lumOff val="4314"/>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9781" tIns="0" rIns="199781" bIns="330200" numCol="1" spcCol="1270" anchor="t" anchorCtr="0">
          <a:noAutofit/>
        </a:bodyPr>
        <a:lstStyle/>
        <a:p>
          <a:pPr marL="0" lvl="0" indent="0" algn="l" defTabSz="844550">
            <a:lnSpc>
              <a:spcPct val="90000"/>
            </a:lnSpc>
            <a:spcBef>
              <a:spcPct val="0"/>
            </a:spcBef>
            <a:spcAft>
              <a:spcPct val="35000"/>
            </a:spcAft>
            <a:buNone/>
          </a:pPr>
          <a:r>
            <a:rPr lang="en-SG" sz="1900" kern="1200" dirty="0"/>
            <a:t>Customer Relationship Management Applications e.g. Salesforce</a:t>
          </a:r>
          <a:endParaRPr lang="en-US" sz="1900" kern="1200" dirty="0"/>
        </a:p>
      </dsp:txBody>
      <dsp:txXfrm>
        <a:off x="4375124" y="1818665"/>
        <a:ext cx="2022525" cy="1456218"/>
      </dsp:txXfrm>
    </dsp:sp>
    <dsp:sp modelId="{0269FD7C-C80A-4226-928C-1EB36A69DBD5}">
      <dsp:nvSpPr>
        <dsp:cNvPr id="0" name=""/>
        <dsp:cNvSpPr/>
      </dsp:nvSpPr>
      <dsp:spPr>
        <a:xfrm>
          <a:off x="4375124" y="847853"/>
          <a:ext cx="2022525" cy="970812"/>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199781" tIns="165100" rIns="199781" bIns="165100" numCol="1" spcCol="1270" anchor="ctr" anchorCtr="0">
          <a:noAutofit/>
        </a:bodyPr>
        <a:lstStyle/>
        <a:p>
          <a:pPr marL="0" lvl="0" indent="0" algn="l" defTabSz="2000250">
            <a:lnSpc>
              <a:spcPct val="90000"/>
            </a:lnSpc>
            <a:spcBef>
              <a:spcPct val="0"/>
            </a:spcBef>
            <a:spcAft>
              <a:spcPct val="35000"/>
            </a:spcAft>
            <a:buNone/>
          </a:pPr>
          <a:r>
            <a:rPr lang="en-US" sz="4500" kern="1200"/>
            <a:t>03</a:t>
          </a:r>
          <a:endParaRPr lang="en-US" sz="4500" kern="1200" dirty="0"/>
        </a:p>
      </dsp:txBody>
      <dsp:txXfrm>
        <a:off x="4375124" y="847853"/>
        <a:ext cx="2022525" cy="970812"/>
      </dsp:txXfrm>
    </dsp:sp>
    <dsp:sp modelId="{8572F8A5-2CFF-42D8-B534-EE2B8842B63A}">
      <dsp:nvSpPr>
        <dsp:cNvPr id="0" name=""/>
        <dsp:cNvSpPr/>
      </dsp:nvSpPr>
      <dsp:spPr>
        <a:xfrm>
          <a:off x="6559452" y="847853"/>
          <a:ext cx="2022525" cy="2427030"/>
        </a:xfrm>
        <a:prstGeom prst="rect">
          <a:avLst/>
        </a:prstGeom>
        <a:solidFill>
          <a:schemeClr val="accent2">
            <a:hueOff val="-1091522"/>
            <a:satOff val="-62946"/>
            <a:lumOff val="6471"/>
            <a:alphaOff val="0"/>
          </a:schemeClr>
        </a:solidFill>
        <a:ln w="12700" cap="flat" cmpd="sng" algn="ctr">
          <a:solidFill>
            <a:schemeClr val="accent2">
              <a:hueOff val="-1091522"/>
              <a:satOff val="-62946"/>
              <a:lumOff val="6471"/>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9781" tIns="0" rIns="199781" bIns="330200" numCol="1" spcCol="1270" anchor="t" anchorCtr="0">
          <a:noAutofit/>
        </a:bodyPr>
        <a:lstStyle/>
        <a:p>
          <a:pPr marL="0" lvl="0" indent="0" algn="l" defTabSz="844550">
            <a:lnSpc>
              <a:spcPct val="90000"/>
            </a:lnSpc>
            <a:spcBef>
              <a:spcPct val="0"/>
            </a:spcBef>
            <a:spcAft>
              <a:spcPct val="35000"/>
            </a:spcAft>
            <a:buNone/>
          </a:pPr>
          <a:r>
            <a:rPr lang="en-SG" sz="1900" kern="1200" dirty="0"/>
            <a:t>Supply Chain Management solutions from SAP and Oracle</a:t>
          </a:r>
          <a:endParaRPr lang="en-US" sz="1900" kern="1200" dirty="0"/>
        </a:p>
      </dsp:txBody>
      <dsp:txXfrm>
        <a:off x="6559452" y="1818665"/>
        <a:ext cx="2022525" cy="1456218"/>
      </dsp:txXfrm>
    </dsp:sp>
    <dsp:sp modelId="{7DDEB8F6-EE3C-4724-BC6C-54836EE638AE}">
      <dsp:nvSpPr>
        <dsp:cNvPr id="0" name=""/>
        <dsp:cNvSpPr/>
      </dsp:nvSpPr>
      <dsp:spPr>
        <a:xfrm>
          <a:off x="6559452" y="847853"/>
          <a:ext cx="2022525" cy="970812"/>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199781" tIns="165100" rIns="199781" bIns="165100" numCol="1" spcCol="1270" anchor="ctr" anchorCtr="0">
          <a:noAutofit/>
        </a:bodyPr>
        <a:lstStyle/>
        <a:p>
          <a:pPr marL="0" lvl="0" indent="0" algn="l" defTabSz="2000250">
            <a:lnSpc>
              <a:spcPct val="90000"/>
            </a:lnSpc>
            <a:spcBef>
              <a:spcPct val="0"/>
            </a:spcBef>
            <a:spcAft>
              <a:spcPct val="35000"/>
            </a:spcAft>
            <a:buNone/>
          </a:pPr>
          <a:r>
            <a:rPr lang="en-US" sz="4500" kern="1200"/>
            <a:t>04</a:t>
          </a:r>
        </a:p>
      </dsp:txBody>
      <dsp:txXfrm>
        <a:off x="6559452" y="847853"/>
        <a:ext cx="2022525" cy="970812"/>
      </dsp:txXfrm>
    </dsp:sp>
    <dsp:sp modelId="{379DC2E5-8F2E-4500-91ED-CDFAA1C4B19D}">
      <dsp:nvSpPr>
        <dsp:cNvPr id="0" name=""/>
        <dsp:cNvSpPr/>
      </dsp:nvSpPr>
      <dsp:spPr>
        <a:xfrm>
          <a:off x="8743779" y="847853"/>
          <a:ext cx="2022525" cy="2427030"/>
        </a:xfrm>
        <a:prstGeom prst="rect">
          <a:avLst/>
        </a:prstGeom>
        <a:solidFill>
          <a:schemeClr val="accent2">
            <a:hueOff val="-1455363"/>
            <a:satOff val="-83928"/>
            <a:lumOff val="8628"/>
            <a:alphaOff val="0"/>
          </a:schemeClr>
        </a:solidFill>
        <a:ln w="12700" cap="flat" cmpd="sng" algn="ctr">
          <a:solidFill>
            <a:schemeClr val="accent2">
              <a:hueOff val="-1455363"/>
              <a:satOff val="-83928"/>
              <a:lumOff val="8628"/>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9781" tIns="0" rIns="199781" bIns="330200" numCol="1" spcCol="1270" anchor="t" anchorCtr="0">
          <a:noAutofit/>
        </a:bodyPr>
        <a:lstStyle/>
        <a:p>
          <a:pPr marL="0" lvl="0" indent="0" algn="l" defTabSz="844550">
            <a:lnSpc>
              <a:spcPct val="90000"/>
            </a:lnSpc>
            <a:spcBef>
              <a:spcPct val="0"/>
            </a:spcBef>
            <a:spcAft>
              <a:spcPct val="35000"/>
            </a:spcAft>
            <a:buNone/>
          </a:pPr>
          <a:r>
            <a:rPr lang="en-US" sz="1900" kern="1200" dirty="0"/>
            <a:t>Social Media Services such as Facebook, Twitter, Instagram &amp; etc.</a:t>
          </a:r>
        </a:p>
      </dsp:txBody>
      <dsp:txXfrm>
        <a:off x="8743779" y="1818665"/>
        <a:ext cx="2022525" cy="1456218"/>
      </dsp:txXfrm>
    </dsp:sp>
    <dsp:sp modelId="{CFE9E1C7-CC80-48B7-BC50-1A2D1266B5FA}">
      <dsp:nvSpPr>
        <dsp:cNvPr id="0" name=""/>
        <dsp:cNvSpPr/>
      </dsp:nvSpPr>
      <dsp:spPr>
        <a:xfrm>
          <a:off x="8743779" y="847853"/>
          <a:ext cx="2022525" cy="970812"/>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199781" tIns="165100" rIns="199781" bIns="165100" numCol="1" spcCol="1270" anchor="ctr" anchorCtr="0">
          <a:noAutofit/>
        </a:bodyPr>
        <a:lstStyle/>
        <a:p>
          <a:pPr marL="0" lvl="0" indent="0" algn="l" defTabSz="2000250">
            <a:lnSpc>
              <a:spcPct val="90000"/>
            </a:lnSpc>
            <a:spcBef>
              <a:spcPct val="0"/>
            </a:spcBef>
            <a:spcAft>
              <a:spcPct val="35000"/>
            </a:spcAft>
            <a:buNone/>
          </a:pPr>
          <a:r>
            <a:rPr lang="en-SG" sz="4500" kern="1200"/>
            <a:t>05</a:t>
          </a:r>
        </a:p>
      </dsp:txBody>
      <dsp:txXfrm>
        <a:off x="8743779" y="847853"/>
        <a:ext cx="2022525" cy="970812"/>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028A17C-6E6D-49F6-BF70-0191613F663C}">
      <dsp:nvSpPr>
        <dsp:cNvPr id="0" name=""/>
        <dsp:cNvSpPr/>
      </dsp:nvSpPr>
      <dsp:spPr>
        <a:xfrm>
          <a:off x="1283" y="1008157"/>
          <a:ext cx="4672458" cy="2336229"/>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38100" rIns="57150" bIns="38100" numCol="1" spcCol="1270" anchor="ctr" anchorCtr="0">
          <a:noAutofit/>
        </a:bodyPr>
        <a:lstStyle/>
        <a:p>
          <a:pPr marL="0" lvl="0" indent="0" algn="ctr" defTabSz="1333500">
            <a:lnSpc>
              <a:spcPct val="90000"/>
            </a:lnSpc>
            <a:spcBef>
              <a:spcPct val="0"/>
            </a:spcBef>
            <a:spcAft>
              <a:spcPct val="35000"/>
            </a:spcAft>
            <a:buNone/>
          </a:pPr>
          <a:r>
            <a:rPr lang="en-SG" sz="3000" kern="1200"/>
            <a:t>The technical architecture used to build web services </a:t>
          </a:r>
          <a:endParaRPr lang="en-US" sz="3000" kern="1200"/>
        </a:p>
      </dsp:txBody>
      <dsp:txXfrm>
        <a:off x="69709" y="1076583"/>
        <a:ext cx="4535606" cy="2199377"/>
      </dsp:txXfrm>
    </dsp:sp>
    <dsp:sp modelId="{BE8791F8-FB9C-4D8C-9DA0-AAEA484E4224}">
      <dsp:nvSpPr>
        <dsp:cNvPr id="0" name=""/>
        <dsp:cNvSpPr/>
      </dsp:nvSpPr>
      <dsp:spPr>
        <a:xfrm>
          <a:off x="5841857" y="1008157"/>
          <a:ext cx="4672458" cy="2336229"/>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38100" rIns="57150" bIns="38100" numCol="1" spcCol="1270" anchor="ctr" anchorCtr="0">
          <a:noAutofit/>
        </a:bodyPr>
        <a:lstStyle/>
        <a:p>
          <a:pPr marL="0" lvl="0" indent="0" algn="ctr" defTabSz="1333500">
            <a:lnSpc>
              <a:spcPct val="90000"/>
            </a:lnSpc>
            <a:spcBef>
              <a:spcPct val="0"/>
            </a:spcBef>
            <a:spcAft>
              <a:spcPct val="35000"/>
            </a:spcAft>
            <a:buNone/>
          </a:pPr>
          <a:r>
            <a:rPr lang="en-SG" sz="3000" kern="1200" dirty="0"/>
            <a:t>Arrangement of software processes or agents which communicate to each other to deliver the business requirements.</a:t>
          </a:r>
          <a:endParaRPr lang="en-US" sz="3000" kern="1200" dirty="0"/>
        </a:p>
      </dsp:txBody>
      <dsp:txXfrm>
        <a:off x="5910283" y="1076583"/>
        <a:ext cx="4535606" cy="2199377"/>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33783E2-3FD9-4AE8-9275-D57A150B5D9C}">
      <dsp:nvSpPr>
        <dsp:cNvPr id="0" name=""/>
        <dsp:cNvSpPr/>
      </dsp:nvSpPr>
      <dsp:spPr>
        <a:xfrm>
          <a:off x="821" y="0"/>
          <a:ext cx="3326376" cy="3748088"/>
        </a:xfrm>
        <a:prstGeom prst="rect">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28572" tIns="0" rIns="328572" bIns="330200" numCol="1" spcCol="1270" anchor="t" anchorCtr="0">
          <a:noAutofit/>
        </a:bodyPr>
        <a:lstStyle/>
        <a:p>
          <a:pPr marL="0" lvl="0" indent="0" algn="l" defTabSz="1155700">
            <a:lnSpc>
              <a:spcPct val="90000"/>
            </a:lnSpc>
            <a:spcBef>
              <a:spcPct val="0"/>
            </a:spcBef>
            <a:spcAft>
              <a:spcPct val="35000"/>
            </a:spcAft>
            <a:buNone/>
          </a:pPr>
          <a:r>
            <a:rPr lang="en-US" sz="2600" kern="1200"/>
            <a:t>An interface with the service which is platform-independent</a:t>
          </a:r>
          <a:endParaRPr lang="en-US" sz="2600" kern="1200" dirty="0"/>
        </a:p>
      </dsp:txBody>
      <dsp:txXfrm>
        <a:off x="821" y="1499235"/>
        <a:ext cx="3326376" cy="2248852"/>
      </dsp:txXfrm>
    </dsp:sp>
    <dsp:sp modelId="{54C1B3F6-DD87-4CB4-B534-646C33F7372A}">
      <dsp:nvSpPr>
        <dsp:cNvPr id="0" name=""/>
        <dsp:cNvSpPr/>
      </dsp:nvSpPr>
      <dsp:spPr>
        <a:xfrm>
          <a:off x="821" y="0"/>
          <a:ext cx="3326376" cy="1499235"/>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328572" tIns="165100" rIns="328572" bIns="165100" numCol="1" spcCol="1270" anchor="ctr" anchorCtr="0">
          <a:noAutofit/>
        </a:bodyPr>
        <a:lstStyle/>
        <a:p>
          <a:pPr marL="0" lvl="0" indent="0" algn="l" defTabSz="2933700">
            <a:lnSpc>
              <a:spcPct val="90000"/>
            </a:lnSpc>
            <a:spcBef>
              <a:spcPct val="0"/>
            </a:spcBef>
            <a:spcAft>
              <a:spcPct val="35000"/>
            </a:spcAft>
            <a:buNone/>
          </a:pPr>
          <a:r>
            <a:rPr lang="en-US" sz="6600" kern="1200"/>
            <a:t>01</a:t>
          </a:r>
        </a:p>
      </dsp:txBody>
      <dsp:txXfrm>
        <a:off x="821" y="0"/>
        <a:ext cx="3326376" cy="1499235"/>
      </dsp:txXfrm>
    </dsp:sp>
    <dsp:sp modelId="{4AAEE51D-1F40-44F1-8ABF-E9FD9C3895DF}">
      <dsp:nvSpPr>
        <dsp:cNvPr id="0" name=""/>
        <dsp:cNvSpPr/>
      </dsp:nvSpPr>
      <dsp:spPr>
        <a:xfrm>
          <a:off x="3593307" y="0"/>
          <a:ext cx="3326376" cy="3748088"/>
        </a:xfrm>
        <a:prstGeom prst="rect">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28572" tIns="0" rIns="328572" bIns="330200" numCol="1" spcCol="1270" anchor="t" anchorCtr="0">
          <a:noAutofit/>
        </a:bodyPr>
        <a:lstStyle/>
        <a:p>
          <a:pPr marL="0" lvl="0" indent="0" algn="l" defTabSz="1155700">
            <a:lnSpc>
              <a:spcPct val="90000"/>
            </a:lnSpc>
            <a:spcBef>
              <a:spcPct val="0"/>
            </a:spcBef>
            <a:spcAft>
              <a:spcPct val="35000"/>
            </a:spcAft>
            <a:buNone/>
          </a:pPr>
          <a:r>
            <a:rPr lang="en-US" sz="2600" kern="1200"/>
            <a:t>The service can be dynamically located and invoked</a:t>
          </a:r>
          <a:endParaRPr lang="en-US" sz="2600" kern="1200" dirty="0"/>
        </a:p>
      </dsp:txBody>
      <dsp:txXfrm>
        <a:off x="3593307" y="1499235"/>
        <a:ext cx="3326376" cy="2248852"/>
      </dsp:txXfrm>
    </dsp:sp>
    <dsp:sp modelId="{653F8F0A-FAFD-4276-8AA5-D894C2E39520}">
      <dsp:nvSpPr>
        <dsp:cNvPr id="0" name=""/>
        <dsp:cNvSpPr/>
      </dsp:nvSpPr>
      <dsp:spPr>
        <a:xfrm>
          <a:off x="3593307" y="0"/>
          <a:ext cx="3326376" cy="1499235"/>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328572" tIns="165100" rIns="328572" bIns="165100" numCol="1" spcCol="1270" anchor="ctr" anchorCtr="0">
          <a:noAutofit/>
        </a:bodyPr>
        <a:lstStyle/>
        <a:p>
          <a:pPr marL="0" lvl="0" indent="0" algn="l" defTabSz="2933700">
            <a:lnSpc>
              <a:spcPct val="90000"/>
            </a:lnSpc>
            <a:spcBef>
              <a:spcPct val="0"/>
            </a:spcBef>
            <a:spcAft>
              <a:spcPct val="35000"/>
            </a:spcAft>
            <a:buNone/>
          </a:pPr>
          <a:r>
            <a:rPr lang="en-US" sz="6600" kern="1200"/>
            <a:t>02</a:t>
          </a:r>
        </a:p>
      </dsp:txBody>
      <dsp:txXfrm>
        <a:off x="3593307" y="0"/>
        <a:ext cx="3326376" cy="1499235"/>
      </dsp:txXfrm>
    </dsp:sp>
    <dsp:sp modelId="{5BE9FB32-AD3B-45E9-B002-46ED7523DB40}">
      <dsp:nvSpPr>
        <dsp:cNvPr id="0" name=""/>
        <dsp:cNvSpPr/>
      </dsp:nvSpPr>
      <dsp:spPr>
        <a:xfrm>
          <a:off x="7185793" y="0"/>
          <a:ext cx="3326376" cy="3748088"/>
        </a:xfrm>
        <a:prstGeom prst="rect">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28572" tIns="0" rIns="328572" bIns="330200" numCol="1" spcCol="1270" anchor="t" anchorCtr="0">
          <a:noAutofit/>
        </a:bodyPr>
        <a:lstStyle/>
        <a:p>
          <a:pPr marL="0" lvl="0" indent="0" algn="l" defTabSz="1155700">
            <a:lnSpc>
              <a:spcPct val="90000"/>
            </a:lnSpc>
            <a:spcBef>
              <a:spcPct val="0"/>
            </a:spcBef>
            <a:spcAft>
              <a:spcPct val="35000"/>
            </a:spcAft>
            <a:buNone/>
          </a:pPr>
          <a:r>
            <a:rPr lang="en-US" sz="2600" kern="1200" dirty="0"/>
            <a:t>The service is                  self-contained</a:t>
          </a:r>
        </a:p>
      </dsp:txBody>
      <dsp:txXfrm>
        <a:off x="7185793" y="1499235"/>
        <a:ext cx="3326376" cy="2248852"/>
      </dsp:txXfrm>
    </dsp:sp>
    <dsp:sp modelId="{6E98ED67-9537-4777-BB1F-023CFB1C5F4E}">
      <dsp:nvSpPr>
        <dsp:cNvPr id="0" name=""/>
        <dsp:cNvSpPr/>
      </dsp:nvSpPr>
      <dsp:spPr>
        <a:xfrm>
          <a:off x="7185793" y="0"/>
          <a:ext cx="3326376" cy="1499235"/>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328572" tIns="165100" rIns="328572" bIns="165100" numCol="1" spcCol="1270" anchor="ctr" anchorCtr="0">
          <a:noAutofit/>
        </a:bodyPr>
        <a:lstStyle/>
        <a:p>
          <a:pPr marL="0" lvl="0" indent="0" algn="l" defTabSz="2933700">
            <a:lnSpc>
              <a:spcPct val="90000"/>
            </a:lnSpc>
            <a:spcBef>
              <a:spcPct val="0"/>
            </a:spcBef>
            <a:spcAft>
              <a:spcPct val="35000"/>
            </a:spcAft>
            <a:buNone/>
          </a:pPr>
          <a:r>
            <a:rPr lang="en-SG" sz="6600" kern="1200"/>
            <a:t>03</a:t>
          </a:r>
        </a:p>
      </dsp:txBody>
      <dsp:txXfrm>
        <a:off x="7185793" y="0"/>
        <a:ext cx="3326376" cy="1499235"/>
      </dsp:txXfrm>
    </dsp:sp>
  </dsp:spTree>
</dsp:drawing>
</file>

<file path=ppt/diagrams/layout1.xml><?xml version="1.0" encoding="utf-8"?>
<dgm:layoutDef xmlns:dgm="http://schemas.openxmlformats.org/drawingml/2006/diagram" xmlns:a="http://schemas.openxmlformats.org/drawingml/2006/main" uniqueId="urn:microsoft.com/office/officeart/2016/7/layout/BasicLinearProcessNumbered">
  <dgm:title val="Basic Linear Process Numbered"/>
  <dgm:desc val="Used to show a progression; a timeline; sequential steps in a task, process, or workflow; or to emphasize movement or direction. Automatic numbers have been introduced to show the steps of the process which appears in a circle. Level 1 and Level 2 text appear in a rectangle."/>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101" type="sibTrans" cxnId="4">
          <dgm:prSet phldrT="1"/>
          <dgm:t>
            <a:bodyPr/>
            <a:lstStyle/>
            <a:p>
              <a:r>
                <a:t>1</a:t>
              </a:r>
            </a:p>
          </dgm:t>
        </dgm:pt>
        <dgm:pt modelId="201" type="sibTrans" cxnId="5">
          <dgm:prSet phldrT="2"/>
          <dgm:t>
            <a:bodyPr/>
            <a:lstStyle/>
            <a:p>
              <a:r>
                <a:t>2</a:t>
              </a:r>
            </a:p>
          </dgm:t>
        </dgm:pt>
        <dgm:pt modelId="301" type="sibTrans" cxnId="6">
          <dgm:prSet phldrT="3"/>
          <dgm:t>
            <a:bodyPr/>
            <a:lstStyle/>
            <a:p>
              <a:r>
                <a:t>3</a:t>
              </a:r>
            </a:p>
          </dgm:t>
        </dgm:pt>
      </dgm:ptLst>
      <dgm:cxnLst>
        <dgm:cxn modelId="4" srcId="0" destId="1" srcOrd="0" destOrd="0" sibTransId="101"/>
        <dgm:cxn modelId="5" srcId="0" destId="2" srcOrd="1" destOrd="0" sibTransId="201"/>
        <dgm:cxn modelId="6" srcId="0" destId="3" srcOrd="2" destOrd="0" sibTransId="301"/>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animLvl val="lvl"/>
      <dgm:resizeHandles val="exact"/>
    </dgm:varLst>
    <dgm:alg type="lin">
      <dgm:param type="linDir" val="fromL"/>
      <dgm:param type="nodeVertAlign" val="t"/>
    </dgm:alg>
    <dgm:shape xmlns:r="http://schemas.openxmlformats.org/officeDocument/2006/relationships" r:blip="">
      <dgm:adjLst/>
    </dgm:shape>
    <dgm:presOf/>
    <dgm:constrLst>
      <dgm:constr type="h" for="ch" forName="compositeNode" refType="h"/>
      <dgm:constr type="w" for="ch" forName="compositeNode" refType="w"/>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1"/>
      <dgm:constr type="primFontSz" for="des" forName="sibTransNodeCircle" op="equ"/>
      <dgm:constr type="primFontSz" for="des" forName="nodeText" op="equ"/>
      <dgm:constr type="h" for="des" forName="sibTransNodeCircle" op="equ"/>
      <dgm:constr type="w" for="des" forName="sibTransNodeCircle" op="equ"/>
    </dgm:constrLst>
    <dgm:ruleLst>
      <dgm:rule type="h" val="NaN" fact="1.2" max="NaN"/>
    </dgm:ruleLst>
    <dgm:forEach name="Name4" axis="ch" ptType="node">
      <dgm:layoutNode name="compositeNode">
        <dgm:varLst>
          <dgm:bulletEnabled val="1"/>
        </dgm:varLst>
        <dgm:alg type="composite"/>
        <dgm:constrLst>
          <dgm:constr type="h" refType="w" op="lte" fact="1.4"/>
          <dgm:constr type="w" for="ch" forName="bgRect" refType="w"/>
          <dgm:constr type="h" for="ch" forName="bgRect" refType="h"/>
          <dgm:constr type="t" for="ch" forName="bgRect"/>
          <dgm:constr type="l" for="ch" forName="bgRect"/>
          <dgm:constr type="h" for="ch" forName="sibTransNodeCircle" refType="h" refFor="ch" refForName="bgRect" fact="0.3"/>
          <dgm:constr type="w" for="ch" forName="sibTransNodeCircle" refType="h" refFor="ch" refForName="sibTransNodeCircle"/>
          <dgm:constr type="ctrX" for="ch" forName="sibTransNodeCircle" refType="w" fact="0.5"/>
          <dgm:constr type="ctrY" for="ch" forName="sibTransNodeCircle" refType="h" fact="0.25"/>
          <dgm:constr type="r" for="ch" forName="nodeText" refType="r" refFor="ch" refForName="bgRect"/>
          <dgm:constr type="h" for="ch" forName="nodeText" refType="h" refFor="ch" refForName="bgRect" fact="0.6"/>
          <dgm:constr type="t" for="ch" forName="nodeText" refType="h" refFor="ch" refForName="bgRect" fact="0.38"/>
          <dgm:constr type="b" for="ch" forName="bottomLine" refType="b" refFor="ch" refForName="bgRect"/>
          <dgm:constr type="w" for="ch" forName="bottomLine" refType="w" refFor="ch" refForName="bgRect"/>
          <dgm:constr type="h" for="ch" forName="bottomLine" val="0.002"/>
        </dgm:constrLst>
        <dgm:ruleLst/>
        <dgm:layoutNode name="bgRect" styleLbl="bgAccFollowNode1">
          <dgm:alg type="sp"/>
          <dgm:shape xmlns:r="http://schemas.openxmlformats.org/officeDocument/2006/relationships" type="rect" r:blip="">
            <dgm:adjLst/>
          </dgm:shape>
          <dgm:presOf axis="self"/>
          <dgm:constrLst/>
          <dgm:ruleLst/>
        </dgm:layoutNode>
        <dgm:forEach name="Name19" axis="followSib" ptType="sibTrans" hideLastTrans="0" cnt="1">
          <dgm:layoutNode name="sibTransNodeCircle" styleLbl="alignNode1">
            <dgm:varLst>
              <dgm:chMax val="0"/>
              <dgm:bulletEnabled/>
            </dgm:varLst>
            <dgm:presOf axis="self" ptType="sibTrans"/>
            <dgm:alg type="tx">
              <dgm:param type="txAnchorVert" val="mid"/>
              <dgm:param type="txAnchorHorzCh" val="ctr"/>
            </dgm:alg>
            <dgm:shape xmlns:r="http://schemas.openxmlformats.org/officeDocument/2006/relationships" type="ellipse" r:blip="">
              <dgm:adjLst/>
            </dgm:shape>
            <dgm:constrLst>
              <dgm:constr type="w" refType="h" op="lte"/>
              <dgm:constr type="primFontSz" val="48"/>
              <dgm:constr type="tMarg" val="1"/>
              <dgm:constr type="lMarg" refType="w" fact="0.221"/>
              <dgm:constr type="rMarg" refType="w" fact="0.221"/>
              <dgm:constr type="bMarg" val="1"/>
            </dgm:constrLst>
            <dgm:ruleLst>
              <dgm:rule type="primFontSz" val="14" fact="NaN" max="NaN"/>
            </dgm:ruleLst>
          </dgm:layoutNode>
        </dgm:forEach>
        <dgm:layoutNode name="bottomLine" styleLbl="alignNode1">
          <dgm:varLst/>
          <dgm:presOf/>
          <dgm:alg type="sp"/>
          <dgm:shape xmlns:r="http://schemas.openxmlformats.org/officeDocument/2006/relationships" type="rect" r:blip="">
            <dgm:adjLst/>
          </dgm:shape>
          <dgm:constrLst/>
          <dgm:ruleLst/>
        </dgm:layoutNode>
        <dgm:layoutNode name="nodeText" styleLbl="bgAccFollowNode1" moveWith="bgRect">
          <dgm:varLst>
            <dgm:bulletEnabled val="1"/>
          </dgm:varLst>
          <dgm:alg type="tx">
            <dgm:param type="parTxLTRAlign" val="l"/>
            <dgm:param type="parTxRTLAlign" val="r"/>
            <dgm:param type="txAnchorVert" val="t"/>
          </dgm:alg>
          <dgm:shape xmlns:r="http://schemas.openxmlformats.org/officeDocument/2006/relationships" type="rect" r:blip="" zOrderOff="-1" hideGeom="1">
            <dgm:adjLst/>
          </dgm:shape>
          <dgm:presOf axis="desOrSelf" ptType="node"/>
          <dgm:constrLst>
            <dgm:constr type="primFontSz" val="26"/>
            <dgm:constr type="tMarg" val="26"/>
            <dgm:constr type="lMarg" refType="w" fact="0.221"/>
            <dgm:constr type="rMarg" refType="w" fact="0.221"/>
            <dgm:constr type="bMarg" val="26"/>
          </dgm:constrLst>
          <dgm:ruleLst>
            <dgm:rule type="primFontSz" val="11" fact="NaN" max="NaN"/>
          </dgm:ruleLst>
        </dgm:layoutNode>
      </dgm:layoutNode>
      <dgm:forEach name="Name14" axis="followSib" ptType="sibTrans" cnt="1">
        <dgm:layoutNode name="sibTrans">
          <dgm:alg type="sp"/>
          <dgm:shape xmlns:r="http://schemas.openxmlformats.org/officeDocument/2006/relationships" r:blip="">
            <dgm:adjLst/>
          </dgm:shape>
          <dgm:presOf/>
          <dgm:constrLst/>
          <dgm:ruleLst/>
        </dgm:layoutNode>
      </dgm:forEach>
    </dgm:forEach>
  </dgm:layoutNode>
  <dgm:extLst>
    <a:ext uri="{4F341089-5ED1-44EC-B178-C955D00A3D55}">
      <dgm1611:autoBuNodeInfoLst xmlns:dgm1611="http://schemas.microsoft.com/office/drawing/2016/11/diagram">
        <dgm1611:autoBuNodeInfo lvl="1" ptType="sibTrans">
          <dgm1611:buPr prefix="" leadZeros="0">
            <a:buAutoNum type="arabicParenBoth"/>
          </dgm1611:buPr>
        </dgm1611:autoBuNodeInfo>
      </dgm1611:autoBuNodeInfoLst>
    </a:ext>
  </dgm:extLst>
</dgm:layoutDef>
</file>

<file path=ppt/diagrams/layout2.xml><?xml version="1.0" encoding="utf-8"?>
<dgm:layoutDef xmlns:dgm="http://schemas.openxmlformats.org/drawingml/2006/diagram" xmlns:a="http://schemas.openxmlformats.org/drawingml/2006/main" uniqueId="urn:microsoft.com/office/officeart/2018/5/layout/IconLeafLabelList">
  <dgm:title val="Icon Leaf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round2DiagRect" r:blip="">
            <dgm:adjLst/>
            <dgm:extLst>
              <a:ext uri="{B698B0E9-8C71-41B9-8309-B3DCBF30829C}">
                <dgm1612:spPr xmlns:dgm1612="http://schemas.microsoft.com/office/drawing/2016/12/diagram">
                  <a:prstGeom prst="round2DiagRect">
                    <a:avLst>
                      <a:gd name="adj1" fmla="val 29727"/>
                      <a:gd name="adj2" fmla="val 0"/>
                    </a:avLst>
                  </a:prstGeom>
                </dgm1612:spPr>
              </a:ext>
            </dgm:ext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3.xml><?xml version="1.0" encoding="utf-8"?>
<dgm:layoutDef xmlns:dgm="http://schemas.openxmlformats.org/drawingml/2006/diagram" xmlns:a="http://schemas.openxmlformats.org/drawingml/2006/main" uniqueId="urn:microsoft.com/office/officeart/2018/5/layout/IconLeafLabelList">
  <dgm:title val="Icon Leaf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round2DiagRect" r:blip="">
            <dgm:adjLst/>
            <dgm:extLst>
              <a:ext uri="{B698B0E9-8C71-41B9-8309-B3DCBF30829C}">
                <dgm1612:spPr xmlns:dgm1612="http://schemas.microsoft.com/office/drawing/2016/12/diagram">
                  <a:prstGeom prst="round2DiagRect">
                    <a:avLst>
                      <a:gd name="adj1" fmla="val 29727"/>
                      <a:gd name="adj2" fmla="val 0"/>
                    </a:avLst>
                  </a:prstGeom>
                </dgm1612:spPr>
              </a:ext>
            </dgm:ext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4.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5.xml><?xml version="1.0" encoding="utf-8"?>
<dgm:layoutDef xmlns:dgm="http://schemas.openxmlformats.org/drawingml/2006/diagram" xmlns:a="http://schemas.openxmlformats.org/drawingml/2006/main" uniqueId="urn:microsoft.com/office/officeart/2016/7/layout/LinearBlockProcessNumbered">
  <dgm:title val="Linear Block Process Numbered"/>
  <dgm:desc val="Used to show a progression; a timeline; sequential steps in a task, process, or workflow; or to emphasize movement or direction. Automatic numbers have been introduced to show the steps of the process. Level 1 text and Level 2 text both appears in a rectangle."/>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101" type="sibTrans" cxnId="4">
          <dgm:prSet phldrT="1"/>
          <dgm:t>
            <a:bodyPr/>
            <a:lstStyle/>
            <a:p>
              <a:r>
                <a:t>01</a:t>
              </a:r>
            </a:p>
          </dgm:t>
        </dgm:pt>
        <dgm:pt modelId="201" type="sibTrans" cxnId="5">
          <dgm:prSet phldrT="2"/>
          <dgm:t>
            <a:bodyPr/>
            <a:lstStyle/>
            <a:p>
              <a:r>
                <a:t>02</a:t>
              </a:r>
            </a:p>
          </dgm:t>
        </dgm:pt>
        <dgm:pt modelId="301" type="sibTrans" cxnId="6">
          <dgm:prSet phldrT="3"/>
          <dgm:t>
            <a:bodyPr/>
            <a:lstStyle/>
            <a:p>
              <a:r>
                <a:t>03</a:t>
              </a:r>
            </a:p>
          </dgm:t>
        </dgm:pt>
      </dgm:ptLst>
      <dgm:cxnLst>
        <dgm:cxn modelId="4" srcId="0" destId="1" srcOrd="0" destOrd="0" sibTransId="101"/>
        <dgm:cxn modelId="5" srcId="0" destId="2" srcOrd="1" destOrd="0" sibTransId="201"/>
        <dgm:cxn modelId="6" srcId="0" destId="3" srcOrd="2" destOrd="0" sibTransId="301"/>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animLvl val="lvl"/>
      <dgm:resizeHandles val="exact"/>
    </dgm:varLst>
    <dgm:alg type="lin">
      <dgm:param type="linDir" val="fromL"/>
      <dgm:param type="nodeVertAlign" val="t"/>
    </dgm:alg>
    <dgm:shape xmlns:r="http://schemas.openxmlformats.org/officeDocument/2006/relationships" r:blip="">
      <dgm:adjLst/>
    </dgm:shape>
    <dgm:presOf/>
    <dgm:constrLst>
      <dgm:constr type="h" for="ch" forName="compositeNode" refType="h"/>
      <dgm:constr type="w" for="ch" forName="compositeNode" refType="w"/>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08"/>
      <dgm:constr type="primFontSz" for="des" forName="sibTransNodeRect" op="equ"/>
      <dgm:constr type="primFontSz" for="des" forName="nodeRect" op="equ"/>
    </dgm:constrLst>
    <dgm:ruleLst/>
    <dgm:forEach name="Name4" axis="ch" ptType="node">
      <dgm:layoutNode name="compositeNode">
        <dgm:varLst>
          <dgm:bulletEnabled val="1"/>
        </dgm:varLst>
        <dgm:alg type="composite"/>
        <dgm:constrLst>
          <dgm:constr type="h" refType="w" op="lte" fact="1.2"/>
          <dgm:constr type="w" for="ch" forName="bgRect" refType="w"/>
          <dgm:constr type="h" for="ch" forName="bgRect" refType="h"/>
          <dgm:constr type="t" for="ch" forName="bgRect"/>
          <dgm:constr type="l" for="ch" forName="bgRect"/>
          <dgm:constr type="w" for="ch" forName="sibTransNodeRect" refType="w" refFor="ch" refForName="bgRect"/>
          <dgm:constr type="h" for="ch" forName="sibTransNodeRect" refType="h" refFor="ch" refForName="bgRect" fact="0.4"/>
          <dgm:constr type="t" for="ch" forName="sibTransNodeRect"/>
          <dgm:constr type="l" for="ch" forName="sibTransNodeRect"/>
          <dgm:constr type="r" for="ch" forName="nodeRect" refType="r" refFor="ch" refForName="bgRect"/>
          <dgm:constr type="h" for="ch" forName="nodeRect" refType="h" refFor="ch" refForName="bgRect" fact="0.6"/>
          <dgm:constr type="t" for="ch" forName="nodeRect" refType="b" refFor="ch" refForName="sibTransNodeRect"/>
          <dgm:constr type="l" for="ch" forName="nodeRect" refType="l" refFor="ch" refForName="bgRect"/>
        </dgm:constrLst>
        <dgm:ruleLst>
          <dgm:rule type="w" for="ch" forName="nodeRect" val="NaN" fact="NaN" max="30"/>
        </dgm:ruleLst>
        <dgm:layoutNode name="bgRect" styleLbl="alignNode1">
          <dgm:alg type="sp"/>
          <dgm:shape xmlns:r="http://schemas.openxmlformats.org/officeDocument/2006/relationships" type="rect" r:blip="">
            <dgm:adjLst>
              <dgm:adj idx="1" val="0.05"/>
            </dgm:adjLst>
          </dgm:shape>
          <dgm:presOf axis="self"/>
          <dgm:constrLst/>
          <dgm:ruleLst/>
        </dgm:layoutNode>
        <dgm:forEach name="Name19" axis="followSib" ptType="sibTrans" hideLastTrans="0" cnt="1">
          <dgm:layoutNode name="sibTransNodeRect" styleLbl="alignNode1">
            <dgm:varLst>
              <dgm:chMax val="0"/>
              <dgm:bulletEnabled val="1"/>
            </dgm:varLst>
            <dgm:presOf axis="self"/>
            <dgm:alg type="tx">
              <dgm:param type="parTxLTRAlign" val="l"/>
              <dgm:param type="parTxRTLAlign" val="l"/>
            </dgm:alg>
            <dgm:shape xmlns:r="http://schemas.openxmlformats.org/officeDocument/2006/relationships" type="rect" r:blip="" hideGeom="1">
              <dgm:adjLst/>
            </dgm:shape>
            <dgm:constrLst>
              <dgm:constr type="primFontSz" val="66"/>
              <dgm:constr type="tMarg" val="13"/>
              <dgm:constr type="lMarg" refType="w" fact="0.28"/>
              <dgm:constr type="rMarg" refType="w" fact="0.28"/>
              <dgm:constr type="bMarg" val="13"/>
            </dgm:constrLst>
            <dgm:ruleLst>
              <dgm:rule type="primFontSz" val="14" fact="NaN" max="NaN"/>
              <dgm:rule type="tMarg" val="13" fact="NaN" max="NaN"/>
            </dgm:ruleLst>
          </dgm:layoutNode>
        </dgm:forEach>
        <dgm:layoutNode name="nodeRect" styleLbl="alignNode1" moveWith="bgRect">
          <dgm:varLst>
            <dgm:bulletEnabled val="1"/>
          </dgm:varLst>
          <dgm:alg type="tx">
            <dgm:param type="parTxLTRAlign" val="l"/>
            <dgm:param type="parTxRTLAlign" val="r"/>
            <dgm:param type="txAnchorVert" val="t"/>
            <dgm:param type="stBulletLvl" val="2"/>
          </dgm:alg>
          <dgm:shape xmlns:r="http://schemas.openxmlformats.org/officeDocument/2006/relationships" type="rect" r:blip="" hideGeom="1">
            <dgm:adjLst/>
          </dgm:shape>
          <dgm:presOf axis="desOrSelf" ptType="node"/>
          <dgm:constrLst>
            <dgm:constr type="primFontSz" val="26"/>
            <dgm:constr type="tMarg"/>
            <dgm:constr type="lMarg" refType="w" fact="0.28"/>
            <dgm:constr type="rMarg" refType="w" fact="0.28"/>
            <dgm:constr type="bMarg" val="26"/>
          </dgm:constrLst>
          <dgm:ruleLst>
            <dgm:rule type="primFontSz" val="11" fact="NaN" max="NaN"/>
          </dgm:ruleLst>
        </dgm:layoutNode>
      </dgm:layoutNode>
      <dgm:forEach name="Name14" axis="followSib" ptType="sibTrans" cnt="1">
        <dgm:layoutNode name="sibTrans">
          <dgm:alg type="sp"/>
          <dgm:shape xmlns:r="http://schemas.openxmlformats.org/officeDocument/2006/relationships" r:blip="">
            <dgm:adjLst/>
          </dgm:shape>
          <dgm:presOf/>
          <dgm:constrLst/>
          <dgm:ruleLst/>
        </dgm:layoutNode>
      </dgm:forEach>
    </dgm:forEach>
  </dgm:layoutNode>
  <dgm:extLst>
    <a:ext uri="{4F341089-5ED1-44EC-B178-C955D00A3D55}">
      <dgm1611:autoBuNodeInfoLst xmlns:dgm1611="http://schemas.microsoft.com/office/drawing/2016/11/diagram">
        <dgm1611:autoBuNodeInfo lvl="1" ptType="sibTrans">
          <dgm1611:buPr prefix="" leadZeros="1">
            <a:buAutoNum type="arabicParenBoth"/>
          </dgm1611:buPr>
        </dgm1611:autoBuNodeInfo>
      </dgm1611:autoBuNodeInfoLst>
    </a:ext>
  </dgm:extLst>
</dgm:layoutDef>
</file>

<file path=ppt/diagrams/layout6.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7.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8.xml><?xml version="1.0" encoding="utf-8"?>
<dgm:layoutDef xmlns:dgm="http://schemas.openxmlformats.org/drawingml/2006/diagram" xmlns:a="http://schemas.openxmlformats.org/drawingml/2006/main" uniqueId="urn:microsoft.com/office/officeart/2016/7/layout/LinearBlockProcessNumbered">
  <dgm:title val="Linear Block Process Numbered"/>
  <dgm:desc val="Used to show a progression; a timeline; sequential steps in a task, process, or workflow; or to emphasize movement or direction. Automatic numbers have been introduced to show the steps of the process. Level 1 text and Level 2 text both appears in a rectangle."/>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101" type="sibTrans" cxnId="4">
          <dgm:prSet phldrT="1"/>
          <dgm:t>
            <a:bodyPr/>
            <a:lstStyle/>
            <a:p>
              <a:r>
                <a:t>01</a:t>
              </a:r>
            </a:p>
          </dgm:t>
        </dgm:pt>
        <dgm:pt modelId="201" type="sibTrans" cxnId="5">
          <dgm:prSet phldrT="2"/>
          <dgm:t>
            <a:bodyPr/>
            <a:lstStyle/>
            <a:p>
              <a:r>
                <a:t>02</a:t>
              </a:r>
            </a:p>
          </dgm:t>
        </dgm:pt>
        <dgm:pt modelId="301" type="sibTrans" cxnId="6">
          <dgm:prSet phldrT="3"/>
          <dgm:t>
            <a:bodyPr/>
            <a:lstStyle/>
            <a:p>
              <a:r>
                <a:t>03</a:t>
              </a:r>
            </a:p>
          </dgm:t>
        </dgm:pt>
      </dgm:ptLst>
      <dgm:cxnLst>
        <dgm:cxn modelId="4" srcId="0" destId="1" srcOrd="0" destOrd="0" sibTransId="101"/>
        <dgm:cxn modelId="5" srcId="0" destId="2" srcOrd="1" destOrd="0" sibTransId="201"/>
        <dgm:cxn modelId="6" srcId="0" destId="3" srcOrd="2" destOrd="0" sibTransId="301"/>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animLvl val="lvl"/>
      <dgm:resizeHandles val="exact"/>
    </dgm:varLst>
    <dgm:alg type="lin">
      <dgm:param type="linDir" val="fromL"/>
      <dgm:param type="nodeVertAlign" val="t"/>
    </dgm:alg>
    <dgm:shape xmlns:r="http://schemas.openxmlformats.org/officeDocument/2006/relationships" r:blip="">
      <dgm:adjLst/>
    </dgm:shape>
    <dgm:presOf/>
    <dgm:constrLst>
      <dgm:constr type="h" for="ch" forName="compositeNode" refType="h"/>
      <dgm:constr type="w" for="ch" forName="compositeNode" refType="w"/>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08"/>
      <dgm:constr type="primFontSz" for="des" forName="sibTransNodeRect" op="equ"/>
      <dgm:constr type="primFontSz" for="des" forName="nodeRect" op="equ"/>
    </dgm:constrLst>
    <dgm:ruleLst/>
    <dgm:forEach name="Name4" axis="ch" ptType="node">
      <dgm:layoutNode name="compositeNode">
        <dgm:varLst>
          <dgm:bulletEnabled val="1"/>
        </dgm:varLst>
        <dgm:alg type="composite"/>
        <dgm:constrLst>
          <dgm:constr type="h" refType="w" op="lte" fact="1.2"/>
          <dgm:constr type="w" for="ch" forName="bgRect" refType="w"/>
          <dgm:constr type="h" for="ch" forName="bgRect" refType="h"/>
          <dgm:constr type="t" for="ch" forName="bgRect"/>
          <dgm:constr type="l" for="ch" forName="bgRect"/>
          <dgm:constr type="w" for="ch" forName="sibTransNodeRect" refType="w" refFor="ch" refForName="bgRect"/>
          <dgm:constr type="h" for="ch" forName="sibTransNodeRect" refType="h" refFor="ch" refForName="bgRect" fact="0.4"/>
          <dgm:constr type="t" for="ch" forName="sibTransNodeRect"/>
          <dgm:constr type="l" for="ch" forName="sibTransNodeRect"/>
          <dgm:constr type="r" for="ch" forName="nodeRect" refType="r" refFor="ch" refForName="bgRect"/>
          <dgm:constr type="h" for="ch" forName="nodeRect" refType="h" refFor="ch" refForName="bgRect" fact="0.6"/>
          <dgm:constr type="t" for="ch" forName="nodeRect" refType="b" refFor="ch" refForName="sibTransNodeRect"/>
          <dgm:constr type="l" for="ch" forName="nodeRect" refType="l" refFor="ch" refForName="bgRect"/>
        </dgm:constrLst>
        <dgm:ruleLst>
          <dgm:rule type="w" for="ch" forName="nodeRect" val="NaN" fact="NaN" max="30"/>
        </dgm:ruleLst>
        <dgm:layoutNode name="bgRect" styleLbl="alignNode1">
          <dgm:alg type="sp"/>
          <dgm:shape xmlns:r="http://schemas.openxmlformats.org/officeDocument/2006/relationships" type="rect" r:blip="">
            <dgm:adjLst>
              <dgm:adj idx="1" val="0.05"/>
            </dgm:adjLst>
          </dgm:shape>
          <dgm:presOf axis="self"/>
          <dgm:constrLst/>
          <dgm:ruleLst/>
        </dgm:layoutNode>
        <dgm:forEach name="Name19" axis="followSib" ptType="sibTrans" hideLastTrans="0" cnt="1">
          <dgm:layoutNode name="sibTransNodeRect" styleLbl="alignNode1">
            <dgm:varLst>
              <dgm:chMax val="0"/>
              <dgm:bulletEnabled val="1"/>
            </dgm:varLst>
            <dgm:presOf axis="self"/>
            <dgm:alg type="tx">
              <dgm:param type="parTxLTRAlign" val="l"/>
              <dgm:param type="parTxRTLAlign" val="l"/>
            </dgm:alg>
            <dgm:shape xmlns:r="http://schemas.openxmlformats.org/officeDocument/2006/relationships" type="rect" r:blip="" hideGeom="1">
              <dgm:adjLst/>
            </dgm:shape>
            <dgm:constrLst>
              <dgm:constr type="primFontSz" val="66"/>
              <dgm:constr type="tMarg" val="13"/>
              <dgm:constr type="lMarg" refType="w" fact="0.28"/>
              <dgm:constr type="rMarg" refType="w" fact="0.28"/>
              <dgm:constr type="bMarg" val="13"/>
            </dgm:constrLst>
            <dgm:ruleLst>
              <dgm:rule type="primFontSz" val="14" fact="NaN" max="NaN"/>
              <dgm:rule type="tMarg" val="13" fact="NaN" max="NaN"/>
            </dgm:ruleLst>
          </dgm:layoutNode>
        </dgm:forEach>
        <dgm:layoutNode name="nodeRect" styleLbl="alignNode1" moveWith="bgRect">
          <dgm:varLst>
            <dgm:bulletEnabled val="1"/>
          </dgm:varLst>
          <dgm:alg type="tx">
            <dgm:param type="parTxLTRAlign" val="l"/>
            <dgm:param type="parTxRTLAlign" val="r"/>
            <dgm:param type="txAnchorVert" val="t"/>
            <dgm:param type="stBulletLvl" val="2"/>
          </dgm:alg>
          <dgm:shape xmlns:r="http://schemas.openxmlformats.org/officeDocument/2006/relationships" type="rect" r:blip="" hideGeom="1">
            <dgm:adjLst/>
          </dgm:shape>
          <dgm:presOf axis="desOrSelf" ptType="node"/>
          <dgm:constrLst>
            <dgm:constr type="primFontSz" val="26"/>
            <dgm:constr type="tMarg"/>
            <dgm:constr type="lMarg" refType="w" fact="0.28"/>
            <dgm:constr type="rMarg" refType="w" fact="0.28"/>
            <dgm:constr type="bMarg" val="26"/>
          </dgm:constrLst>
          <dgm:ruleLst>
            <dgm:rule type="primFontSz" val="11" fact="NaN" max="NaN"/>
          </dgm:ruleLst>
        </dgm:layoutNode>
      </dgm:layoutNode>
      <dgm:forEach name="Name14" axis="followSib" ptType="sibTrans" cnt="1">
        <dgm:layoutNode name="sibTrans">
          <dgm:alg type="sp"/>
          <dgm:shape xmlns:r="http://schemas.openxmlformats.org/officeDocument/2006/relationships" r:blip="">
            <dgm:adjLst/>
          </dgm:shape>
          <dgm:presOf/>
          <dgm:constrLst/>
          <dgm:ruleLst/>
        </dgm:layoutNode>
      </dgm:forEach>
    </dgm:forEach>
  </dgm:layoutNode>
  <dgm:extLst>
    <a:ext uri="{4F341089-5ED1-44EC-B178-C955D00A3D55}">
      <dgm1611:autoBuNodeInfoLst xmlns:dgm1611="http://schemas.microsoft.com/office/drawing/2016/11/diagram">
        <dgm1611:autoBuNodeInfo lvl="1" ptType="sibTrans">
          <dgm1611:buPr prefix="" leadZeros="1">
            <a:buAutoNum type="arabicParenBoth"/>
          </dgm1611:buPr>
        </dgm1611:autoBuNodeInfo>
      </dgm1611:autoBuNodeInfoLst>
    </a:ext>
  </dgm:extLst>
</dgm:layoutDef>
</file>

<file path=ppt/diagrams/layout9.xml><?xml version="1.0" encoding="utf-8"?>
<dgm:layoutDef xmlns:dgm="http://schemas.openxmlformats.org/drawingml/2006/diagram" xmlns:a="http://schemas.openxmlformats.org/drawingml/2006/main" uniqueId="urn:microsoft.com/office/officeart/2016/7/layout/LinearBlockProcessNumbered">
  <dgm:title val="Linear Block Process Numbered"/>
  <dgm:desc val="Used to show a progression; a timeline; sequential steps in a task, process, or workflow; or to emphasize movement or direction. Automatic numbers have been introduced to show the steps of the process. Level 1 text and Level 2 text both appears in a rectangle."/>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101" type="sibTrans" cxnId="4">
          <dgm:prSet phldrT="1"/>
          <dgm:t>
            <a:bodyPr/>
            <a:lstStyle/>
            <a:p>
              <a:r>
                <a:t>01</a:t>
              </a:r>
            </a:p>
          </dgm:t>
        </dgm:pt>
        <dgm:pt modelId="201" type="sibTrans" cxnId="5">
          <dgm:prSet phldrT="2"/>
          <dgm:t>
            <a:bodyPr/>
            <a:lstStyle/>
            <a:p>
              <a:r>
                <a:t>02</a:t>
              </a:r>
            </a:p>
          </dgm:t>
        </dgm:pt>
        <dgm:pt modelId="301" type="sibTrans" cxnId="6">
          <dgm:prSet phldrT="3"/>
          <dgm:t>
            <a:bodyPr/>
            <a:lstStyle/>
            <a:p>
              <a:r>
                <a:t>03</a:t>
              </a:r>
            </a:p>
          </dgm:t>
        </dgm:pt>
      </dgm:ptLst>
      <dgm:cxnLst>
        <dgm:cxn modelId="4" srcId="0" destId="1" srcOrd="0" destOrd="0" sibTransId="101"/>
        <dgm:cxn modelId="5" srcId="0" destId="2" srcOrd="1" destOrd="0" sibTransId="201"/>
        <dgm:cxn modelId="6" srcId="0" destId="3" srcOrd="2" destOrd="0" sibTransId="301"/>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animLvl val="lvl"/>
      <dgm:resizeHandles val="exact"/>
    </dgm:varLst>
    <dgm:alg type="lin">
      <dgm:param type="linDir" val="fromL"/>
      <dgm:param type="nodeVertAlign" val="t"/>
    </dgm:alg>
    <dgm:shape xmlns:r="http://schemas.openxmlformats.org/officeDocument/2006/relationships" r:blip="">
      <dgm:adjLst/>
    </dgm:shape>
    <dgm:presOf/>
    <dgm:constrLst>
      <dgm:constr type="h" for="ch" forName="compositeNode" refType="h"/>
      <dgm:constr type="w" for="ch" forName="compositeNode" refType="w"/>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08"/>
      <dgm:constr type="primFontSz" for="des" forName="sibTransNodeRect" op="equ"/>
      <dgm:constr type="primFontSz" for="des" forName="nodeRect" op="equ"/>
    </dgm:constrLst>
    <dgm:ruleLst/>
    <dgm:forEach name="Name4" axis="ch" ptType="node">
      <dgm:layoutNode name="compositeNode">
        <dgm:varLst>
          <dgm:bulletEnabled val="1"/>
        </dgm:varLst>
        <dgm:alg type="composite"/>
        <dgm:constrLst>
          <dgm:constr type="h" refType="w" op="lte" fact="1.2"/>
          <dgm:constr type="w" for="ch" forName="bgRect" refType="w"/>
          <dgm:constr type="h" for="ch" forName="bgRect" refType="h"/>
          <dgm:constr type="t" for="ch" forName="bgRect"/>
          <dgm:constr type="l" for="ch" forName="bgRect"/>
          <dgm:constr type="w" for="ch" forName="sibTransNodeRect" refType="w" refFor="ch" refForName="bgRect"/>
          <dgm:constr type="h" for="ch" forName="sibTransNodeRect" refType="h" refFor="ch" refForName="bgRect" fact="0.4"/>
          <dgm:constr type="t" for="ch" forName="sibTransNodeRect"/>
          <dgm:constr type="l" for="ch" forName="sibTransNodeRect"/>
          <dgm:constr type="r" for="ch" forName="nodeRect" refType="r" refFor="ch" refForName="bgRect"/>
          <dgm:constr type="h" for="ch" forName="nodeRect" refType="h" refFor="ch" refForName="bgRect" fact="0.6"/>
          <dgm:constr type="t" for="ch" forName="nodeRect" refType="b" refFor="ch" refForName="sibTransNodeRect"/>
          <dgm:constr type="l" for="ch" forName="nodeRect" refType="l" refFor="ch" refForName="bgRect"/>
        </dgm:constrLst>
        <dgm:ruleLst>
          <dgm:rule type="w" for="ch" forName="nodeRect" val="NaN" fact="NaN" max="30"/>
        </dgm:ruleLst>
        <dgm:layoutNode name="bgRect" styleLbl="alignNode1">
          <dgm:alg type="sp"/>
          <dgm:shape xmlns:r="http://schemas.openxmlformats.org/officeDocument/2006/relationships" type="rect" r:blip="">
            <dgm:adjLst>
              <dgm:adj idx="1" val="0.05"/>
            </dgm:adjLst>
          </dgm:shape>
          <dgm:presOf axis="self"/>
          <dgm:constrLst/>
          <dgm:ruleLst/>
        </dgm:layoutNode>
        <dgm:forEach name="Name19" axis="followSib" ptType="sibTrans" hideLastTrans="0" cnt="1">
          <dgm:layoutNode name="sibTransNodeRect" styleLbl="alignNode1">
            <dgm:varLst>
              <dgm:chMax val="0"/>
              <dgm:bulletEnabled val="1"/>
            </dgm:varLst>
            <dgm:presOf axis="self"/>
            <dgm:alg type="tx">
              <dgm:param type="parTxLTRAlign" val="l"/>
              <dgm:param type="parTxRTLAlign" val="l"/>
            </dgm:alg>
            <dgm:shape xmlns:r="http://schemas.openxmlformats.org/officeDocument/2006/relationships" type="rect" r:blip="" hideGeom="1">
              <dgm:adjLst/>
            </dgm:shape>
            <dgm:constrLst>
              <dgm:constr type="primFontSz" val="66"/>
              <dgm:constr type="tMarg" val="13"/>
              <dgm:constr type="lMarg" refType="w" fact="0.28"/>
              <dgm:constr type="rMarg" refType="w" fact="0.28"/>
              <dgm:constr type="bMarg" val="13"/>
            </dgm:constrLst>
            <dgm:ruleLst>
              <dgm:rule type="primFontSz" val="14" fact="NaN" max="NaN"/>
              <dgm:rule type="tMarg" val="13" fact="NaN" max="NaN"/>
            </dgm:ruleLst>
          </dgm:layoutNode>
        </dgm:forEach>
        <dgm:layoutNode name="nodeRect" styleLbl="alignNode1" moveWith="bgRect">
          <dgm:varLst>
            <dgm:bulletEnabled val="1"/>
          </dgm:varLst>
          <dgm:alg type="tx">
            <dgm:param type="parTxLTRAlign" val="l"/>
            <dgm:param type="parTxRTLAlign" val="r"/>
            <dgm:param type="txAnchorVert" val="t"/>
            <dgm:param type="stBulletLvl" val="2"/>
          </dgm:alg>
          <dgm:shape xmlns:r="http://schemas.openxmlformats.org/officeDocument/2006/relationships" type="rect" r:blip="" hideGeom="1">
            <dgm:adjLst/>
          </dgm:shape>
          <dgm:presOf axis="desOrSelf" ptType="node"/>
          <dgm:constrLst>
            <dgm:constr type="primFontSz" val="26"/>
            <dgm:constr type="tMarg"/>
            <dgm:constr type="lMarg" refType="w" fact="0.28"/>
            <dgm:constr type="rMarg" refType="w" fact="0.28"/>
            <dgm:constr type="bMarg" val="26"/>
          </dgm:constrLst>
          <dgm:ruleLst>
            <dgm:rule type="primFontSz" val="11" fact="NaN" max="NaN"/>
          </dgm:ruleLst>
        </dgm:layoutNode>
      </dgm:layoutNode>
      <dgm:forEach name="Name14" axis="followSib" ptType="sibTrans" cnt="1">
        <dgm:layoutNode name="sibTrans">
          <dgm:alg type="sp"/>
          <dgm:shape xmlns:r="http://schemas.openxmlformats.org/officeDocument/2006/relationships" r:blip="">
            <dgm:adjLst/>
          </dgm:shape>
          <dgm:presOf/>
          <dgm:constrLst/>
          <dgm:ruleLst/>
        </dgm:layoutNode>
      </dgm:forEach>
    </dgm:forEach>
  </dgm:layoutNode>
  <dgm:extLst>
    <a:ext uri="{4F341089-5ED1-44EC-B178-C955D00A3D55}">
      <dgm1611:autoBuNodeInfoLst xmlns:dgm1611="http://schemas.microsoft.com/office/drawing/2016/11/diagram">
        <dgm1611:autoBuNodeInfo lvl="1" ptType="sibTrans">
          <dgm1611:buPr prefix="" leadZeros="1">
            <a:buAutoNum type="arabicParenBoth"/>
          </dgm1611:buPr>
        </dgm1611:autoBuNodeInfo>
      </dgm1611:autoBuNodeInfoLst>
    </a:ext>
  </dgm:extLst>
</dgm:layoutDef>
</file>

<file path=ppt/diagrams/layout10.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11.xml><?xml version="1.0" encoding="utf-8"?>
<dgm:layoutDef xmlns:dgm="http://schemas.openxmlformats.org/drawingml/2006/diagram" xmlns:a="http://schemas.openxmlformats.org/drawingml/2006/main" uniqueId="urn:microsoft.com/office/officeart/2016/7/layout/LinearBlockProcessNumbered">
  <dgm:title val="Linear Block Process Numbered"/>
  <dgm:desc val="Used to show a progression; a timeline; sequential steps in a task, process, or workflow; or to emphasize movement or direction. Automatic numbers have been introduced to show the steps of the process. Level 1 text and Level 2 text both appears in a rectangle."/>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101" type="sibTrans" cxnId="4">
          <dgm:prSet phldrT="1"/>
          <dgm:t>
            <a:bodyPr/>
            <a:lstStyle/>
            <a:p>
              <a:r>
                <a:t>01</a:t>
              </a:r>
            </a:p>
          </dgm:t>
        </dgm:pt>
        <dgm:pt modelId="201" type="sibTrans" cxnId="5">
          <dgm:prSet phldrT="2"/>
          <dgm:t>
            <a:bodyPr/>
            <a:lstStyle/>
            <a:p>
              <a:r>
                <a:t>02</a:t>
              </a:r>
            </a:p>
          </dgm:t>
        </dgm:pt>
        <dgm:pt modelId="301" type="sibTrans" cxnId="6">
          <dgm:prSet phldrT="3"/>
          <dgm:t>
            <a:bodyPr/>
            <a:lstStyle/>
            <a:p>
              <a:r>
                <a:t>03</a:t>
              </a:r>
            </a:p>
          </dgm:t>
        </dgm:pt>
      </dgm:ptLst>
      <dgm:cxnLst>
        <dgm:cxn modelId="4" srcId="0" destId="1" srcOrd="0" destOrd="0" sibTransId="101"/>
        <dgm:cxn modelId="5" srcId="0" destId="2" srcOrd="1" destOrd="0" sibTransId="201"/>
        <dgm:cxn modelId="6" srcId="0" destId="3" srcOrd="2" destOrd="0" sibTransId="301"/>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animLvl val="lvl"/>
      <dgm:resizeHandles val="exact"/>
    </dgm:varLst>
    <dgm:alg type="lin">
      <dgm:param type="linDir" val="fromL"/>
      <dgm:param type="nodeVertAlign" val="t"/>
    </dgm:alg>
    <dgm:shape xmlns:r="http://schemas.openxmlformats.org/officeDocument/2006/relationships" r:blip="">
      <dgm:adjLst/>
    </dgm:shape>
    <dgm:presOf/>
    <dgm:constrLst>
      <dgm:constr type="h" for="ch" forName="compositeNode" refType="h"/>
      <dgm:constr type="w" for="ch" forName="compositeNode" refType="w"/>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08"/>
      <dgm:constr type="primFontSz" for="des" forName="sibTransNodeRect" op="equ"/>
      <dgm:constr type="primFontSz" for="des" forName="nodeRect" op="equ"/>
    </dgm:constrLst>
    <dgm:ruleLst/>
    <dgm:forEach name="Name4" axis="ch" ptType="node">
      <dgm:layoutNode name="compositeNode">
        <dgm:varLst>
          <dgm:bulletEnabled val="1"/>
        </dgm:varLst>
        <dgm:alg type="composite"/>
        <dgm:constrLst>
          <dgm:constr type="h" refType="w" op="lte" fact="1.2"/>
          <dgm:constr type="w" for="ch" forName="bgRect" refType="w"/>
          <dgm:constr type="h" for="ch" forName="bgRect" refType="h"/>
          <dgm:constr type="t" for="ch" forName="bgRect"/>
          <dgm:constr type="l" for="ch" forName="bgRect"/>
          <dgm:constr type="w" for="ch" forName="sibTransNodeRect" refType="w" refFor="ch" refForName="bgRect"/>
          <dgm:constr type="h" for="ch" forName="sibTransNodeRect" refType="h" refFor="ch" refForName="bgRect" fact="0.4"/>
          <dgm:constr type="t" for="ch" forName="sibTransNodeRect"/>
          <dgm:constr type="l" for="ch" forName="sibTransNodeRect"/>
          <dgm:constr type="r" for="ch" forName="nodeRect" refType="r" refFor="ch" refForName="bgRect"/>
          <dgm:constr type="h" for="ch" forName="nodeRect" refType="h" refFor="ch" refForName="bgRect" fact="0.6"/>
          <dgm:constr type="t" for="ch" forName="nodeRect" refType="b" refFor="ch" refForName="sibTransNodeRect"/>
          <dgm:constr type="l" for="ch" forName="nodeRect" refType="l" refFor="ch" refForName="bgRect"/>
        </dgm:constrLst>
        <dgm:ruleLst>
          <dgm:rule type="w" for="ch" forName="nodeRect" val="NaN" fact="NaN" max="30"/>
        </dgm:ruleLst>
        <dgm:layoutNode name="bgRect" styleLbl="alignNode1">
          <dgm:alg type="sp"/>
          <dgm:shape xmlns:r="http://schemas.openxmlformats.org/officeDocument/2006/relationships" type="rect" r:blip="">
            <dgm:adjLst>
              <dgm:adj idx="1" val="0.05"/>
            </dgm:adjLst>
          </dgm:shape>
          <dgm:presOf axis="self"/>
          <dgm:constrLst/>
          <dgm:ruleLst/>
        </dgm:layoutNode>
        <dgm:forEach name="Name19" axis="followSib" ptType="sibTrans" hideLastTrans="0" cnt="1">
          <dgm:layoutNode name="sibTransNodeRect" styleLbl="alignNode1">
            <dgm:varLst>
              <dgm:chMax val="0"/>
              <dgm:bulletEnabled val="1"/>
            </dgm:varLst>
            <dgm:presOf axis="self"/>
            <dgm:alg type="tx">
              <dgm:param type="parTxLTRAlign" val="l"/>
              <dgm:param type="parTxRTLAlign" val="l"/>
            </dgm:alg>
            <dgm:shape xmlns:r="http://schemas.openxmlformats.org/officeDocument/2006/relationships" type="rect" r:blip="" hideGeom="1">
              <dgm:adjLst/>
            </dgm:shape>
            <dgm:constrLst>
              <dgm:constr type="primFontSz" val="66"/>
              <dgm:constr type="tMarg" val="13"/>
              <dgm:constr type="lMarg" refType="w" fact="0.28"/>
              <dgm:constr type="rMarg" refType="w" fact="0.28"/>
              <dgm:constr type="bMarg" val="13"/>
            </dgm:constrLst>
            <dgm:ruleLst>
              <dgm:rule type="primFontSz" val="14" fact="NaN" max="NaN"/>
              <dgm:rule type="tMarg" val="13" fact="NaN" max="NaN"/>
            </dgm:ruleLst>
          </dgm:layoutNode>
        </dgm:forEach>
        <dgm:layoutNode name="nodeRect" styleLbl="alignNode1" moveWith="bgRect">
          <dgm:varLst>
            <dgm:bulletEnabled val="1"/>
          </dgm:varLst>
          <dgm:alg type="tx">
            <dgm:param type="parTxLTRAlign" val="l"/>
            <dgm:param type="parTxRTLAlign" val="r"/>
            <dgm:param type="txAnchorVert" val="t"/>
            <dgm:param type="stBulletLvl" val="2"/>
          </dgm:alg>
          <dgm:shape xmlns:r="http://schemas.openxmlformats.org/officeDocument/2006/relationships" type="rect" r:blip="" hideGeom="1">
            <dgm:adjLst/>
          </dgm:shape>
          <dgm:presOf axis="desOrSelf" ptType="node"/>
          <dgm:constrLst>
            <dgm:constr type="primFontSz" val="26"/>
            <dgm:constr type="tMarg"/>
            <dgm:constr type="lMarg" refType="w" fact="0.28"/>
            <dgm:constr type="rMarg" refType="w" fact="0.28"/>
            <dgm:constr type="bMarg" val="26"/>
          </dgm:constrLst>
          <dgm:ruleLst>
            <dgm:rule type="primFontSz" val="11" fact="NaN" max="NaN"/>
          </dgm:ruleLst>
        </dgm:layoutNode>
      </dgm:layoutNode>
      <dgm:forEach name="Name14" axis="followSib" ptType="sibTrans" cnt="1">
        <dgm:layoutNode name="sibTrans">
          <dgm:alg type="sp"/>
          <dgm:shape xmlns:r="http://schemas.openxmlformats.org/officeDocument/2006/relationships" r:blip="">
            <dgm:adjLst/>
          </dgm:shape>
          <dgm:presOf/>
          <dgm:constrLst/>
          <dgm:ruleLst/>
        </dgm:layoutNode>
      </dgm:forEach>
    </dgm:forEach>
  </dgm:layoutNode>
  <dgm:extLst>
    <a:ext uri="{4F341089-5ED1-44EC-B178-C955D00A3D55}">
      <dgm1611:autoBuNodeInfoLst xmlns:dgm1611="http://schemas.microsoft.com/office/drawing/2016/11/diagram">
        <dgm1611:autoBuNodeInfo lvl="1" ptType="sibTrans">
          <dgm1611:buPr prefix="" leadZeros="1">
            <a:buAutoNum type="arabicParenBoth"/>
          </dgm1611:buPr>
        </dgm1611:autoBuNodeInfo>
      </dgm1611:autoBuNodeInfoLst>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SG"/>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17000B-7DC9-49F9-AC88-2169B6A36257}" type="datetimeFigureOut">
              <a:rPr lang="en-SG" smtClean="0"/>
              <a:t>8/4/2020</a:t>
            </a:fld>
            <a:endParaRPr lang="en-SG"/>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SG"/>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SG"/>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081601-C851-40DE-95AD-C36D47D7E00B}" type="slidenum">
              <a:rPr lang="en-SG" smtClean="0"/>
              <a:t>‹#›</a:t>
            </a:fld>
            <a:endParaRPr lang="en-SG"/>
          </a:p>
        </p:txBody>
      </p:sp>
    </p:spTree>
    <p:extLst>
      <p:ext uri="{BB962C8B-B14F-4D97-AF65-F5344CB8AC3E}">
        <p14:creationId xmlns:p14="http://schemas.microsoft.com/office/powerpoint/2010/main" val="33646887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372B97-BF01-4A6E-A887-3F68610F451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SG"/>
          </a:p>
        </p:txBody>
      </p:sp>
      <p:sp>
        <p:nvSpPr>
          <p:cNvPr id="3" name="Subtitle 2">
            <a:extLst>
              <a:ext uri="{FF2B5EF4-FFF2-40B4-BE49-F238E27FC236}">
                <a16:creationId xmlns:a16="http://schemas.microsoft.com/office/drawing/2014/main" id="{8A017F3B-3C8D-44EC-B168-4DF402D980A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SG"/>
          </a:p>
        </p:txBody>
      </p:sp>
      <p:cxnSp>
        <p:nvCxnSpPr>
          <p:cNvPr id="7" name="Straight Connector 6">
            <a:extLst>
              <a:ext uri="{FF2B5EF4-FFF2-40B4-BE49-F238E27FC236}">
                <a16:creationId xmlns:a16="http://schemas.microsoft.com/office/drawing/2014/main" id="{35D354F6-1E43-4FE2-9416-04E184CE86D7}"/>
              </a:ext>
            </a:extLst>
          </p:cNvPr>
          <p:cNvCxnSpPr/>
          <p:nvPr userDrawn="1"/>
        </p:nvCxnSpPr>
        <p:spPr>
          <a:xfrm>
            <a:off x="11968120" y="-1"/>
            <a:ext cx="0" cy="6858001"/>
          </a:xfrm>
          <a:prstGeom prst="line">
            <a:avLst/>
          </a:prstGeom>
          <a:ln w="38100"/>
        </p:spPr>
        <p:style>
          <a:lnRef idx="1">
            <a:schemeClr val="accent2"/>
          </a:lnRef>
          <a:fillRef idx="0">
            <a:schemeClr val="accent2"/>
          </a:fillRef>
          <a:effectRef idx="0">
            <a:schemeClr val="accent2"/>
          </a:effectRef>
          <a:fontRef idx="minor">
            <a:schemeClr val="tx1"/>
          </a:fontRef>
        </p:style>
      </p:cxnSp>
      <p:sp>
        <p:nvSpPr>
          <p:cNvPr id="8" name="Rectangle 7">
            <a:extLst>
              <a:ext uri="{FF2B5EF4-FFF2-40B4-BE49-F238E27FC236}">
                <a16:creationId xmlns:a16="http://schemas.microsoft.com/office/drawing/2014/main" id="{B9059644-BD68-48DA-B90B-E97D932F04F4}"/>
              </a:ext>
            </a:extLst>
          </p:cNvPr>
          <p:cNvSpPr/>
          <p:nvPr userDrawn="1"/>
        </p:nvSpPr>
        <p:spPr>
          <a:xfrm rot="16200000">
            <a:off x="-3149825" y="3149825"/>
            <a:ext cx="6858000" cy="558350"/>
          </a:xfrm>
          <a:prstGeom prst="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54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SG" dirty="0"/>
              <a:t>L03-Managing Digital Business Infrastructure</a:t>
            </a:r>
          </a:p>
        </p:txBody>
      </p:sp>
      <p:sp>
        <p:nvSpPr>
          <p:cNvPr id="9" name="Rectangle 8">
            <a:extLst>
              <a:ext uri="{FF2B5EF4-FFF2-40B4-BE49-F238E27FC236}">
                <a16:creationId xmlns:a16="http://schemas.microsoft.com/office/drawing/2014/main" id="{3AEF5720-1197-40C8-BFBA-5BF0AC560111}"/>
              </a:ext>
            </a:extLst>
          </p:cNvPr>
          <p:cNvSpPr/>
          <p:nvPr userDrawn="1"/>
        </p:nvSpPr>
        <p:spPr>
          <a:xfrm rot="16200000">
            <a:off x="8708043" y="3359882"/>
            <a:ext cx="6858000" cy="138235"/>
          </a:xfrm>
          <a:prstGeom prst="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54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pic>
        <p:nvPicPr>
          <p:cNvPr id="10" name="Picture 9" descr="A picture containing clipart&#10;&#10;Description automatically generated">
            <a:extLst>
              <a:ext uri="{FF2B5EF4-FFF2-40B4-BE49-F238E27FC236}">
                <a16:creationId xmlns:a16="http://schemas.microsoft.com/office/drawing/2014/main" id="{81CE94B4-04F5-4161-95DF-2EB53BA97E4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503459" y="185738"/>
            <a:ext cx="1364857" cy="737891"/>
          </a:xfrm>
          <a:prstGeom prst="rect">
            <a:avLst/>
          </a:prstGeom>
        </p:spPr>
      </p:pic>
    </p:spTree>
    <p:extLst>
      <p:ext uri="{BB962C8B-B14F-4D97-AF65-F5344CB8AC3E}">
        <p14:creationId xmlns:p14="http://schemas.microsoft.com/office/powerpoint/2010/main" val="40541620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16" name="Straight Connector 15">
            <a:extLst>
              <a:ext uri="{FF2B5EF4-FFF2-40B4-BE49-F238E27FC236}">
                <a16:creationId xmlns:a16="http://schemas.microsoft.com/office/drawing/2014/main" id="{3572CAD7-C006-4353-A7EB-D4461834FFBC}"/>
              </a:ext>
            </a:extLst>
          </p:cNvPr>
          <p:cNvCxnSpPr/>
          <p:nvPr userDrawn="1"/>
        </p:nvCxnSpPr>
        <p:spPr>
          <a:xfrm>
            <a:off x="11968120" y="-1"/>
            <a:ext cx="0" cy="6858001"/>
          </a:xfrm>
          <a:prstGeom prst="line">
            <a:avLst/>
          </a:prstGeom>
          <a:ln w="38100"/>
        </p:spPr>
        <p:style>
          <a:lnRef idx="1">
            <a:schemeClr val="accent2"/>
          </a:lnRef>
          <a:fillRef idx="0">
            <a:schemeClr val="accent2"/>
          </a:fillRef>
          <a:effectRef idx="0">
            <a:schemeClr val="accent2"/>
          </a:effectRef>
          <a:fontRef idx="minor">
            <a:schemeClr val="tx1"/>
          </a:fontRef>
        </p:style>
      </p:cxnSp>
      <p:sp>
        <p:nvSpPr>
          <p:cNvPr id="2" name="Title 1">
            <a:extLst>
              <a:ext uri="{FF2B5EF4-FFF2-40B4-BE49-F238E27FC236}">
                <a16:creationId xmlns:a16="http://schemas.microsoft.com/office/drawing/2014/main" id="{47B28D83-E4C8-4915-BA61-71ABB0F33829}"/>
              </a:ext>
            </a:extLst>
          </p:cNvPr>
          <p:cNvSpPr>
            <a:spLocks noGrp="1"/>
          </p:cNvSpPr>
          <p:nvPr>
            <p:ph type="title"/>
          </p:nvPr>
        </p:nvSpPr>
        <p:spPr/>
        <p:txBody>
          <a:bodyPr/>
          <a:lstStyle/>
          <a:p>
            <a:r>
              <a:rPr lang="en-US" dirty="0"/>
              <a:t>Click to edit Master title style</a:t>
            </a:r>
            <a:endParaRPr lang="en-SG" dirty="0"/>
          </a:p>
        </p:txBody>
      </p:sp>
      <p:sp>
        <p:nvSpPr>
          <p:cNvPr id="3" name="Content Placeholder 2">
            <a:extLst>
              <a:ext uri="{FF2B5EF4-FFF2-40B4-BE49-F238E27FC236}">
                <a16:creationId xmlns:a16="http://schemas.microsoft.com/office/drawing/2014/main" id="{A14FA9BB-BB69-451E-A09E-591809975227}"/>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5" name="Footer Placeholder 4">
            <a:extLst>
              <a:ext uri="{FF2B5EF4-FFF2-40B4-BE49-F238E27FC236}">
                <a16:creationId xmlns:a16="http://schemas.microsoft.com/office/drawing/2014/main" id="{A481BA36-121F-4271-BF92-82AF8DFB304A}"/>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6B2813FB-3A55-4A8D-AEBA-1AF76B7ADB7A}"/>
              </a:ext>
            </a:extLst>
          </p:cNvPr>
          <p:cNvSpPr>
            <a:spLocks noGrp="1"/>
          </p:cNvSpPr>
          <p:nvPr>
            <p:ph type="sldNum" sz="quarter" idx="12"/>
          </p:nvPr>
        </p:nvSpPr>
        <p:spPr/>
        <p:txBody>
          <a:bodyPr/>
          <a:lstStyle/>
          <a:p>
            <a:fld id="{C3874EC8-7A34-473C-985C-63460AF7DDB5}" type="slidenum">
              <a:rPr lang="en-SG" smtClean="0"/>
              <a:t>‹#›</a:t>
            </a:fld>
            <a:endParaRPr lang="en-SG"/>
          </a:p>
        </p:txBody>
      </p:sp>
      <p:sp>
        <p:nvSpPr>
          <p:cNvPr id="12" name="Rectangle 11">
            <a:extLst>
              <a:ext uri="{FF2B5EF4-FFF2-40B4-BE49-F238E27FC236}">
                <a16:creationId xmlns:a16="http://schemas.microsoft.com/office/drawing/2014/main" id="{8DDA959D-3244-40DF-8C39-48899F94628E}"/>
              </a:ext>
            </a:extLst>
          </p:cNvPr>
          <p:cNvSpPr/>
          <p:nvPr userDrawn="1"/>
        </p:nvSpPr>
        <p:spPr>
          <a:xfrm rot="16200000">
            <a:off x="8708043" y="3359882"/>
            <a:ext cx="6858000" cy="138235"/>
          </a:xfrm>
          <a:prstGeom prst="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54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pic>
        <p:nvPicPr>
          <p:cNvPr id="11" name="Picture 10" descr="A picture containing clipart&#10;&#10;Description automatically generated">
            <a:extLst>
              <a:ext uri="{FF2B5EF4-FFF2-40B4-BE49-F238E27FC236}">
                <a16:creationId xmlns:a16="http://schemas.microsoft.com/office/drawing/2014/main" id="{0E49D956-4E7D-4FF0-9764-CA5EA52DF04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503459" y="230188"/>
            <a:ext cx="1364857" cy="737891"/>
          </a:xfrm>
          <a:prstGeom prst="rect">
            <a:avLst/>
          </a:prstGeom>
        </p:spPr>
      </p:pic>
      <p:sp>
        <p:nvSpPr>
          <p:cNvPr id="13" name="Rectangle 12">
            <a:extLst>
              <a:ext uri="{FF2B5EF4-FFF2-40B4-BE49-F238E27FC236}">
                <a16:creationId xmlns:a16="http://schemas.microsoft.com/office/drawing/2014/main" id="{1EEC0E17-5CF6-430A-9517-E9140C6A2617}"/>
              </a:ext>
            </a:extLst>
          </p:cNvPr>
          <p:cNvSpPr/>
          <p:nvPr userDrawn="1"/>
        </p:nvSpPr>
        <p:spPr>
          <a:xfrm rot="16200000">
            <a:off x="-3149825" y="3149825"/>
            <a:ext cx="6858000" cy="558350"/>
          </a:xfrm>
          <a:prstGeom prst="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54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SG" dirty="0"/>
              <a:t>L03-Managing Digital Business Infrastructure</a:t>
            </a:r>
          </a:p>
        </p:txBody>
      </p:sp>
    </p:spTree>
    <p:extLst>
      <p:ext uri="{BB962C8B-B14F-4D97-AF65-F5344CB8AC3E}">
        <p14:creationId xmlns:p14="http://schemas.microsoft.com/office/powerpoint/2010/main" val="18643613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1ACBC9-E257-4172-AC12-4AC9239B497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SG"/>
          </a:p>
        </p:txBody>
      </p:sp>
      <p:sp>
        <p:nvSpPr>
          <p:cNvPr id="3" name="Text Placeholder 2">
            <a:extLst>
              <a:ext uri="{FF2B5EF4-FFF2-40B4-BE49-F238E27FC236}">
                <a16:creationId xmlns:a16="http://schemas.microsoft.com/office/drawing/2014/main" id="{676C25E9-6D4F-4823-AE7C-483A3110D39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2C4586F1-3FAF-4510-86BF-33A8937095D9}"/>
              </a:ext>
            </a:extLst>
          </p:cNvPr>
          <p:cNvSpPr>
            <a:spLocks noGrp="1"/>
          </p:cNvSpPr>
          <p:nvPr>
            <p:ph type="dt" sz="half" idx="10"/>
          </p:nvPr>
        </p:nvSpPr>
        <p:spPr/>
        <p:txBody>
          <a:bodyPr/>
          <a:lstStyle/>
          <a:p>
            <a:fld id="{4D0E5ED6-F25D-41F1-AAC9-E78DC995B25D}" type="datetimeFigureOut">
              <a:rPr lang="en-SG" smtClean="0"/>
              <a:t>8/4/2020</a:t>
            </a:fld>
            <a:endParaRPr lang="en-SG"/>
          </a:p>
        </p:txBody>
      </p:sp>
      <p:sp>
        <p:nvSpPr>
          <p:cNvPr id="5" name="Footer Placeholder 4">
            <a:extLst>
              <a:ext uri="{FF2B5EF4-FFF2-40B4-BE49-F238E27FC236}">
                <a16:creationId xmlns:a16="http://schemas.microsoft.com/office/drawing/2014/main" id="{BF0F3B4C-BEC0-49A2-A45C-7D334E886834}"/>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1A640D68-B742-47B0-9398-98B0F76BD945}"/>
              </a:ext>
            </a:extLst>
          </p:cNvPr>
          <p:cNvSpPr>
            <a:spLocks noGrp="1"/>
          </p:cNvSpPr>
          <p:nvPr>
            <p:ph type="sldNum" sz="quarter" idx="12"/>
          </p:nvPr>
        </p:nvSpPr>
        <p:spPr/>
        <p:txBody>
          <a:bodyPr/>
          <a:lstStyle/>
          <a:p>
            <a:fld id="{C3874EC8-7A34-473C-985C-63460AF7DDB5}" type="slidenum">
              <a:rPr lang="en-SG" smtClean="0"/>
              <a:t>‹#›</a:t>
            </a:fld>
            <a:endParaRPr lang="en-SG"/>
          </a:p>
        </p:txBody>
      </p:sp>
    </p:spTree>
    <p:extLst>
      <p:ext uri="{BB962C8B-B14F-4D97-AF65-F5344CB8AC3E}">
        <p14:creationId xmlns:p14="http://schemas.microsoft.com/office/powerpoint/2010/main" val="9147050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682605-5E95-4ACC-B9CD-4903C97CA65B}"/>
              </a:ext>
            </a:extLst>
          </p:cNvPr>
          <p:cNvSpPr>
            <a:spLocks noGrp="1"/>
          </p:cNvSpPr>
          <p:nvPr>
            <p:ph type="title"/>
          </p:nvPr>
        </p:nvSpPr>
        <p:spPr/>
        <p:txBody>
          <a:bodyPr/>
          <a:lstStyle/>
          <a:p>
            <a:r>
              <a:rPr lang="en-US"/>
              <a:t>Click to edit Master title style</a:t>
            </a:r>
            <a:endParaRPr lang="en-SG"/>
          </a:p>
        </p:txBody>
      </p:sp>
      <p:sp>
        <p:nvSpPr>
          <p:cNvPr id="3" name="Content Placeholder 2">
            <a:extLst>
              <a:ext uri="{FF2B5EF4-FFF2-40B4-BE49-F238E27FC236}">
                <a16:creationId xmlns:a16="http://schemas.microsoft.com/office/drawing/2014/main" id="{5DDD9895-7D0C-431B-9D5A-C31AC039C4C2}"/>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Content Placeholder 3">
            <a:extLst>
              <a:ext uri="{FF2B5EF4-FFF2-40B4-BE49-F238E27FC236}">
                <a16:creationId xmlns:a16="http://schemas.microsoft.com/office/drawing/2014/main" id="{32A779E9-397B-4F66-B41D-BB342E6724DE}"/>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5" name="Date Placeholder 4">
            <a:extLst>
              <a:ext uri="{FF2B5EF4-FFF2-40B4-BE49-F238E27FC236}">
                <a16:creationId xmlns:a16="http://schemas.microsoft.com/office/drawing/2014/main" id="{BDC374F6-3A40-4E65-ABFB-7A2C68D89CC3}"/>
              </a:ext>
            </a:extLst>
          </p:cNvPr>
          <p:cNvSpPr>
            <a:spLocks noGrp="1"/>
          </p:cNvSpPr>
          <p:nvPr>
            <p:ph type="dt" sz="half" idx="10"/>
          </p:nvPr>
        </p:nvSpPr>
        <p:spPr/>
        <p:txBody>
          <a:bodyPr/>
          <a:lstStyle/>
          <a:p>
            <a:fld id="{4D0E5ED6-F25D-41F1-AAC9-E78DC995B25D}" type="datetimeFigureOut">
              <a:rPr lang="en-SG" smtClean="0"/>
              <a:t>8/4/2020</a:t>
            </a:fld>
            <a:endParaRPr lang="en-SG"/>
          </a:p>
        </p:txBody>
      </p:sp>
      <p:sp>
        <p:nvSpPr>
          <p:cNvPr id="6" name="Footer Placeholder 5">
            <a:extLst>
              <a:ext uri="{FF2B5EF4-FFF2-40B4-BE49-F238E27FC236}">
                <a16:creationId xmlns:a16="http://schemas.microsoft.com/office/drawing/2014/main" id="{569C9A97-5042-465C-BBED-81AF8C2A0730}"/>
              </a:ext>
            </a:extLst>
          </p:cNvPr>
          <p:cNvSpPr>
            <a:spLocks noGrp="1"/>
          </p:cNvSpPr>
          <p:nvPr>
            <p:ph type="ftr" sz="quarter" idx="11"/>
          </p:nvPr>
        </p:nvSpPr>
        <p:spPr/>
        <p:txBody>
          <a:bodyPr/>
          <a:lstStyle/>
          <a:p>
            <a:endParaRPr lang="en-SG"/>
          </a:p>
        </p:txBody>
      </p:sp>
      <p:sp>
        <p:nvSpPr>
          <p:cNvPr id="7" name="Slide Number Placeholder 6">
            <a:extLst>
              <a:ext uri="{FF2B5EF4-FFF2-40B4-BE49-F238E27FC236}">
                <a16:creationId xmlns:a16="http://schemas.microsoft.com/office/drawing/2014/main" id="{8C7A5479-C27D-45D9-AE08-EE452A49D1D6}"/>
              </a:ext>
            </a:extLst>
          </p:cNvPr>
          <p:cNvSpPr>
            <a:spLocks noGrp="1"/>
          </p:cNvSpPr>
          <p:nvPr>
            <p:ph type="sldNum" sz="quarter" idx="12"/>
          </p:nvPr>
        </p:nvSpPr>
        <p:spPr/>
        <p:txBody>
          <a:bodyPr/>
          <a:lstStyle/>
          <a:p>
            <a:fld id="{C3874EC8-7A34-473C-985C-63460AF7DDB5}" type="slidenum">
              <a:rPr lang="en-SG" smtClean="0"/>
              <a:t>‹#›</a:t>
            </a:fld>
            <a:endParaRPr lang="en-SG"/>
          </a:p>
        </p:txBody>
      </p:sp>
    </p:spTree>
    <p:extLst>
      <p:ext uri="{BB962C8B-B14F-4D97-AF65-F5344CB8AC3E}">
        <p14:creationId xmlns:p14="http://schemas.microsoft.com/office/powerpoint/2010/main" val="9380263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7A4891-15D3-4754-84C2-E5543F06473E}"/>
              </a:ext>
            </a:extLst>
          </p:cNvPr>
          <p:cNvSpPr>
            <a:spLocks noGrp="1"/>
          </p:cNvSpPr>
          <p:nvPr>
            <p:ph type="title"/>
          </p:nvPr>
        </p:nvSpPr>
        <p:spPr>
          <a:xfrm>
            <a:off x="839788" y="365125"/>
            <a:ext cx="10515600" cy="1325563"/>
          </a:xfrm>
        </p:spPr>
        <p:txBody>
          <a:bodyPr/>
          <a:lstStyle/>
          <a:p>
            <a:r>
              <a:rPr lang="en-US"/>
              <a:t>Click to edit Master title style</a:t>
            </a:r>
            <a:endParaRPr lang="en-SG"/>
          </a:p>
        </p:txBody>
      </p:sp>
      <p:sp>
        <p:nvSpPr>
          <p:cNvPr id="3" name="Text Placeholder 2">
            <a:extLst>
              <a:ext uri="{FF2B5EF4-FFF2-40B4-BE49-F238E27FC236}">
                <a16:creationId xmlns:a16="http://schemas.microsoft.com/office/drawing/2014/main" id="{11F4E125-0BF0-46DA-AE52-B6C10FC94CF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17377E3B-ACAA-4F9F-8D86-14B8758E62FE}"/>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5" name="Text Placeholder 4">
            <a:extLst>
              <a:ext uri="{FF2B5EF4-FFF2-40B4-BE49-F238E27FC236}">
                <a16:creationId xmlns:a16="http://schemas.microsoft.com/office/drawing/2014/main" id="{749E3A2A-3233-44D6-AF71-16EEA602A20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E513C41A-D68A-46DA-855E-E1D8D4885EBB}"/>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7" name="Date Placeholder 6">
            <a:extLst>
              <a:ext uri="{FF2B5EF4-FFF2-40B4-BE49-F238E27FC236}">
                <a16:creationId xmlns:a16="http://schemas.microsoft.com/office/drawing/2014/main" id="{2ACD9258-6F83-419D-9540-19D71D803B18}"/>
              </a:ext>
            </a:extLst>
          </p:cNvPr>
          <p:cNvSpPr>
            <a:spLocks noGrp="1"/>
          </p:cNvSpPr>
          <p:nvPr>
            <p:ph type="dt" sz="half" idx="10"/>
          </p:nvPr>
        </p:nvSpPr>
        <p:spPr/>
        <p:txBody>
          <a:bodyPr/>
          <a:lstStyle/>
          <a:p>
            <a:fld id="{4D0E5ED6-F25D-41F1-AAC9-E78DC995B25D}" type="datetimeFigureOut">
              <a:rPr lang="en-SG" smtClean="0"/>
              <a:t>8/4/2020</a:t>
            </a:fld>
            <a:endParaRPr lang="en-SG"/>
          </a:p>
        </p:txBody>
      </p:sp>
      <p:sp>
        <p:nvSpPr>
          <p:cNvPr id="8" name="Footer Placeholder 7">
            <a:extLst>
              <a:ext uri="{FF2B5EF4-FFF2-40B4-BE49-F238E27FC236}">
                <a16:creationId xmlns:a16="http://schemas.microsoft.com/office/drawing/2014/main" id="{E7564971-15B4-4DC3-B2CB-00DCE6E60C9F}"/>
              </a:ext>
            </a:extLst>
          </p:cNvPr>
          <p:cNvSpPr>
            <a:spLocks noGrp="1"/>
          </p:cNvSpPr>
          <p:nvPr>
            <p:ph type="ftr" sz="quarter" idx="11"/>
          </p:nvPr>
        </p:nvSpPr>
        <p:spPr/>
        <p:txBody>
          <a:bodyPr/>
          <a:lstStyle/>
          <a:p>
            <a:endParaRPr lang="en-SG"/>
          </a:p>
        </p:txBody>
      </p:sp>
      <p:sp>
        <p:nvSpPr>
          <p:cNvPr id="9" name="Slide Number Placeholder 8">
            <a:extLst>
              <a:ext uri="{FF2B5EF4-FFF2-40B4-BE49-F238E27FC236}">
                <a16:creationId xmlns:a16="http://schemas.microsoft.com/office/drawing/2014/main" id="{DDABA4FE-DF9D-40D9-82D2-6D0F00B268DF}"/>
              </a:ext>
            </a:extLst>
          </p:cNvPr>
          <p:cNvSpPr>
            <a:spLocks noGrp="1"/>
          </p:cNvSpPr>
          <p:nvPr>
            <p:ph type="sldNum" sz="quarter" idx="12"/>
          </p:nvPr>
        </p:nvSpPr>
        <p:spPr/>
        <p:txBody>
          <a:bodyPr/>
          <a:lstStyle/>
          <a:p>
            <a:fld id="{C3874EC8-7A34-473C-985C-63460AF7DDB5}" type="slidenum">
              <a:rPr lang="en-SG" smtClean="0"/>
              <a:t>‹#›</a:t>
            </a:fld>
            <a:endParaRPr lang="en-SG"/>
          </a:p>
        </p:txBody>
      </p:sp>
    </p:spTree>
    <p:extLst>
      <p:ext uri="{BB962C8B-B14F-4D97-AF65-F5344CB8AC3E}">
        <p14:creationId xmlns:p14="http://schemas.microsoft.com/office/powerpoint/2010/main" val="1202637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A1FC2B-977A-40CD-9CC9-22479607B315}"/>
              </a:ext>
            </a:extLst>
          </p:cNvPr>
          <p:cNvSpPr>
            <a:spLocks noGrp="1"/>
          </p:cNvSpPr>
          <p:nvPr>
            <p:ph type="title"/>
          </p:nvPr>
        </p:nvSpPr>
        <p:spPr/>
        <p:txBody>
          <a:bodyPr/>
          <a:lstStyle/>
          <a:p>
            <a:r>
              <a:rPr lang="en-US"/>
              <a:t>Click to edit Master title style</a:t>
            </a:r>
            <a:endParaRPr lang="en-SG"/>
          </a:p>
        </p:txBody>
      </p:sp>
      <p:sp>
        <p:nvSpPr>
          <p:cNvPr id="3" name="Date Placeholder 2">
            <a:extLst>
              <a:ext uri="{FF2B5EF4-FFF2-40B4-BE49-F238E27FC236}">
                <a16:creationId xmlns:a16="http://schemas.microsoft.com/office/drawing/2014/main" id="{A6BA7718-914F-4E13-AC0C-C7C5BE9FCD1A}"/>
              </a:ext>
            </a:extLst>
          </p:cNvPr>
          <p:cNvSpPr>
            <a:spLocks noGrp="1"/>
          </p:cNvSpPr>
          <p:nvPr>
            <p:ph type="dt" sz="half" idx="10"/>
          </p:nvPr>
        </p:nvSpPr>
        <p:spPr/>
        <p:txBody>
          <a:bodyPr/>
          <a:lstStyle/>
          <a:p>
            <a:fld id="{4D0E5ED6-F25D-41F1-AAC9-E78DC995B25D}" type="datetimeFigureOut">
              <a:rPr lang="en-SG" smtClean="0"/>
              <a:t>8/4/2020</a:t>
            </a:fld>
            <a:endParaRPr lang="en-SG"/>
          </a:p>
        </p:txBody>
      </p:sp>
      <p:sp>
        <p:nvSpPr>
          <p:cNvPr id="4" name="Footer Placeholder 3">
            <a:extLst>
              <a:ext uri="{FF2B5EF4-FFF2-40B4-BE49-F238E27FC236}">
                <a16:creationId xmlns:a16="http://schemas.microsoft.com/office/drawing/2014/main" id="{A970CF05-D59E-4AF3-842B-7C757C16A0B8}"/>
              </a:ext>
            </a:extLst>
          </p:cNvPr>
          <p:cNvSpPr>
            <a:spLocks noGrp="1"/>
          </p:cNvSpPr>
          <p:nvPr>
            <p:ph type="ftr" sz="quarter" idx="11"/>
          </p:nvPr>
        </p:nvSpPr>
        <p:spPr/>
        <p:txBody>
          <a:bodyPr/>
          <a:lstStyle/>
          <a:p>
            <a:endParaRPr lang="en-SG"/>
          </a:p>
        </p:txBody>
      </p:sp>
      <p:sp>
        <p:nvSpPr>
          <p:cNvPr id="5" name="Slide Number Placeholder 4">
            <a:extLst>
              <a:ext uri="{FF2B5EF4-FFF2-40B4-BE49-F238E27FC236}">
                <a16:creationId xmlns:a16="http://schemas.microsoft.com/office/drawing/2014/main" id="{96A77DE9-3557-46EE-B523-7207E0EA6073}"/>
              </a:ext>
            </a:extLst>
          </p:cNvPr>
          <p:cNvSpPr>
            <a:spLocks noGrp="1"/>
          </p:cNvSpPr>
          <p:nvPr>
            <p:ph type="sldNum" sz="quarter" idx="12"/>
          </p:nvPr>
        </p:nvSpPr>
        <p:spPr/>
        <p:txBody>
          <a:bodyPr/>
          <a:lstStyle/>
          <a:p>
            <a:fld id="{C3874EC8-7A34-473C-985C-63460AF7DDB5}" type="slidenum">
              <a:rPr lang="en-SG" smtClean="0"/>
              <a:t>‹#›</a:t>
            </a:fld>
            <a:endParaRPr lang="en-SG"/>
          </a:p>
        </p:txBody>
      </p:sp>
    </p:spTree>
    <p:extLst>
      <p:ext uri="{BB962C8B-B14F-4D97-AF65-F5344CB8AC3E}">
        <p14:creationId xmlns:p14="http://schemas.microsoft.com/office/powerpoint/2010/main" val="4131545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9549786-F49C-4973-8751-25E29B2A0071}"/>
              </a:ext>
            </a:extLst>
          </p:cNvPr>
          <p:cNvSpPr>
            <a:spLocks noGrp="1"/>
          </p:cNvSpPr>
          <p:nvPr>
            <p:ph type="dt" sz="half" idx="10"/>
          </p:nvPr>
        </p:nvSpPr>
        <p:spPr/>
        <p:txBody>
          <a:bodyPr/>
          <a:lstStyle/>
          <a:p>
            <a:fld id="{4D0E5ED6-F25D-41F1-AAC9-E78DC995B25D}" type="datetimeFigureOut">
              <a:rPr lang="en-SG" smtClean="0"/>
              <a:t>8/4/2020</a:t>
            </a:fld>
            <a:endParaRPr lang="en-SG"/>
          </a:p>
        </p:txBody>
      </p:sp>
      <p:sp>
        <p:nvSpPr>
          <p:cNvPr id="3" name="Footer Placeholder 2">
            <a:extLst>
              <a:ext uri="{FF2B5EF4-FFF2-40B4-BE49-F238E27FC236}">
                <a16:creationId xmlns:a16="http://schemas.microsoft.com/office/drawing/2014/main" id="{6271183E-762E-4B73-9B17-A3DA24F18521}"/>
              </a:ext>
            </a:extLst>
          </p:cNvPr>
          <p:cNvSpPr>
            <a:spLocks noGrp="1"/>
          </p:cNvSpPr>
          <p:nvPr>
            <p:ph type="ftr" sz="quarter" idx="11"/>
          </p:nvPr>
        </p:nvSpPr>
        <p:spPr/>
        <p:txBody>
          <a:bodyPr/>
          <a:lstStyle/>
          <a:p>
            <a:endParaRPr lang="en-SG"/>
          </a:p>
        </p:txBody>
      </p:sp>
      <p:sp>
        <p:nvSpPr>
          <p:cNvPr id="4" name="Slide Number Placeholder 3">
            <a:extLst>
              <a:ext uri="{FF2B5EF4-FFF2-40B4-BE49-F238E27FC236}">
                <a16:creationId xmlns:a16="http://schemas.microsoft.com/office/drawing/2014/main" id="{D4FB1A84-DF94-4F99-A49C-B03B19E00320}"/>
              </a:ext>
            </a:extLst>
          </p:cNvPr>
          <p:cNvSpPr>
            <a:spLocks noGrp="1"/>
          </p:cNvSpPr>
          <p:nvPr>
            <p:ph type="sldNum" sz="quarter" idx="12"/>
          </p:nvPr>
        </p:nvSpPr>
        <p:spPr/>
        <p:txBody>
          <a:bodyPr/>
          <a:lstStyle/>
          <a:p>
            <a:fld id="{C3874EC8-7A34-473C-985C-63460AF7DDB5}" type="slidenum">
              <a:rPr lang="en-SG" smtClean="0"/>
              <a:t>‹#›</a:t>
            </a:fld>
            <a:endParaRPr lang="en-SG"/>
          </a:p>
        </p:txBody>
      </p:sp>
    </p:spTree>
    <p:extLst>
      <p:ext uri="{BB962C8B-B14F-4D97-AF65-F5344CB8AC3E}">
        <p14:creationId xmlns:p14="http://schemas.microsoft.com/office/powerpoint/2010/main" val="12066350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D4D841-3D44-423C-91C3-F7A515D00F1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SG"/>
          </a:p>
        </p:txBody>
      </p:sp>
      <p:sp>
        <p:nvSpPr>
          <p:cNvPr id="3" name="Content Placeholder 2">
            <a:extLst>
              <a:ext uri="{FF2B5EF4-FFF2-40B4-BE49-F238E27FC236}">
                <a16:creationId xmlns:a16="http://schemas.microsoft.com/office/drawing/2014/main" id="{ED5C97E8-4AF6-4659-BEA1-898853C4E17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Text Placeholder 3">
            <a:extLst>
              <a:ext uri="{FF2B5EF4-FFF2-40B4-BE49-F238E27FC236}">
                <a16:creationId xmlns:a16="http://schemas.microsoft.com/office/drawing/2014/main" id="{6494655B-56F3-4B61-A474-67D86A379F3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CB0E7BC3-2791-4AB5-ADAE-0C7F4E707D9A}"/>
              </a:ext>
            </a:extLst>
          </p:cNvPr>
          <p:cNvSpPr>
            <a:spLocks noGrp="1"/>
          </p:cNvSpPr>
          <p:nvPr>
            <p:ph type="dt" sz="half" idx="10"/>
          </p:nvPr>
        </p:nvSpPr>
        <p:spPr/>
        <p:txBody>
          <a:bodyPr/>
          <a:lstStyle/>
          <a:p>
            <a:fld id="{4D0E5ED6-F25D-41F1-AAC9-E78DC995B25D}" type="datetimeFigureOut">
              <a:rPr lang="en-SG" smtClean="0"/>
              <a:t>8/4/2020</a:t>
            </a:fld>
            <a:endParaRPr lang="en-SG"/>
          </a:p>
        </p:txBody>
      </p:sp>
      <p:sp>
        <p:nvSpPr>
          <p:cNvPr id="6" name="Footer Placeholder 5">
            <a:extLst>
              <a:ext uri="{FF2B5EF4-FFF2-40B4-BE49-F238E27FC236}">
                <a16:creationId xmlns:a16="http://schemas.microsoft.com/office/drawing/2014/main" id="{68C31823-8CDE-4274-A19F-1E39E5E07967}"/>
              </a:ext>
            </a:extLst>
          </p:cNvPr>
          <p:cNvSpPr>
            <a:spLocks noGrp="1"/>
          </p:cNvSpPr>
          <p:nvPr>
            <p:ph type="ftr" sz="quarter" idx="11"/>
          </p:nvPr>
        </p:nvSpPr>
        <p:spPr/>
        <p:txBody>
          <a:bodyPr/>
          <a:lstStyle/>
          <a:p>
            <a:endParaRPr lang="en-SG"/>
          </a:p>
        </p:txBody>
      </p:sp>
      <p:sp>
        <p:nvSpPr>
          <p:cNvPr id="7" name="Slide Number Placeholder 6">
            <a:extLst>
              <a:ext uri="{FF2B5EF4-FFF2-40B4-BE49-F238E27FC236}">
                <a16:creationId xmlns:a16="http://schemas.microsoft.com/office/drawing/2014/main" id="{A5FF46A9-8465-4B40-86FD-D275335D3C4C}"/>
              </a:ext>
            </a:extLst>
          </p:cNvPr>
          <p:cNvSpPr>
            <a:spLocks noGrp="1"/>
          </p:cNvSpPr>
          <p:nvPr>
            <p:ph type="sldNum" sz="quarter" idx="12"/>
          </p:nvPr>
        </p:nvSpPr>
        <p:spPr/>
        <p:txBody>
          <a:bodyPr/>
          <a:lstStyle/>
          <a:p>
            <a:fld id="{C3874EC8-7A34-473C-985C-63460AF7DDB5}" type="slidenum">
              <a:rPr lang="en-SG" smtClean="0"/>
              <a:t>‹#›</a:t>
            </a:fld>
            <a:endParaRPr lang="en-SG"/>
          </a:p>
        </p:txBody>
      </p:sp>
    </p:spTree>
    <p:extLst>
      <p:ext uri="{BB962C8B-B14F-4D97-AF65-F5344CB8AC3E}">
        <p14:creationId xmlns:p14="http://schemas.microsoft.com/office/powerpoint/2010/main" val="28829404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D54D9A-D792-4F7E-AA19-63A97B96C28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SG"/>
          </a:p>
        </p:txBody>
      </p:sp>
      <p:sp>
        <p:nvSpPr>
          <p:cNvPr id="3" name="Picture Placeholder 2">
            <a:extLst>
              <a:ext uri="{FF2B5EF4-FFF2-40B4-BE49-F238E27FC236}">
                <a16:creationId xmlns:a16="http://schemas.microsoft.com/office/drawing/2014/main" id="{517937E6-2053-48FC-B428-429E20BDE7B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SG"/>
          </a:p>
        </p:txBody>
      </p:sp>
      <p:sp>
        <p:nvSpPr>
          <p:cNvPr id="4" name="Text Placeholder 3">
            <a:extLst>
              <a:ext uri="{FF2B5EF4-FFF2-40B4-BE49-F238E27FC236}">
                <a16:creationId xmlns:a16="http://schemas.microsoft.com/office/drawing/2014/main" id="{B91DE880-7950-4911-AC27-4B0D372E7AC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692A2BD9-F85B-45B4-91FB-9240F62DDC59}"/>
              </a:ext>
            </a:extLst>
          </p:cNvPr>
          <p:cNvSpPr>
            <a:spLocks noGrp="1"/>
          </p:cNvSpPr>
          <p:nvPr>
            <p:ph type="dt" sz="half" idx="10"/>
          </p:nvPr>
        </p:nvSpPr>
        <p:spPr/>
        <p:txBody>
          <a:bodyPr/>
          <a:lstStyle/>
          <a:p>
            <a:fld id="{4D0E5ED6-F25D-41F1-AAC9-E78DC995B25D}" type="datetimeFigureOut">
              <a:rPr lang="en-SG" smtClean="0"/>
              <a:t>8/4/2020</a:t>
            </a:fld>
            <a:endParaRPr lang="en-SG"/>
          </a:p>
        </p:txBody>
      </p:sp>
      <p:sp>
        <p:nvSpPr>
          <p:cNvPr id="6" name="Footer Placeholder 5">
            <a:extLst>
              <a:ext uri="{FF2B5EF4-FFF2-40B4-BE49-F238E27FC236}">
                <a16:creationId xmlns:a16="http://schemas.microsoft.com/office/drawing/2014/main" id="{6FA3668D-7030-4594-8DC9-C9B44E451DD8}"/>
              </a:ext>
            </a:extLst>
          </p:cNvPr>
          <p:cNvSpPr>
            <a:spLocks noGrp="1"/>
          </p:cNvSpPr>
          <p:nvPr>
            <p:ph type="ftr" sz="quarter" idx="11"/>
          </p:nvPr>
        </p:nvSpPr>
        <p:spPr/>
        <p:txBody>
          <a:bodyPr/>
          <a:lstStyle/>
          <a:p>
            <a:endParaRPr lang="en-SG"/>
          </a:p>
        </p:txBody>
      </p:sp>
      <p:sp>
        <p:nvSpPr>
          <p:cNvPr id="7" name="Slide Number Placeholder 6">
            <a:extLst>
              <a:ext uri="{FF2B5EF4-FFF2-40B4-BE49-F238E27FC236}">
                <a16:creationId xmlns:a16="http://schemas.microsoft.com/office/drawing/2014/main" id="{7FE3C865-F7B5-4870-8694-ED39F9CA476A}"/>
              </a:ext>
            </a:extLst>
          </p:cNvPr>
          <p:cNvSpPr>
            <a:spLocks noGrp="1"/>
          </p:cNvSpPr>
          <p:nvPr>
            <p:ph type="sldNum" sz="quarter" idx="12"/>
          </p:nvPr>
        </p:nvSpPr>
        <p:spPr/>
        <p:txBody>
          <a:bodyPr/>
          <a:lstStyle/>
          <a:p>
            <a:fld id="{C3874EC8-7A34-473C-985C-63460AF7DDB5}" type="slidenum">
              <a:rPr lang="en-SG" smtClean="0"/>
              <a:t>‹#›</a:t>
            </a:fld>
            <a:endParaRPr lang="en-SG"/>
          </a:p>
        </p:txBody>
      </p:sp>
    </p:spTree>
    <p:extLst>
      <p:ext uri="{BB962C8B-B14F-4D97-AF65-F5344CB8AC3E}">
        <p14:creationId xmlns:p14="http://schemas.microsoft.com/office/powerpoint/2010/main" val="5460166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19EC3D-9000-436C-BBFF-06FD2E29A6F5}"/>
              </a:ext>
            </a:extLst>
          </p:cNvPr>
          <p:cNvSpPr>
            <a:spLocks noGrp="1"/>
          </p:cNvSpPr>
          <p:nvPr>
            <p:ph type="title"/>
          </p:nvPr>
        </p:nvSpPr>
        <p:spPr/>
        <p:txBody>
          <a:bodyPr/>
          <a:lstStyle/>
          <a:p>
            <a:r>
              <a:rPr lang="en-US"/>
              <a:t>Click to edit Master title style</a:t>
            </a:r>
            <a:endParaRPr lang="en-SG"/>
          </a:p>
        </p:txBody>
      </p:sp>
      <p:sp>
        <p:nvSpPr>
          <p:cNvPr id="3" name="Vertical Text Placeholder 2">
            <a:extLst>
              <a:ext uri="{FF2B5EF4-FFF2-40B4-BE49-F238E27FC236}">
                <a16:creationId xmlns:a16="http://schemas.microsoft.com/office/drawing/2014/main" id="{F4E3804C-57F6-4D6F-88D1-0FD3BE6F1F0D}"/>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8A74962E-FC03-49B4-8F16-72F0A6D13434}"/>
              </a:ext>
            </a:extLst>
          </p:cNvPr>
          <p:cNvSpPr>
            <a:spLocks noGrp="1"/>
          </p:cNvSpPr>
          <p:nvPr>
            <p:ph type="dt" sz="half" idx="10"/>
          </p:nvPr>
        </p:nvSpPr>
        <p:spPr/>
        <p:txBody>
          <a:bodyPr/>
          <a:lstStyle/>
          <a:p>
            <a:fld id="{4D0E5ED6-F25D-41F1-AAC9-E78DC995B25D}" type="datetimeFigureOut">
              <a:rPr lang="en-SG" smtClean="0"/>
              <a:t>8/4/2020</a:t>
            </a:fld>
            <a:endParaRPr lang="en-SG"/>
          </a:p>
        </p:txBody>
      </p:sp>
      <p:sp>
        <p:nvSpPr>
          <p:cNvPr id="5" name="Footer Placeholder 4">
            <a:extLst>
              <a:ext uri="{FF2B5EF4-FFF2-40B4-BE49-F238E27FC236}">
                <a16:creationId xmlns:a16="http://schemas.microsoft.com/office/drawing/2014/main" id="{5E696B7B-C59A-47E6-A797-2064020725BC}"/>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2A727256-871B-433F-8D7F-15EAF8E9354F}"/>
              </a:ext>
            </a:extLst>
          </p:cNvPr>
          <p:cNvSpPr>
            <a:spLocks noGrp="1"/>
          </p:cNvSpPr>
          <p:nvPr>
            <p:ph type="sldNum" sz="quarter" idx="12"/>
          </p:nvPr>
        </p:nvSpPr>
        <p:spPr/>
        <p:txBody>
          <a:bodyPr/>
          <a:lstStyle/>
          <a:p>
            <a:fld id="{C3874EC8-7A34-473C-985C-63460AF7DDB5}" type="slidenum">
              <a:rPr lang="en-SG" smtClean="0"/>
              <a:t>‹#›</a:t>
            </a:fld>
            <a:endParaRPr lang="en-SG"/>
          </a:p>
        </p:txBody>
      </p:sp>
    </p:spTree>
    <p:extLst>
      <p:ext uri="{BB962C8B-B14F-4D97-AF65-F5344CB8AC3E}">
        <p14:creationId xmlns:p14="http://schemas.microsoft.com/office/powerpoint/2010/main" val="4940916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86E79DC-D4AB-4EF5-AD3D-FEF8208239C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SG"/>
          </a:p>
        </p:txBody>
      </p:sp>
      <p:sp>
        <p:nvSpPr>
          <p:cNvPr id="3" name="Vertical Text Placeholder 2">
            <a:extLst>
              <a:ext uri="{FF2B5EF4-FFF2-40B4-BE49-F238E27FC236}">
                <a16:creationId xmlns:a16="http://schemas.microsoft.com/office/drawing/2014/main" id="{2D9851C7-3427-41D1-A1F2-6C3D09DD51B7}"/>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0C5323B8-0D9A-406A-9FB6-2441F678D650}"/>
              </a:ext>
            </a:extLst>
          </p:cNvPr>
          <p:cNvSpPr>
            <a:spLocks noGrp="1"/>
          </p:cNvSpPr>
          <p:nvPr>
            <p:ph type="dt" sz="half" idx="10"/>
          </p:nvPr>
        </p:nvSpPr>
        <p:spPr/>
        <p:txBody>
          <a:bodyPr/>
          <a:lstStyle/>
          <a:p>
            <a:fld id="{4D0E5ED6-F25D-41F1-AAC9-E78DC995B25D}" type="datetimeFigureOut">
              <a:rPr lang="en-SG" smtClean="0"/>
              <a:t>8/4/2020</a:t>
            </a:fld>
            <a:endParaRPr lang="en-SG"/>
          </a:p>
        </p:txBody>
      </p:sp>
      <p:sp>
        <p:nvSpPr>
          <p:cNvPr id="5" name="Footer Placeholder 4">
            <a:extLst>
              <a:ext uri="{FF2B5EF4-FFF2-40B4-BE49-F238E27FC236}">
                <a16:creationId xmlns:a16="http://schemas.microsoft.com/office/drawing/2014/main" id="{8F1172E5-006A-4155-9842-087F938A78D6}"/>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E73F49D6-B941-48B9-94A0-5AC0211F88D0}"/>
              </a:ext>
            </a:extLst>
          </p:cNvPr>
          <p:cNvSpPr>
            <a:spLocks noGrp="1"/>
          </p:cNvSpPr>
          <p:nvPr>
            <p:ph type="sldNum" sz="quarter" idx="12"/>
          </p:nvPr>
        </p:nvSpPr>
        <p:spPr/>
        <p:txBody>
          <a:bodyPr/>
          <a:lstStyle/>
          <a:p>
            <a:fld id="{C3874EC8-7A34-473C-985C-63460AF7DDB5}" type="slidenum">
              <a:rPr lang="en-SG" smtClean="0"/>
              <a:t>‹#›</a:t>
            </a:fld>
            <a:endParaRPr lang="en-SG"/>
          </a:p>
        </p:txBody>
      </p:sp>
    </p:spTree>
    <p:extLst>
      <p:ext uri="{BB962C8B-B14F-4D97-AF65-F5344CB8AC3E}">
        <p14:creationId xmlns:p14="http://schemas.microsoft.com/office/powerpoint/2010/main" val="9872121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525C447-9B03-43B9-828E-4720858298B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SG"/>
          </a:p>
        </p:txBody>
      </p:sp>
      <p:sp>
        <p:nvSpPr>
          <p:cNvPr id="3" name="Text Placeholder 2">
            <a:extLst>
              <a:ext uri="{FF2B5EF4-FFF2-40B4-BE49-F238E27FC236}">
                <a16:creationId xmlns:a16="http://schemas.microsoft.com/office/drawing/2014/main" id="{869C0CED-A812-4110-9DA5-48D7C03E67D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3C160008-9FE4-4F40-8C1A-C5DDCF6A2E2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D0E5ED6-F25D-41F1-AAC9-E78DC995B25D}" type="datetimeFigureOut">
              <a:rPr lang="en-SG" smtClean="0"/>
              <a:t>8/4/2020</a:t>
            </a:fld>
            <a:endParaRPr lang="en-SG"/>
          </a:p>
        </p:txBody>
      </p:sp>
      <p:sp>
        <p:nvSpPr>
          <p:cNvPr id="5" name="Footer Placeholder 4">
            <a:extLst>
              <a:ext uri="{FF2B5EF4-FFF2-40B4-BE49-F238E27FC236}">
                <a16:creationId xmlns:a16="http://schemas.microsoft.com/office/drawing/2014/main" id="{8D7D3F37-DD31-4315-B770-3F9CFD21FDB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SG"/>
          </a:p>
        </p:txBody>
      </p:sp>
      <p:sp>
        <p:nvSpPr>
          <p:cNvPr id="6" name="Slide Number Placeholder 5">
            <a:extLst>
              <a:ext uri="{FF2B5EF4-FFF2-40B4-BE49-F238E27FC236}">
                <a16:creationId xmlns:a16="http://schemas.microsoft.com/office/drawing/2014/main" id="{83BE67E0-94D2-47F8-BE7F-19DE87874CC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3874EC8-7A34-473C-985C-63460AF7DDB5}" type="slidenum">
              <a:rPr lang="en-SG" smtClean="0"/>
              <a:t>‹#›</a:t>
            </a:fld>
            <a:endParaRPr lang="en-SG"/>
          </a:p>
        </p:txBody>
      </p:sp>
    </p:spTree>
    <p:extLst>
      <p:ext uri="{BB962C8B-B14F-4D97-AF65-F5344CB8AC3E}">
        <p14:creationId xmlns:p14="http://schemas.microsoft.com/office/powerpoint/2010/main" val="23682894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28.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29.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2.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37.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Layout" Target="../slideLayouts/slideLayout2.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diagramLayout" Target="../diagrams/layout9.xml"/><Relationship Id="rId2" Type="http://schemas.openxmlformats.org/officeDocument/2006/relationships/diagramData" Target="../diagrams/data9.xml"/><Relationship Id="rId1" Type="http://schemas.openxmlformats.org/officeDocument/2006/relationships/slideLayout" Target="../slideLayouts/slideLayout2.xml"/><Relationship Id="rId6" Type="http://schemas.microsoft.com/office/2007/relationships/diagramDrawing" Target="../diagrams/drawing9.xml"/><Relationship Id="rId5" Type="http://schemas.openxmlformats.org/officeDocument/2006/relationships/diagramColors" Target="../diagrams/colors9.xml"/><Relationship Id="rId4" Type="http://schemas.openxmlformats.org/officeDocument/2006/relationships/diagramQuickStyle" Target="../diagrams/quickStyle9.xml"/></Relationships>
</file>

<file path=ppt/slides/_rels/slide40.xml.rels><?xml version="1.0" encoding="UTF-8" standalone="yes"?>
<Relationships xmlns="http://schemas.openxmlformats.org/package/2006/relationships"><Relationship Id="rId3" Type="http://schemas.openxmlformats.org/officeDocument/2006/relationships/diagramLayout" Target="../diagrams/layout10.xml"/><Relationship Id="rId2" Type="http://schemas.openxmlformats.org/officeDocument/2006/relationships/diagramData" Target="../diagrams/data10.xml"/><Relationship Id="rId1" Type="http://schemas.openxmlformats.org/officeDocument/2006/relationships/slideLayout" Target="../slideLayouts/slideLayout2.xml"/><Relationship Id="rId6" Type="http://schemas.microsoft.com/office/2007/relationships/diagramDrawing" Target="../diagrams/drawing10.xml"/><Relationship Id="rId5" Type="http://schemas.openxmlformats.org/officeDocument/2006/relationships/diagramColors" Target="../diagrams/colors10.xml"/><Relationship Id="rId4" Type="http://schemas.openxmlformats.org/officeDocument/2006/relationships/diagramQuickStyle" Target="../diagrams/quickStyle10.xml"/></Relationships>
</file>

<file path=ppt/slides/_rels/slide41.xml.rels><?xml version="1.0" encoding="UTF-8" standalone="yes"?>
<Relationships xmlns="http://schemas.openxmlformats.org/package/2006/relationships"><Relationship Id="rId3" Type="http://schemas.openxmlformats.org/officeDocument/2006/relationships/diagramLayout" Target="../diagrams/layout11.xml"/><Relationship Id="rId2" Type="http://schemas.openxmlformats.org/officeDocument/2006/relationships/diagramData" Target="../diagrams/data11.xml"/><Relationship Id="rId1" Type="http://schemas.openxmlformats.org/officeDocument/2006/relationships/slideLayout" Target="../slideLayouts/slideLayout2.xml"/><Relationship Id="rId6" Type="http://schemas.microsoft.com/office/2007/relationships/diagramDrawing" Target="../diagrams/drawing11.xml"/><Relationship Id="rId5" Type="http://schemas.openxmlformats.org/officeDocument/2006/relationships/diagramColors" Target="../diagrams/colors11.xml"/><Relationship Id="rId4" Type="http://schemas.openxmlformats.org/officeDocument/2006/relationships/diagramQuickStyle" Target="../diagrams/quickStyle1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52AD23-F2F8-4063-BECD-46D330AE9465}"/>
              </a:ext>
            </a:extLst>
          </p:cNvPr>
          <p:cNvSpPr>
            <a:spLocks noGrp="1"/>
          </p:cNvSpPr>
          <p:nvPr>
            <p:ph type="ctrTitle"/>
          </p:nvPr>
        </p:nvSpPr>
        <p:spPr/>
        <p:txBody>
          <a:bodyPr/>
          <a:lstStyle/>
          <a:p>
            <a:r>
              <a:rPr lang="en-SG" dirty="0"/>
              <a:t>Digital Business and               E-Commerce Management</a:t>
            </a:r>
          </a:p>
        </p:txBody>
      </p:sp>
      <p:sp>
        <p:nvSpPr>
          <p:cNvPr id="3" name="TextBox 2">
            <a:extLst>
              <a:ext uri="{FF2B5EF4-FFF2-40B4-BE49-F238E27FC236}">
                <a16:creationId xmlns:a16="http://schemas.microsoft.com/office/drawing/2014/main" id="{F41BFC50-F776-4C51-876C-0FBE15360ED2}"/>
              </a:ext>
            </a:extLst>
          </p:cNvPr>
          <p:cNvSpPr txBox="1"/>
          <p:nvPr/>
        </p:nvSpPr>
        <p:spPr>
          <a:xfrm>
            <a:off x="895350" y="4457700"/>
            <a:ext cx="10848975" cy="1384995"/>
          </a:xfrm>
          <a:prstGeom prst="rect">
            <a:avLst/>
          </a:prstGeom>
          <a:noFill/>
        </p:spPr>
        <p:txBody>
          <a:bodyPr wrap="square" rtlCol="0">
            <a:spAutoFit/>
          </a:bodyPr>
          <a:lstStyle/>
          <a:p>
            <a:pPr algn="ctr"/>
            <a:r>
              <a:rPr lang="en-SG" sz="4800" dirty="0">
                <a:latin typeface="Abadi" panose="020B0604020202020204" pitchFamily="34" charset="0"/>
              </a:rPr>
              <a:t>Lesson 3</a:t>
            </a:r>
          </a:p>
          <a:p>
            <a:pPr algn="ctr"/>
            <a:r>
              <a:rPr lang="en-SG" sz="3600" dirty="0">
                <a:latin typeface="Abadi" panose="020B0604020202020204" pitchFamily="34" charset="0"/>
              </a:rPr>
              <a:t>Managing Digital Business Infrastructure</a:t>
            </a:r>
          </a:p>
        </p:txBody>
      </p:sp>
    </p:spTree>
    <p:extLst>
      <p:ext uri="{BB962C8B-B14F-4D97-AF65-F5344CB8AC3E}">
        <p14:creationId xmlns:p14="http://schemas.microsoft.com/office/powerpoint/2010/main" val="285614362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72F88A-68F7-4655-8A42-CD311E858579}"/>
              </a:ext>
            </a:extLst>
          </p:cNvPr>
          <p:cNvSpPr>
            <a:spLocks noGrp="1"/>
          </p:cNvSpPr>
          <p:nvPr>
            <p:ph type="title"/>
          </p:nvPr>
        </p:nvSpPr>
        <p:spPr>
          <a:xfrm>
            <a:off x="838200" y="365125"/>
            <a:ext cx="10515600" cy="1325563"/>
          </a:xfrm>
        </p:spPr>
        <p:txBody>
          <a:bodyPr>
            <a:normAutofit/>
          </a:bodyPr>
          <a:lstStyle/>
          <a:p>
            <a:r>
              <a:rPr lang="en-SG" dirty="0"/>
              <a:t>Managing Digital Business Infrastructure</a:t>
            </a:r>
            <a:endParaRPr lang="en-SG" dirty="0">
              <a:cs typeface="Calibri Light"/>
            </a:endParaRPr>
          </a:p>
        </p:txBody>
      </p:sp>
      <p:graphicFrame>
        <p:nvGraphicFramePr>
          <p:cNvPr id="5" name="Content Placeholder 2">
            <a:extLst>
              <a:ext uri="{FF2B5EF4-FFF2-40B4-BE49-F238E27FC236}">
                <a16:creationId xmlns:a16="http://schemas.microsoft.com/office/drawing/2014/main" id="{FB24A3A2-3D5D-4CFC-BF3A-96905B4B676A}"/>
              </a:ext>
            </a:extLst>
          </p:cNvPr>
          <p:cNvGraphicFramePr>
            <a:graphicFrameLocks noGrp="1"/>
          </p:cNvGraphicFramePr>
          <p:nvPr>
            <p:ph idx="1"/>
            <p:extLst>
              <p:ext uri="{D42A27DB-BD31-4B8C-83A1-F6EECF244321}">
                <p14:modId xmlns:p14="http://schemas.microsoft.com/office/powerpoint/2010/main" val="2500732895"/>
              </p:ext>
            </p:extLst>
          </p:nvPr>
        </p:nvGraphicFramePr>
        <p:xfrm>
          <a:off x="1914525" y="2794789"/>
          <a:ext cx="8934450" cy="369808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TextBox 3">
            <a:extLst>
              <a:ext uri="{FF2B5EF4-FFF2-40B4-BE49-F238E27FC236}">
                <a16:creationId xmlns:a16="http://schemas.microsoft.com/office/drawing/2014/main" id="{C85643B5-F188-4736-98E6-6F65F7AC6AE5}"/>
              </a:ext>
            </a:extLst>
          </p:cNvPr>
          <p:cNvSpPr txBox="1"/>
          <p:nvPr/>
        </p:nvSpPr>
        <p:spPr>
          <a:xfrm>
            <a:off x="1171575" y="1962150"/>
            <a:ext cx="8582025" cy="523220"/>
          </a:xfrm>
          <a:prstGeom prst="rect">
            <a:avLst/>
          </a:prstGeom>
          <a:noFill/>
        </p:spPr>
        <p:txBody>
          <a:bodyPr wrap="square" rtlCol="0">
            <a:spAutoFit/>
          </a:bodyPr>
          <a:lstStyle/>
          <a:p>
            <a:r>
              <a:rPr lang="en-SG" sz="2800" dirty="0"/>
              <a:t>At the end of the lesson, you will be able to:</a:t>
            </a:r>
          </a:p>
        </p:txBody>
      </p:sp>
    </p:spTree>
    <p:extLst>
      <p:ext uri="{BB962C8B-B14F-4D97-AF65-F5344CB8AC3E}">
        <p14:creationId xmlns:p14="http://schemas.microsoft.com/office/powerpoint/2010/main" val="37742958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AD339F-CD4B-4FCC-AADD-4449CCA42FB7}"/>
              </a:ext>
            </a:extLst>
          </p:cNvPr>
          <p:cNvSpPr>
            <a:spLocks noGrp="1"/>
          </p:cNvSpPr>
          <p:nvPr>
            <p:ph type="title"/>
          </p:nvPr>
        </p:nvSpPr>
        <p:spPr/>
        <p:txBody>
          <a:bodyPr/>
          <a:lstStyle/>
          <a:p>
            <a:r>
              <a:rPr lang="en-SG" dirty="0"/>
              <a:t>Activity 3.1</a:t>
            </a:r>
          </a:p>
        </p:txBody>
      </p:sp>
      <p:sp>
        <p:nvSpPr>
          <p:cNvPr id="3" name="Content Placeholder 2">
            <a:extLst>
              <a:ext uri="{FF2B5EF4-FFF2-40B4-BE49-F238E27FC236}">
                <a16:creationId xmlns:a16="http://schemas.microsoft.com/office/drawing/2014/main" id="{1040C2EB-69A2-43FE-875B-BD02C0C4F430}"/>
              </a:ext>
            </a:extLst>
          </p:cNvPr>
          <p:cNvSpPr>
            <a:spLocks noGrp="1"/>
          </p:cNvSpPr>
          <p:nvPr>
            <p:ph idx="1"/>
          </p:nvPr>
        </p:nvSpPr>
        <p:spPr/>
        <p:txBody>
          <a:bodyPr/>
          <a:lstStyle/>
          <a:p>
            <a:r>
              <a:rPr lang="en-SG" dirty="0"/>
              <a:t>Refer to your book for Activity 3.1</a:t>
            </a:r>
          </a:p>
        </p:txBody>
      </p:sp>
    </p:spTree>
    <p:extLst>
      <p:ext uri="{BB962C8B-B14F-4D97-AF65-F5344CB8AC3E}">
        <p14:creationId xmlns:p14="http://schemas.microsoft.com/office/powerpoint/2010/main" val="30990118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C5C696-0D55-47E0-A874-0533693A860B}"/>
              </a:ext>
            </a:extLst>
          </p:cNvPr>
          <p:cNvSpPr>
            <a:spLocks noGrp="1"/>
          </p:cNvSpPr>
          <p:nvPr>
            <p:ph type="title"/>
          </p:nvPr>
        </p:nvSpPr>
        <p:spPr>
          <a:xfrm>
            <a:off x="838200" y="365125"/>
            <a:ext cx="10515600" cy="1325563"/>
          </a:xfrm>
        </p:spPr>
        <p:txBody>
          <a:bodyPr>
            <a:normAutofit/>
          </a:bodyPr>
          <a:lstStyle/>
          <a:p>
            <a:r>
              <a:rPr lang="en-SG" dirty="0"/>
              <a:t>Digital Business Infrastructure</a:t>
            </a:r>
          </a:p>
        </p:txBody>
      </p:sp>
      <p:graphicFrame>
        <p:nvGraphicFramePr>
          <p:cNvPr id="7" name="Content Placeholder 2">
            <a:extLst>
              <a:ext uri="{FF2B5EF4-FFF2-40B4-BE49-F238E27FC236}">
                <a16:creationId xmlns:a16="http://schemas.microsoft.com/office/drawing/2014/main" id="{DB489FFD-05ED-4C81-9B38-2168AD0494CB}"/>
              </a:ext>
            </a:extLst>
          </p:cNvPr>
          <p:cNvGraphicFramePr>
            <a:graphicFrameLocks noGrp="1"/>
          </p:cNvGraphicFramePr>
          <p:nvPr>
            <p:ph idx="1"/>
            <p:extLst>
              <p:ext uri="{D42A27DB-BD31-4B8C-83A1-F6EECF244321}">
                <p14:modId xmlns:p14="http://schemas.microsoft.com/office/powerpoint/2010/main" val="1122623109"/>
              </p:ext>
            </p:extLst>
          </p:nvPr>
        </p:nvGraphicFramePr>
        <p:xfrm>
          <a:off x="1038225" y="184467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6485191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C5C696-0D55-47E0-A874-0533693A860B}"/>
              </a:ext>
            </a:extLst>
          </p:cNvPr>
          <p:cNvSpPr>
            <a:spLocks noGrp="1"/>
          </p:cNvSpPr>
          <p:nvPr>
            <p:ph type="title"/>
          </p:nvPr>
        </p:nvSpPr>
        <p:spPr>
          <a:xfrm>
            <a:off x="723900" y="127000"/>
            <a:ext cx="10515600" cy="1325563"/>
          </a:xfrm>
        </p:spPr>
        <p:txBody>
          <a:bodyPr>
            <a:normAutofit/>
          </a:bodyPr>
          <a:lstStyle/>
          <a:p>
            <a:r>
              <a:rPr lang="en-SG" dirty="0"/>
              <a:t>Digital Business Infrastructure</a:t>
            </a:r>
            <a:br>
              <a:rPr lang="en-SG" dirty="0"/>
            </a:br>
            <a:r>
              <a:rPr lang="en-SG" sz="3600" dirty="0">
                <a:solidFill>
                  <a:schemeClr val="accent4">
                    <a:lumMod val="75000"/>
                  </a:schemeClr>
                </a:solidFill>
              </a:rPr>
              <a:t>(Typical problems encountered by customers)</a:t>
            </a:r>
            <a:endParaRPr lang="en-SG" dirty="0">
              <a:solidFill>
                <a:schemeClr val="accent4">
                  <a:lumMod val="75000"/>
                </a:schemeClr>
              </a:solidFill>
            </a:endParaRPr>
          </a:p>
        </p:txBody>
      </p:sp>
      <p:sp>
        <p:nvSpPr>
          <p:cNvPr id="4" name="Content Placeholder 3">
            <a:extLst>
              <a:ext uri="{FF2B5EF4-FFF2-40B4-BE49-F238E27FC236}">
                <a16:creationId xmlns:a16="http://schemas.microsoft.com/office/drawing/2014/main" id="{AD2BCD51-ABB6-48A6-A6A5-C2B690891177}"/>
              </a:ext>
            </a:extLst>
          </p:cNvPr>
          <p:cNvSpPr>
            <a:spLocks noGrp="1"/>
          </p:cNvSpPr>
          <p:nvPr>
            <p:ph idx="1"/>
          </p:nvPr>
        </p:nvSpPr>
        <p:spPr/>
        <p:txBody>
          <a:bodyPr/>
          <a:lstStyle/>
          <a:p>
            <a:r>
              <a:rPr lang="en-SG" dirty="0"/>
              <a:t>Web site communication too slow</a:t>
            </a:r>
          </a:p>
          <a:p>
            <a:r>
              <a:rPr lang="en-SG" dirty="0"/>
              <a:t>Web site not available </a:t>
            </a:r>
          </a:p>
          <a:p>
            <a:r>
              <a:rPr lang="en-SG" dirty="0"/>
              <a:t>Bugs on site through pages being unavailable or information typed in forms not being executed</a:t>
            </a:r>
          </a:p>
          <a:p>
            <a:r>
              <a:rPr lang="en-SG" dirty="0"/>
              <a:t>Ordered products not delivered on time</a:t>
            </a:r>
          </a:p>
          <a:p>
            <a:r>
              <a:rPr lang="en-SG" dirty="0"/>
              <a:t>Emails not replied to </a:t>
            </a:r>
          </a:p>
          <a:p>
            <a:r>
              <a:rPr lang="en-SG" dirty="0"/>
              <a:t>Customer’s privacy or trust is broken through security problems such as credit card being stolen or address sold to other companies</a:t>
            </a:r>
          </a:p>
        </p:txBody>
      </p:sp>
    </p:spTree>
    <p:extLst>
      <p:ext uri="{BB962C8B-B14F-4D97-AF65-F5344CB8AC3E}">
        <p14:creationId xmlns:p14="http://schemas.microsoft.com/office/powerpoint/2010/main" val="34750646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C5C696-0D55-47E0-A874-0533693A860B}"/>
              </a:ext>
            </a:extLst>
          </p:cNvPr>
          <p:cNvSpPr>
            <a:spLocks noGrp="1"/>
          </p:cNvSpPr>
          <p:nvPr>
            <p:ph type="title"/>
          </p:nvPr>
        </p:nvSpPr>
        <p:spPr>
          <a:xfrm>
            <a:off x="723900" y="127000"/>
            <a:ext cx="10515600" cy="1325563"/>
          </a:xfrm>
        </p:spPr>
        <p:txBody>
          <a:bodyPr>
            <a:normAutofit/>
          </a:bodyPr>
          <a:lstStyle/>
          <a:p>
            <a:r>
              <a:rPr lang="en-SG" dirty="0"/>
              <a:t>Digital Business Infrastructure</a:t>
            </a:r>
            <a:br>
              <a:rPr lang="en-SG" dirty="0"/>
            </a:br>
            <a:r>
              <a:rPr lang="en-SG" sz="3600" dirty="0">
                <a:solidFill>
                  <a:schemeClr val="accent4">
                    <a:lumMod val="75000"/>
                  </a:schemeClr>
                </a:solidFill>
              </a:rPr>
              <a:t>(What does business need?)</a:t>
            </a:r>
            <a:endParaRPr lang="en-SG" dirty="0">
              <a:solidFill>
                <a:schemeClr val="accent4">
                  <a:lumMod val="75000"/>
                </a:schemeClr>
              </a:solidFill>
            </a:endParaRPr>
          </a:p>
        </p:txBody>
      </p:sp>
      <p:pic>
        <p:nvPicPr>
          <p:cNvPr id="6" name="Picture 5">
            <a:extLst>
              <a:ext uri="{FF2B5EF4-FFF2-40B4-BE49-F238E27FC236}">
                <a16:creationId xmlns:a16="http://schemas.microsoft.com/office/drawing/2014/main" id="{E53A5FC5-FC6D-4FB0-909C-73A95A4ACA0A}"/>
              </a:ext>
            </a:extLst>
          </p:cNvPr>
          <p:cNvPicPr>
            <a:picLocks noChangeAspect="1"/>
          </p:cNvPicPr>
          <p:nvPr/>
        </p:nvPicPr>
        <p:blipFill rotWithShape="1">
          <a:blip r:embed="rId2"/>
          <a:srcRect l="26916" t="24592" r="29334" b="24593"/>
          <a:stretch/>
        </p:blipFill>
        <p:spPr>
          <a:xfrm>
            <a:off x="2322351" y="1543050"/>
            <a:ext cx="7318698" cy="4781550"/>
          </a:xfrm>
          <a:prstGeom prst="rect">
            <a:avLst/>
          </a:prstGeom>
        </p:spPr>
      </p:pic>
    </p:spTree>
    <p:extLst>
      <p:ext uri="{BB962C8B-B14F-4D97-AF65-F5344CB8AC3E}">
        <p14:creationId xmlns:p14="http://schemas.microsoft.com/office/powerpoint/2010/main" val="23368910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F598B1-5400-44A2-8D8B-D87392DE5E90}"/>
              </a:ext>
            </a:extLst>
          </p:cNvPr>
          <p:cNvSpPr>
            <a:spLocks noGrp="1"/>
          </p:cNvSpPr>
          <p:nvPr>
            <p:ph type="title"/>
          </p:nvPr>
        </p:nvSpPr>
        <p:spPr>
          <a:xfrm>
            <a:off x="-85725" y="2890520"/>
            <a:ext cx="5876925" cy="1325563"/>
          </a:xfrm>
          <a:prstGeom prst="ellipse">
            <a:avLst/>
          </a:prstGeom>
        </p:spPr>
        <p:txBody>
          <a:bodyPr vert="horz" lIns="91440" tIns="45720" rIns="91440" bIns="45720" rtlCol="0" anchor="ctr">
            <a:normAutofit fontScale="90000"/>
          </a:bodyPr>
          <a:lstStyle/>
          <a:p>
            <a:r>
              <a:rPr lang="en-US" sz="2800" kern="1200" dirty="0">
                <a:solidFill>
                  <a:schemeClr val="tx1"/>
                </a:solidFill>
                <a:latin typeface="+mj-lt"/>
                <a:ea typeface="+mj-ea"/>
                <a:cs typeface="+mj-cs"/>
              </a:rPr>
              <a:t>Key Management Issues of digital business infrastructure</a:t>
            </a:r>
          </a:p>
        </p:txBody>
      </p:sp>
      <p:pic>
        <p:nvPicPr>
          <p:cNvPr id="4" name="Picture 3" descr="A screenshot of a cell phone&#10;&#10;Description automatically generated">
            <a:extLst>
              <a:ext uri="{FF2B5EF4-FFF2-40B4-BE49-F238E27FC236}">
                <a16:creationId xmlns:a16="http://schemas.microsoft.com/office/drawing/2014/main" id="{C35C4719-35E4-42B7-9839-E706F519F915}"/>
              </a:ext>
            </a:extLst>
          </p:cNvPr>
          <p:cNvPicPr>
            <a:picLocks noChangeAspect="1"/>
          </p:cNvPicPr>
          <p:nvPr/>
        </p:nvPicPr>
        <p:blipFill rotWithShape="1">
          <a:blip r:embed="rId2"/>
          <a:srcRect l="27834" t="22223" r="26583" b="8296"/>
          <a:stretch/>
        </p:blipFill>
        <p:spPr>
          <a:xfrm>
            <a:off x="5038725" y="1075702"/>
            <a:ext cx="6503036" cy="5622586"/>
          </a:xfrm>
          <a:prstGeom prst="rect">
            <a:avLst/>
          </a:prstGeom>
        </p:spPr>
      </p:pic>
      <p:sp>
        <p:nvSpPr>
          <p:cNvPr id="10" name="Title 1">
            <a:extLst>
              <a:ext uri="{FF2B5EF4-FFF2-40B4-BE49-F238E27FC236}">
                <a16:creationId xmlns:a16="http://schemas.microsoft.com/office/drawing/2014/main" id="{150F4661-99FE-4F58-AB18-6BCE0B9D512A}"/>
              </a:ext>
            </a:extLst>
          </p:cNvPr>
          <p:cNvSpPr txBox="1">
            <a:spLocks/>
          </p:cNvSpPr>
          <p:nvPr/>
        </p:nvSpPr>
        <p:spPr>
          <a:xfrm>
            <a:off x="838200" y="-1111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SG" dirty="0"/>
              <a:t>Digital Business Infrastructure</a:t>
            </a:r>
          </a:p>
        </p:txBody>
      </p:sp>
    </p:spTree>
    <p:extLst>
      <p:ext uri="{BB962C8B-B14F-4D97-AF65-F5344CB8AC3E}">
        <p14:creationId xmlns:p14="http://schemas.microsoft.com/office/powerpoint/2010/main" val="16047459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496723-B262-4737-B54E-770056DFC5A3}"/>
              </a:ext>
            </a:extLst>
          </p:cNvPr>
          <p:cNvSpPr>
            <a:spLocks noGrp="1"/>
          </p:cNvSpPr>
          <p:nvPr>
            <p:ph type="title"/>
          </p:nvPr>
        </p:nvSpPr>
        <p:spPr>
          <a:xfrm>
            <a:off x="752475" y="227195"/>
            <a:ext cx="10515600" cy="1325563"/>
          </a:xfrm>
        </p:spPr>
        <p:txBody>
          <a:bodyPr>
            <a:normAutofit fontScale="90000"/>
          </a:bodyPr>
          <a:lstStyle/>
          <a:p>
            <a:r>
              <a:rPr lang="en-SG" sz="6000" dirty="0"/>
              <a:t>Digital Business Infrastructure Components</a:t>
            </a:r>
            <a:endParaRPr lang="en-SG" dirty="0"/>
          </a:p>
        </p:txBody>
      </p:sp>
      <p:pic>
        <p:nvPicPr>
          <p:cNvPr id="3" name="Picture 2">
            <a:extLst>
              <a:ext uri="{FF2B5EF4-FFF2-40B4-BE49-F238E27FC236}">
                <a16:creationId xmlns:a16="http://schemas.microsoft.com/office/drawing/2014/main" id="{D804E7CB-A43B-4DA1-A7EC-57E7B27123BF}"/>
              </a:ext>
            </a:extLst>
          </p:cNvPr>
          <p:cNvPicPr>
            <a:picLocks noChangeAspect="1"/>
          </p:cNvPicPr>
          <p:nvPr/>
        </p:nvPicPr>
        <p:blipFill rotWithShape="1">
          <a:blip r:embed="rId2"/>
          <a:srcRect l="31584" t="21481" r="32250" b="17185"/>
          <a:stretch/>
        </p:blipFill>
        <p:spPr>
          <a:xfrm>
            <a:off x="5014595" y="889976"/>
            <a:ext cx="6253480" cy="5965302"/>
          </a:xfrm>
          <a:prstGeom prst="rect">
            <a:avLst/>
          </a:prstGeom>
        </p:spPr>
      </p:pic>
      <p:sp>
        <p:nvSpPr>
          <p:cNvPr id="5" name="TextBox 4">
            <a:extLst>
              <a:ext uri="{FF2B5EF4-FFF2-40B4-BE49-F238E27FC236}">
                <a16:creationId xmlns:a16="http://schemas.microsoft.com/office/drawing/2014/main" id="{AD2C5C67-C4FB-4E19-B3BA-F07BFF83D7DE}"/>
              </a:ext>
            </a:extLst>
          </p:cNvPr>
          <p:cNvSpPr txBox="1"/>
          <p:nvPr/>
        </p:nvSpPr>
        <p:spPr>
          <a:xfrm>
            <a:off x="1485901" y="2886075"/>
            <a:ext cx="2876550" cy="2062103"/>
          </a:xfrm>
          <a:prstGeom prst="rect">
            <a:avLst/>
          </a:prstGeom>
          <a:noFill/>
        </p:spPr>
        <p:txBody>
          <a:bodyPr wrap="square" rtlCol="0">
            <a:spAutoFit/>
          </a:bodyPr>
          <a:lstStyle/>
          <a:p>
            <a:r>
              <a:rPr lang="en-SG" sz="3200" dirty="0"/>
              <a:t>A five-layer model of digital business infrastructure</a:t>
            </a:r>
          </a:p>
        </p:txBody>
      </p:sp>
    </p:spTree>
    <p:extLst>
      <p:ext uri="{BB962C8B-B14F-4D97-AF65-F5344CB8AC3E}">
        <p14:creationId xmlns:p14="http://schemas.microsoft.com/office/powerpoint/2010/main" val="19438920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496723-B262-4737-B54E-770056DFC5A3}"/>
              </a:ext>
            </a:extLst>
          </p:cNvPr>
          <p:cNvSpPr>
            <a:spLocks noGrp="1"/>
          </p:cNvSpPr>
          <p:nvPr>
            <p:ph type="title"/>
          </p:nvPr>
        </p:nvSpPr>
        <p:spPr>
          <a:xfrm>
            <a:off x="752475" y="227195"/>
            <a:ext cx="10515600" cy="1325563"/>
          </a:xfrm>
        </p:spPr>
        <p:txBody>
          <a:bodyPr>
            <a:normAutofit fontScale="90000"/>
          </a:bodyPr>
          <a:lstStyle/>
          <a:p>
            <a:r>
              <a:rPr lang="en-SG" sz="6000" dirty="0"/>
              <a:t>Digital Business Infrastructure Components</a:t>
            </a:r>
            <a:endParaRPr lang="en-SG" dirty="0"/>
          </a:p>
        </p:txBody>
      </p:sp>
      <p:sp>
        <p:nvSpPr>
          <p:cNvPr id="5" name="TextBox 4">
            <a:extLst>
              <a:ext uri="{FF2B5EF4-FFF2-40B4-BE49-F238E27FC236}">
                <a16:creationId xmlns:a16="http://schemas.microsoft.com/office/drawing/2014/main" id="{AD2C5C67-C4FB-4E19-B3BA-F07BFF83D7DE}"/>
              </a:ext>
            </a:extLst>
          </p:cNvPr>
          <p:cNvSpPr txBox="1"/>
          <p:nvPr/>
        </p:nvSpPr>
        <p:spPr>
          <a:xfrm>
            <a:off x="1628776" y="2505075"/>
            <a:ext cx="2876550" cy="3046988"/>
          </a:xfrm>
          <a:prstGeom prst="rect">
            <a:avLst/>
          </a:prstGeom>
          <a:noFill/>
        </p:spPr>
        <p:txBody>
          <a:bodyPr wrap="square" rtlCol="0">
            <a:spAutoFit/>
          </a:bodyPr>
          <a:lstStyle/>
          <a:p>
            <a:r>
              <a:rPr lang="en-SG" sz="3200" dirty="0"/>
              <a:t>Physical and Network Infrastructure components of the Internet  (Level IV and III)</a:t>
            </a:r>
          </a:p>
        </p:txBody>
      </p:sp>
      <p:pic>
        <p:nvPicPr>
          <p:cNvPr id="4" name="Picture 3">
            <a:extLst>
              <a:ext uri="{FF2B5EF4-FFF2-40B4-BE49-F238E27FC236}">
                <a16:creationId xmlns:a16="http://schemas.microsoft.com/office/drawing/2014/main" id="{0A6CC863-D1D5-440C-A452-7FDE7F9B6B70}"/>
              </a:ext>
            </a:extLst>
          </p:cNvPr>
          <p:cNvPicPr>
            <a:picLocks noChangeAspect="1"/>
          </p:cNvPicPr>
          <p:nvPr/>
        </p:nvPicPr>
        <p:blipFill rotWithShape="1">
          <a:blip r:embed="rId2"/>
          <a:srcRect l="31667" t="22641" r="32750" b="17037"/>
          <a:stretch/>
        </p:blipFill>
        <p:spPr>
          <a:xfrm>
            <a:off x="5353052" y="935135"/>
            <a:ext cx="6153148" cy="5867388"/>
          </a:xfrm>
          <a:prstGeom prst="rect">
            <a:avLst/>
          </a:prstGeom>
        </p:spPr>
      </p:pic>
    </p:spTree>
    <p:extLst>
      <p:ext uri="{BB962C8B-B14F-4D97-AF65-F5344CB8AC3E}">
        <p14:creationId xmlns:p14="http://schemas.microsoft.com/office/powerpoint/2010/main" val="15565085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FE8FDC-8CB4-422E-911C-212E5D4960AD}"/>
              </a:ext>
            </a:extLst>
          </p:cNvPr>
          <p:cNvSpPr>
            <a:spLocks noGrp="1"/>
          </p:cNvSpPr>
          <p:nvPr>
            <p:ph type="title"/>
          </p:nvPr>
        </p:nvSpPr>
        <p:spPr>
          <a:xfrm>
            <a:off x="914400" y="1466850"/>
            <a:ext cx="8934450" cy="962025"/>
          </a:xfrm>
          <a:solidFill>
            <a:schemeClr val="accent4">
              <a:lumMod val="60000"/>
              <a:lumOff val="40000"/>
            </a:schemeClr>
          </a:solidFill>
        </p:spPr>
        <p:txBody>
          <a:bodyPr>
            <a:normAutofit/>
          </a:bodyPr>
          <a:lstStyle/>
          <a:p>
            <a:r>
              <a:rPr lang="en-SG" sz="2800" dirty="0"/>
              <a:t>Platforms which marketers can use to reach and interact </a:t>
            </a:r>
            <a:br>
              <a:rPr lang="en-SG" sz="2800" dirty="0"/>
            </a:br>
            <a:r>
              <a:rPr lang="en-SG" sz="2800" dirty="0"/>
              <a:t>with their audience through content marketing or advertising</a:t>
            </a:r>
          </a:p>
        </p:txBody>
      </p:sp>
      <p:graphicFrame>
        <p:nvGraphicFramePr>
          <p:cNvPr id="5" name="Content Placeholder 2">
            <a:extLst>
              <a:ext uri="{FF2B5EF4-FFF2-40B4-BE49-F238E27FC236}">
                <a16:creationId xmlns:a16="http://schemas.microsoft.com/office/drawing/2014/main" id="{61D11CDB-2018-4AD7-BDB6-2749845E80EF}"/>
              </a:ext>
            </a:extLst>
          </p:cNvPr>
          <p:cNvGraphicFramePr>
            <a:graphicFrameLocks noGrp="1"/>
          </p:cNvGraphicFramePr>
          <p:nvPr>
            <p:ph idx="1"/>
            <p:extLst>
              <p:ext uri="{D42A27DB-BD31-4B8C-83A1-F6EECF244321}">
                <p14:modId xmlns:p14="http://schemas.microsoft.com/office/powerpoint/2010/main" val="3380574956"/>
              </p:ext>
            </p:extLst>
          </p:nvPr>
        </p:nvGraphicFramePr>
        <p:xfrm>
          <a:off x="723900" y="2657475"/>
          <a:ext cx="10515600" cy="28956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TextBox 3">
            <a:extLst>
              <a:ext uri="{FF2B5EF4-FFF2-40B4-BE49-F238E27FC236}">
                <a16:creationId xmlns:a16="http://schemas.microsoft.com/office/drawing/2014/main" id="{80FB5C48-D0F1-41E4-B2F3-D13899F2FCEC}"/>
              </a:ext>
            </a:extLst>
          </p:cNvPr>
          <p:cNvSpPr txBox="1"/>
          <p:nvPr/>
        </p:nvSpPr>
        <p:spPr>
          <a:xfrm>
            <a:off x="838200" y="5463996"/>
            <a:ext cx="10287000" cy="1200329"/>
          </a:xfrm>
          <a:prstGeom prst="rect">
            <a:avLst/>
          </a:prstGeom>
          <a:noFill/>
        </p:spPr>
        <p:txBody>
          <a:bodyPr wrap="square" rtlCol="0">
            <a:spAutoFit/>
          </a:bodyPr>
          <a:lstStyle/>
          <a:p>
            <a:r>
              <a:rPr lang="en-SG" sz="2400" dirty="0"/>
              <a:t>It could be argued that the major social networks, Facebook, LinkedIn and Twitter, also provide a form of platform, but these really exist across all of these technology platforms so it is not yet identified separately.</a:t>
            </a:r>
          </a:p>
        </p:txBody>
      </p:sp>
      <p:sp>
        <p:nvSpPr>
          <p:cNvPr id="6" name="Title 1">
            <a:extLst>
              <a:ext uri="{FF2B5EF4-FFF2-40B4-BE49-F238E27FC236}">
                <a16:creationId xmlns:a16="http://schemas.microsoft.com/office/drawing/2014/main" id="{A7F7F480-80EE-497B-8AF9-B4E2BD993D56}"/>
              </a:ext>
            </a:extLst>
          </p:cNvPr>
          <p:cNvSpPr txBox="1">
            <a:spLocks/>
          </p:cNvSpPr>
          <p:nvPr/>
        </p:nvSpPr>
        <p:spPr>
          <a:xfrm>
            <a:off x="838200" y="58737"/>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SG" dirty="0"/>
              <a:t>Digital Business Infrastructure</a:t>
            </a:r>
          </a:p>
        </p:txBody>
      </p:sp>
    </p:spTree>
    <p:extLst>
      <p:ext uri="{BB962C8B-B14F-4D97-AF65-F5344CB8AC3E}">
        <p14:creationId xmlns:p14="http://schemas.microsoft.com/office/powerpoint/2010/main" val="18007101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D2676C-1732-4D2A-AB3F-37A24C269438}"/>
              </a:ext>
            </a:extLst>
          </p:cNvPr>
          <p:cNvSpPr>
            <a:spLocks noGrp="1"/>
          </p:cNvSpPr>
          <p:nvPr>
            <p:ph type="title"/>
          </p:nvPr>
        </p:nvSpPr>
        <p:spPr/>
        <p:txBody>
          <a:bodyPr/>
          <a:lstStyle/>
          <a:p>
            <a:r>
              <a:rPr lang="en-SG" dirty="0"/>
              <a:t>Digital Business Infrastructure</a:t>
            </a:r>
            <a:br>
              <a:rPr lang="en-SG" dirty="0"/>
            </a:br>
            <a:endParaRPr lang="en-SG" dirty="0"/>
          </a:p>
        </p:txBody>
      </p:sp>
      <p:sp>
        <p:nvSpPr>
          <p:cNvPr id="3" name="Content Placeholder 2">
            <a:extLst>
              <a:ext uri="{FF2B5EF4-FFF2-40B4-BE49-F238E27FC236}">
                <a16:creationId xmlns:a16="http://schemas.microsoft.com/office/drawing/2014/main" id="{DCDCF8F7-9262-43A9-BD69-14307290DE63}"/>
              </a:ext>
            </a:extLst>
          </p:cNvPr>
          <p:cNvSpPr>
            <a:spLocks noGrp="1"/>
          </p:cNvSpPr>
          <p:nvPr>
            <p:ph idx="1"/>
          </p:nvPr>
        </p:nvSpPr>
        <p:spPr/>
        <p:txBody>
          <a:bodyPr/>
          <a:lstStyle/>
          <a:p>
            <a:r>
              <a:rPr lang="en-SG" dirty="0"/>
              <a:t>Mobile device use has already transformed the way consumers access online content and services for entertainment, socializing and purchase decisions</a:t>
            </a:r>
          </a:p>
          <a:p>
            <a:r>
              <a:rPr lang="en-SG" dirty="0"/>
              <a:t>Many new opportunities to engage consumers through </a:t>
            </a:r>
            <a:r>
              <a:rPr lang="en-SG" b="1" u="sng" dirty="0"/>
              <a:t>mobile marketing </a:t>
            </a:r>
            <a:r>
              <a:rPr lang="en-SG" dirty="0"/>
              <a:t> and </a:t>
            </a:r>
            <a:r>
              <a:rPr lang="en-SG" b="1" u="sng" dirty="0"/>
              <a:t>location-based marketing</a:t>
            </a:r>
            <a:r>
              <a:rPr lang="en-SG" dirty="0"/>
              <a:t>.</a:t>
            </a:r>
          </a:p>
          <a:p>
            <a:r>
              <a:rPr lang="en-SG" dirty="0"/>
              <a:t>With the growth in mobile platform usage by consumers it becomes important to assess whether companies are gaining similar levels of business from consumers using mobile platforms as from desktop platforms.</a:t>
            </a:r>
          </a:p>
        </p:txBody>
      </p:sp>
    </p:spTree>
    <p:extLst>
      <p:ext uri="{BB962C8B-B14F-4D97-AF65-F5344CB8AC3E}">
        <p14:creationId xmlns:p14="http://schemas.microsoft.com/office/powerpoint/2010/main" val="5750562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9457D1-B8F7-432A-9F9C-1E249327410D}"/>
              </a:ext>
            </a:extLst>
          </p:cNvPr>
          <p:cNvSpPr>
            <a:spLocks noGrp="1"/>
          </p:cNvSpPr>
          <p:nvPr>
            <p:ph type="title"/>
          </p:nvPr>
        </p:nvSpPr>
        <p:spPr>
          <a:xfrm>
            <a:off x="714375" y="479425"/>
            <a:ext cx="7591425" cy="1101725"/>
          </a:xfrm>
        </p:spPr>
        <p:txBody>
          <a:bodyPr>
            <a:normAutofit fontScale="90000"/>
          </a:bodyPr>
          <a:lstStyle/>
          <a:p>
            <a:r>
              <a:rPr lang="en-SG" sz="4900" dirty="0"/>
              <a:t>Digital Business Infrastructure </a:t>
            </a:r>
            <a:br>
              <a:rPr lang="en-SG" dirty="0"/>
            </a:br>
            <a:r>
              <a:rPr lang="en-SG" sz="3600" dirty="0">
                <a:solidFill>
                  <a:schemeClr val="accent2">
                    <a:lumMod val="75000"/>
                  </a:schemeClr>
                </a:solidFill>
              </a:rPr>
              <a:t>(Mobile Usage Statistics) </a:t>
            </a:r>
            <a:br>
              <a:rPr lang="en-SG" dirty="0"/>
            </a:br>
            <a:endParaRPr lang="en-SG" dirty="0"/>
          </a:p>
        </p:txBody>
      </p:sp>
      <p:pic>
        <p:nvPicPr>
          <p:cNvPr id="1026" name="Picture 2">
            <a:extLst>
              <a:ext uri="{FF2B5EF4-FFF2-40B4-BE49-F238E27FC236}">
                <a16:creationId xmlns:a16="http://schemas.microsoft.com/office/drawing/2014/main" id="{07E0F305-C8C9-4BAE-8057-E123FD51CD0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05633" y="1447800"/>
            <a:ext cx="9271992" cy="50863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5141959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9457D1-B8F7-432A-9F9C-1E249327410D}"/>
              </a:ext>
            </a:extLst>
          </p:cNvPr>
          <p:cNvSpPr>
            <a:spLocks noGrp="1"/>
          </p:cNvSpPr>
          <p:nvPr>
            <p:ph type="title"/>
          </p:nvPr>
        </p:nvSpPr>
        <p:spPr>
          <a:xfrm>
            <a:off x="714375" y="479425"/>
            <a:ext cx="7591425" cy="1101725"/>
          </a:xfrm>
        </p:spPr>
        <p:txBody>
          <a:bodyPr>
            <a:normAutofit fontScale="90000"/>
          </a:bodyPr>
          <a:lstStyle/>
          <a:p>
            <a:r>
              <a:rPr lang="en-SG" sz="4900" dirty="0"/>
              <a:t>Digital Business Infrastructure </a:t>
            </a:r>
            <a:br>
              <a:rPr lang="en-SG" dirty="0"/>
            </a:br>
            <a:r>
              <a:rPr lang="en-SG" sz="3600" dirty="0">
                <a:solidFill>
                  <a:schemeClr val="accent2">
                    <a:lumMod val="75000"/>
                  </a:schemeClr>
                </a:solidFill>
              </a:rPr>
              <a:t>(Mobile Usage Statistics) </a:t>
            </a:r>
            <a:br>
              <a:rPr lang="en-SG" dirty="0"/>
            </a:br>
            <a:endParaRPr lang="en-SG" dirty="0"/>
          </a:p>
        </p:txBody>
      </p:sp>
      <p:pic>
        <p:nvPicPr>
          <p:cNvPr id="2050" name="Picture 2">
            <a:extLst>
              <a:ext uri="{FF2B5EF4-FFF2-40B4-BE49-F238E27FC236}">
                <a16:creationId xmlns:a16="http://schemas.microsoft.com/office/drawing/2014/main" id="{F3909185-1F27-4A70-803B-E522C3FEB5C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90700" y="1391235"/>
            <a:ext cx="9029700" cy="51985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3901282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AD339F-CD4B-4FCC-AADD-4449CCA42FB7}"/>
              </a:ext>
            </a:extLst>
          </p:cNvPr>
          <p:cNvSpPr>
            <a:spLocks noGrp="1"/>
          </p:cNvSpPr>
          <p:nvPr>
            <p:ph type="title"/>
          </p:nvPr>
        </p:nvSpPr>
        <p:spPr/>
        <p:txBody>
          <a:bodyPr/>
          <a:lstStyle/>
          <a:p>
            <a:r>
              <a:rPr lang="en-SG" dirty="0"/>
              <a:t>Activity 3.2</a:t>
            </a:r>
          </a:p>
        </p:txBody>
      </p:sp>
      <p:sp>
        <p:nvSpPr>
          <p:cNvPr id="3" name="Content Placeholder 2">
            <a:extLst>
              <a:ext uri="{FF2B5EF4-FFF2-40B4-BE49-F238E27FC236}">
                <a16:creationId xmlns:a16="http://schemas.microsoft.com/office/drawing/2014/main" id="{1040C2EB-69A2-43FE-875B-BD02C0C4F430}"/>
              </a:ext>
            </a:extLst>
          </p:cNvPr>
          <p:cNvSpPr>
            <a:spLocks noGrp="1"/>
          </p:cNvSpPr>
          <p:nvPr>
            <p:ph idx="1"/>
          </p:nvPr>
        </p:nvSpPr>
        <p:spPr/>
        <p:txBody>
          <a:bodyPr/>
          <a:lstStyle/>
          <a:p>
            <a:r>
              <a:rPr lang="en-SG" dirty="0"/>
              <a:t>Refer to your book for Activity 3.2</a:t>
            </a:r>
          </a:p>
        </p:txBody>
      </p:sp>
    </p:spTree>
    <p:extLst>
      <p:ext uri="{BB962C8B-B14F-4D97-AF65-F5344CB8AC3E}">
        <p14:creationId xmlns:p14="http://schemas.microsoft.com/office/powerpoint/2010/main" val="255589994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496723-B262-4737-B54E-770056DFC5A3}"/>
              </a:ext>
            </a:extLst>
          </p:cNvPr>
          <p:cNvSpPr>
            <a:spLocks noGrp="1"/>
          </p:cNvSpPr>
          <p:nvPr>
            <p:ph type="title"/>
          </p:nvPr>
        </p:nvSpPr>
        <p:spPr/>
        <p:txBody>
          <a:bodyPr>
            <a:normAutofit fontScale="90000"/>
          </a:bodyPr>
          <a:lstStyle/>
          <a:p>
            <a:r>
              <a:rPr lang="en-SG" sz="6000"/>
              <a:t>Digital Business Infrastructure </a:t>
            </a:r>
            <a:br>
              <a:rPr lang="en-SG" sz="6000"/>
            </a:br>
            <a:r>
              <a:rPr lang="en-SG" sz="4000">
                <a:solidFill>
                  <a:schemeClr val="accent2">
                    <a:lumMod val="75000"/>
                  </a:schemeClr>
                </a:solidFill>
              </a:rPr>
              <a:t>(Challenges of creating a mobile web presence) </a:t>
            </a:r>
            <a:br>
              <a:rPr lang="en-SG"/>
            </a:br>
            <a:endParaRPr lang="en-SG" dirty="0"/>
          </a:p>
        </p:txBody>
      </p:sp>
      <p:sp>
        <p:nvSpPr>
          <p:cNvPr id="3" name="Content Placeholder 2">
            <a:extLst>
              <a:ext uri="{FF2B5EF4-FFF2-40B4-BE49-F238E27FC236}">
                <a16:creationId xmlns:a16="http://schemas.microsoft.com/office/drawing/2014/main" id="{FAE4720C-08B5-4950-8F46-142789EC2E46}"/>
              </a:ext>
            </a:extLst>
          </p:cNvPr>
          <p:cNvSpPr>
            <a:spLocks noGrp="1"/>
          </p:cNvSpPr>
          <p:nvPr>
            <p:ph idx="1"/>
          </p:nvPr>
        </p:nvSpPr>
        <p:spPr>
          <a:xfrm>
            <a:off x="838200" y="2101850"/>
            <a:ext cx="10515600" cy="3670300"/>
          </a:xfrm>
        </p:spPr>
        <p:txBody>
          <a:bodyPr/>
          <a:lstStyle/>
          <a:p>
            <a:pPr marL="0" indent="0">
              <a:buNone/>
            </a:pPr>
            <a:r>
              <a:rPr lang="en-SG" b="1" u="sng" dirty="0"/>
              <a:t>Challenge 1 </a:t>
            </a:r>
          </a:p>
          <a:p>
            <a:pPr marL="0" indent="0">
              <a:buNone/>
            </a:pPr>
            <a:r>
              <a:rPr lang="en-SG" dirty="0"/>
              <a:t>One site or two? (Mobile App)</a:t>
            </a:r>
          </a:p>
          <a:p>
            <a:pPr marL="0" indent="0">
              <a:buNone/>
            </a:pPr>
            <a:endParaRPr lang="en-SG" dirty="0"/>
          </a:p>
          <a:p>
            <a:pPr marL="0" indent="0">
              <a:buNone/>
            </a:pPr>
            <a:r>
              <a:rPr lang="en-SG" b="1" u="sng" dirty="0"/>
              <a:t>Issue </a:t>
            </a:r>
          </a:p>
          <a:p>
            <a:pPr marL="0" indent="0">
              <a:buNone/>
            </a:pPr>
            <a:r>
              <a:rPr lang="en-SG" dirty="0"/>
              <a:t>Should you transcode (“screen-scrape”) you main website into a standard mobile template to create a separate site, or optimize your site for mobile? Are mobile apps necessary?</a:t>
            </a:r>
          </a:p>
          <a:p>
            <a:pPr marL="0" indent="0">
              <a:buNone/>
            </a:pPr>
            <a:endParaRPr lang="en-SG" dirty="0"/>
          </a:p>
        </p:txBody>
      </p:sp>
    </p:spTree>
    <p:extLst>
      <p:ext uri="{BB962C8B-B14F-4D97-AF65-F5344CB8AC3E}">
        <p14:creationId xmlns:p14="http://schemas.microsoft.com/office/powerpoint/2010/main" val="346813001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496723-B262-4737-B54E-770056DFC5A3}"/>
              </a:ext>
            </a:extLst>
          </p:cNvPr>
          <p:cNvSpPr>
            <a:spLocks noGrp="1"/>
          </p:cNvSpPr>
          <p:nvPr>
            <p:ph type="title"/>
          </p:nvPr>
        </p:nvSpPr>
        <p:spPr/>
        <p:txBody>
          <a:bodyPr>
            <a:normAutofit fontScale="90000"/>
          </a:bodyPr>
          <a:lstStyle/>
          <a:p>
            <a:r>
              <a:rPr lang="en-SG" sz="6000"/>
              <a:t>Digital Business Infrastructure </a:t>
            </a:r>
            <a:br>
              <a:rPr lang="en-SG" sz="6000"/>
            </a:br>
            <a:r>
              <a:rPr lang="en-SG" sz="4000">
                <a:solidFill>
                  <a:schemeClr val="accent2">
                    <a:lumMod val="75000"/>
                  </a:schemeClr>
                </a:solidFill>
              </a:rPr>
              <a:t>(Challenges of creating a mobile web presence) </a:t>
            </a:r>
            <a:br>
              <a:rPr lang="en-SG"/>
            </a:br>
            <a:endParaRPr lang="en-SG" dirty="0"/>
          </a:p>
        </p:txBody>
      </p:sp>
      <p:sp>
        <p:nvSpPr>
          <p:cNvPr id="3" name="Content Placeholder 2">
            <a:extLst>
              <a:ext uri="{FF2B5EF4-FFF2-40B4-BE49-F238E27FC236}">
                <a16:creationId xmlns:a16="http://schemas.microsoft.com/office/drawing/2014/main" id="{FAE4720C-08B5-4950-8F46-142789EC2E46}"/>
              </a:ext>
            </a:extLst>
          </p:cNvPr>
          <p:cNvSpPr>
            <a:spLocks noGrp="1"/>
          </p:cNvSpPr>
          <p:nvPr>
            <p:ph idx="1"/>
          </p:nvPr>
        </p:nvSpPr>
        <p:spPr>
          <a:xfrm>
            <a:off x="838200" y="2101850"/>
            <a:ext cx="10515600" cy="3670300"/>
          </a:xfrm>
        </p:spPr>
        <p:txBody>
          <a:bodyPr/>
          <a:lstStyle/>
          <a:p>
            <a:pPr marL="0" indent="0">
              <a:buNone/>
            </a:pPr>
            <a:r>
              <a:rPr lang="en-SG" b="1" u="sng" dirty="0"/>
              <a:t>Solution to Challenge 1</a:t>
            </a:r>
          </a:p>
          <a:p>
            <a:pPr>
              <a:buFont typeface="Wingdings" panose="05000000000000000000" pitchFamily="2" charset="2"/>
              <a:buChar char="§"/>
            </a:pPr>
            <a:r>
              <a:rPr lang="en-SG" dirty="0"/>
              <a:t> Create one site hosted on one URL fed by one CMS rather than building a separate website.</a:t>
            </a:r>
          </a:p>
          <a:p>
            <a:pPr>
              <a:buFont typeface="Wingdings" panose="05000000000000000000" pitchFamily="2" charset="2"/>
              <a:buChar char="§"/>
            </a:pPr>
            <a:r>
              <a:rPr lang="en-SG" dirty="0"/>
              <a:t> If there is a business case for mobile apps in terms of more revenue from apps compared to mobile sites then this need to be created</a:t>
            </a:r>
          </a:p>
          <a:p>
            <a:pPr marL="0" indent="0">
              <a:buNone/>
            </a:pPr>
            <a:endParaRPr lang="en-SG" dirty="0"/>
          </a:p>
        </p:txBody>
      </p:sp>
    </p:spTree>
    <p:extLst>
      <p:ext uri="{BB962C8B-B14F-4D97-AF65-F5344CB8AC3E}">
        <p14:creationId xmlns:p14="http://schemas.microsoft.com/office/powerpoint/2010/main" val="360960259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496723-B262-4737-B54E-770056DFC5A3}"/>
              </a:ext>
            </a:extLst>
          </p:cNvPr>
          <p:cNvSpPr>
            <a:spLocks noGrp="1"/>
          </p:cNvSpPr>
          <p:nvPr>
            <p:ph type="title"/>
          </p:nvPr>
        </p:nvSpPr>
        <p:spPr/>
        <p:txBody>
          <a:bodyPr>
            <a:normAutofit fontScale="90000"/>
          </a:bodyPr>
          <a:lstStyle/>
          <a:p>
            <a:r>
              <a:rPr lang="en-SG" sz="6000"/>
              <a:t>Digital Business Infrastructure </a:t>
            </a:r>
            <a:br>
              <a:rPr lang="en-SG" sz="6000"/>
            </a:br>
            <a:r>
              <a:rPr lang="en-SG" sz="4000">
                <a:solidFill>
                  <a:schemeClr val="accent2">
                    <a:lumMod val="75000"/>
                  </a:schemeClr>
                </a:solidFill>
              </a:rPr>
              <a:t>(Challenges of creating a mobile web presence) </a:t>
            </a:r>
            <a:br>
              <a:rPr lang="en-SG"/>
            </a:br>
            <a:endParaRPr lang="en-SG" dirty="0"/>
          </a:p>
        </p:txBody>
      </p:sp>
      <p:sp>
        <p:nvSpPr>
          <p:cNvPr id="3" name="Content Placeholder 2">
            <a:extLst>
              <a:ext uri="{FF2B5EF4-FFF2-40B4-BE49-F238E27FC236}">
                <a16:creationId xmlns:a16="http://schemas.microsoft.com/office/drawing/2014/main" id="{FAE4720C-08B5-4950-8F46-142789EC2E46}"/>
              </a:ext>
            </a:extLst>
          </p:cNvPr>
          <p:cNvSpPr>
            <a:spLocks noGrp="1"/>
          </p:cNvSpPr>
          <p:nvPr>
            <p:ph idx="1"/>
          </p:nvPr>
        </p:nvSpPr>
        <p:spPr>
          <a:xfrm>
            <a:off x="838200" y="2101850"/>
            <a:ext cx="10515600" cy="3670300"/>
          </a:xfrm>
        </p:spPr>
        <p:txBody>
          <a:bodyPr/>
          <a:lstStyle/>
          <a:p>
            <a:pPr marL="0" indent="0">
              <a:buNone/>
            </a:pPr>
            <a:r>
              <a:rPr lang="en-SG" b="1" u="sng" dirty="0"/>
              <a:t>Challenge 2 </a:t>
            </a:r>
          </a:p>
          <a:p>
            <a:pPr marL="0" indent="0">
              <a:buNone/>
            </a:pPr>
            <a:r>
              <a:rPr lang="en-SG" dirty="0"/>
              <a:t>Right Content</a:t>
            </a:r>
          </a:p>
          <a:p>
            <a:pPr marL="0" indent="0">
              <a:buNone/>
            </a:pPr>
            <a:endParaRPr lang="en-SG" dirty="0"/>
          </a:p>
          <a:p>
            <a:pPr marL="0" indent="0">
              <a:buNone/>
            </a:pPr>
            <a:r>
              <a:rPr lang="en-SG" b="1" u="sng" dirty="0"/>
              <a:t>Issue </a:t>
            </a:r>
          </a:p>
          <a:p>
            <a:pPr marL="0" indent="0">
              <a:buNone/>
            </a:pPr>
            <a:r>
              <a:rPr lang="en-SG" dirty="0"/>
              <a:t>Agree on clearly defined content plan (news&amp; info, entertainment, mobile commerce)</a:t>
            </a:r>
          </a:p>
          <a:p>
            <a:pPr marL="0" indent="0">
              <a:buNone/>
            </a:pPr>
            <a:endParaRPr lang="en-SG" dirty="0"/>
          </a:p>
        </p:txBody>
      </p:sp>
    </p:spTree>
    <p:extLst>
      <p:ext uri="{BB962C8B-B14F-4D97-AF65-F5344CB8AC3E}">
        <p14:creationId xmlns:p14="http://schemas.microsoft.com/office/powerpoint/2010/main" val="21790066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496723-B262-4737-B54E-770056DFC5A3}"/>
              </a:ext>
            </a:extLst>
          </p:cNvPr>
          <p:cNvSpPr>
            <a:spLocks noGrp="1"/>
          </p:cNvSpPr>
          <p:nvPr>
            <p:ph type="title"/>
          </p:nvPr>
        </p:nvSpPr>
        <p:spPr/>
        <p:txBody>
          <a:bodyPr>
            <a:normAutofit fontScale="90000"/>
          </a:bodyPr>
          <a:lstStyle/>
          <a:p>
            <a:r>
              <a:rPr lang="en-SG" sz="6000"/>
              <a:t>Digital Business Infrastructure </a:t>
            </a:r>
            <a:br>
              <a:rPr lang="en-SG" sz="6000"/>
            </a:br>
            <a:r>
              <a:rPr lang="en-SG" sz="4000">
                <a:solidFill>
                  <a:schemeClr val="accent2">
                    <a:lumMod val="75000"/>
                  </a:schemeClr>
                </a:solidFill>
              </a:rPr>
              <a:t>(Challenges of creating a mobile web presence) </a:t>
            </a:r>
            <a:br>
              <a:rPr lang="en-SG"/>
            </a:br>
            <a:endParaRPr lang="en-SG" dirty="0"/>
          </a:p>
        </p:txBody>
      </p:sp>
      <p:sp>
        <p:nvSpPr>
          <p:cNvPr id="3" name="Content Placeholder 2">
            <a:extLst>
              <a:ext uri="{FF2B5EF4-FFF2-40B4-BE49-F238E27FC236}">
                <a16:creationId xmlns:a16="http://schemas.microsoft.com/office/drawing/2014/main" id="{FAE4720C-08B5-4950-8F46-142789EC2E46}"/>
              </a:ext>
            </a:extLst>
          </p:cNvPr>
          <p:cNvSpPr>
            <a:spLocks noGrp="1"/>
          </p:cNvSpPr>
          <p:nvPr>
            <p:ph idx="1"/>
          </p:nvPr>
        </p:nvSpPr>
        <p:spPr>
          <a:xfrm>
            <a:off x="838200" y="2101850"/>
            <a:ext cx="10515600" cy="3670300"/>
          </a:xfrm>
        </p:spPr>
        <p:txBody>
          <a:bodyPr/>
          <a:lstStyle/>
          <a:p>
            <a:pPr marL="0" indent="0">
              <a:buNone/>
            </a:pPr>
            <a:r>
              <a:rPr lang="en-SG" b="1" u="sng" dirty="0"/>
              <a:t>Challenge 3</a:t>
            </a:r>
          </a:p>
          <a:p>
            <a:pPr marL="0" indent="0">
              <a:buNone/>
            </a:pPr>
            <a:r>
              <a:rPr lang="en-SG" dirty="0"/>
              <a:t>UX</a:t>
            </a:r>
          </a:p>
          <a:p>
            <a:pPr marL="0" indent="0">
              <a:buNone/>
            </a:pPr>
            <a:endParaRPr lang="en-SG" dirty="0"/>
          </a:p>
          <a:p>
            <a:pPr marL="0" indent="0">
              <a:buNone/>
            </a:pPr>
            <a:r>
              <a:rPr lang="en-SG" b="1" u="sng" dirty="0"/>
              <a:t>Issue </a:t>
            </a:r>
          </a:p>
          <a:p>
            <a:r>
              <a:rPr lang="en-SG" dirty="0"/>
              <a:t>Smaller screen size and lack of keyboard </a:t>
            </a:r>
          </a:p>
          <a:p>
            <a:r>
              <a:rPr lang="en-SG" dirty="0"/>
              <a:t>Make easy, </a:t>
            </a:r>
            <a:r>
              <a:rPr lang="en-SG"/>
              <a:t>simple navigation</a:t>
            </a:r>
            <a:endParaRPr lang="en-SG" dirty="0"/>
          </a:p>
          <a:p>
            <a:pPr marL="0" indent="0">
              <a:buNone/>
            </a:pPr>
            <a:endParaRPr lang="en-SG" dirty="0"/>
          </a:p>
        </p:txBody>
      </p:sp>
    </p:spTree>
    <p:extLst>
      <p:ext uri="{BB962C8B-B14F-4D97-AF65-F5344CB8AC3E}">
        <p14:creationId xmlns:p14="http://schemas.microsoft.com/office/powerpoint/2010/main" val="259501877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496723-B262-4737-B54E-770056DFC5A3}"/>
              </a:ext>
            </a:extLst>
          </p:cNvPr>
          <p:cNvSpPr>
            <a:spLocks noGrp="1"/>
          </p:cNvSpPr>
          <p:nvPr>
            <p:ph type="title"/>
          </p:nvPr>
        </p:nvSpPr>
        <p:spPr/>
        <p:txBody>
          <a:bodyPr>
            <a:normAutofit fontScale="90000"/>
          </a:bodyPr>
          <a:lstStyle/>
          <a:p>
            <a:r>
              <a:rPr lang="en-SG" sz="6000"/>
              <a:t>Digital Business Infrastructure </a:t>
            </a:r>
            <a:br>
              <a:rPr lang="en-SG" sz="6000"/>
            </a:br>
            <a:r>
              <a:rPr lang="en-SG" sz="4000">
                <a:solidFill>
                  <a:schemeClr val="accent2">
                    <a:lumMod val="75000"/>
                  </a:schemeClr>
                </a:solidFill>
              </a:rPr>
              <a:t>(Challenges of creating a mobile web presence) </a:t>
            </a:r>
            <a:br>
              <a:rPr lang="en-SG"/>
            </a:br>
            <a:endParaRPr lang="en-SG" dirty="0"/>
          </a:p>
        </p:txBody>
      </p:sp>
      <p:sp>
        <p:nvSpPr>
          <p:cNvPr id="3" name="Content Placeholder 2">
            <a:extLst>
              <a:ext uri="{FF2B5EF4-FFF2-40B4-BE49-F238E27FC236}">
                <a16:creationId xmlns:a16="http://schemas.microsoft.com/office/drawing/2014/main" id="{FAE4720C-08B5-4950-8F46-142789EC2E46}"/>
              </a:ext>
            </a:extLst>
          </p:cNvPr>
          <p:cNvSpPr>
            <a:spLocks noGrp="1"/>
          </p:cNvSpPr>
          <p:nvPr>
            <p:ph idx="1"/>
          </p:nvPr>
        </p:nvSpPr>
        <p:spPr>
          <a:xfrm>
            <a:off x="838200" y="2101850"/>
            <a:ext cx="10515600" cy="3670300"/>
          </a:xfrm>
        </p:spPr>
        <p:txBody>
          <a:bodyPr/>
          <a:lstStyle/>
          <a:p>
            <a:pPr marL="0" indent="0">
              <a:buNone/>
            </a:pPr>
            <a:r>
              <a:rPr lang="en-SG" b="1" u="sng" dirty="0"/>
              <a:t>Solution to Challenge 3</a:t>
            </a:r>
          </a:p>
          <a:p>
            <a:r>
              <a:rPr lang="en-SG" dirty="0"/>
              <a:t>Use simple navigation </a:t>
            </a:r>
          </a:p>
          <a:p>
            <a:r>
              <a:rPr lang="en-SG" dirty="0"/>
              <a:t>Use vertical instead of horizontal navigation</a:t>
            </a:r>
          </a:p>
          <a:p>
            <a:pPr marL="0" indent="0">
              <a:buNone/>
            </a:pPr>
            <a:endParaRPr lang="en-SG" dirty="0"/>
          </a:p>
        </p:txBody>
      </p:sp>
    </p:spTree>
    <p:extLst>
      <p:ext uri="{BB962C8B-B14F-4D97-AF65-F5344CB8AC3E}">
        <p14:creationId xmlns:p14="http://schemas.microsoft.com/office/powerpoint/2010/main" val="167928785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496723-B262-4737-B54E-770056DFC5A3}"/>
              </a:ext>
            </a:extLst>
          </p:cNvPr>
          <p:cNvSpPr>
            <a:spLocks noGrp="1"/>
          </p:cNvSpPr>
          <p:nvPr>
            <p:ph type="title"/>
          </p:nvPr>
        </p:nvSpPr>
        <p:spPr/>
        <p:txBody>
          <a:bodyPr>
            <a:normAutofit fontScale="90000"/>
          </a:bodyPr>
          <a:lstStyle/>
          <a:p>
            <a:r>
              <a:rPr lang="en-SG" sz="6000"/>
              <a:t>Digital Business Infrastructure </a:t>
            </a:r>
            <a:br>
              <a:rPr lang="en-SG" sz="6000"/>
            </a:br>
            <a:r>
              <a:rPr lang="en-SG" sz="4000">
                <a:solidFill>
                  <a:schemeClr val="accent2">
                    <a:lumMod val="75000"/>
                  </a:schemeClr>
                </a:solidFill>
              </a:rPr>
              <a:t>(Challenges of creating a mobile web presence) </a:t>
            </a:r>
            <a:br>
              <a:rPr lang="en-SG"/>
            </a:br>
            <a:endParaRPr lang="en-SG" dirty="0"/>
          </a:p>
        </p:txBody>
      </p:sp>
      <p:sp>
        <p:nvSpPr>
          <p:cNvPr id="3" name="Content Placeholder 2">
            <a:extLst>
              <a:ext uri="{FF2B5EF4-FFF2-40B4-BE49-F238E27FC236}">
                <a16:creationId xmlns:a16="http://schemas.microsoft.com/office/drawing/2014/main" id="{FAE4720C-08B5-4950-8F46-142789EC2E46}"/>
              </a:ext>
            </a:extLst>
          </p:cNvPr>
          <p:cNvSpPr>
            <a:spLocks noGrp="1"/>
          </p:cNvSpPr>
          <p:nvPr>
            <p:ph idx="1"/>
          </p:nvPr>
        </p:nvSpPr>
        <p:spPr>
          <a:xfrm>
            <a:off x="838200" y="2101850"/>
            <a:ext cx="10515600" cy="3670300"/>
          </a:xfrm>
        </p:spPr>
        <p:txBody>
          <a:bodyPr/>
          <a:lstStyle/>
          <a:p>
            <a:pPr marL="0" indent="0">
              <a:buNone/>
            </a:pPr>
            <a:r>
              <a:rPr lang="en-SG" b="1" u="sng" dirty="0"/>
              <a:t>Challenge 4</a:t>
            </a:r>
          </a:p>
          <a:p>
            <a:pPr marL="0" indent="0">
              <a:buNone/>
            </a:pPr>
            <a:r>
              <a:rPr lang="en-SG" dirty="0"/>
              <a:t>Promotion</a:t>
            </a:r>
          </a:p>
          <a:p>
            <a:pPr marL="0" indent="0">
              <a:buNone/>
            </a:pPr>
            <a:endParaRPr lang="en-SG" dirty="0"/>
          </a:p>
          <a:p>
            <a:pPr marL="0" indent="0">
              <a:buNone/>
            </a:pPr>
            <a:r>
              <a:rPr lang="en-SG" b="1" u="sng" dirty="0"/>
              <a:t>Issue </a:t>
            </a:r>
          </a:p>
          <a:p>
            <a:r>
              <a:rPr lang="en-SG" dirty="0"/>
              <a:t>Mobile users want to find you quickly and easily on the mobile Internet</a:t>
            </a:r>
          </a:p>
          <a:p>
            <a:pPr marL="0" indent="0">
              <a:buNone/>
            </a:pPr>
            <a:endParaRPr lang="en-SG" dirty="0"/>
          </a:p>
        </p:txBody>
      </p:sp>
    </p:spTree>
    <p:extLst>
      <p:ext uri="{BB962C8B-B14F-4D97-AF65-F5344CB8AC3E}">
        <p14:creationId xmlns:p14="http://schemas.microsoft.com/office/powerpoint/2010/main" val="113737137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496723-B262-4737-B54E-770056DFC5A3}"/>
              </a:ext>
            </a:extLst>
          </p:cNvPr>
          <p:cNvSpPr>
            <a:spLocks noGrp="1"/>
          </p:cNvSpPr>
          <p:nvPr>
            <p:ph type="title"/>
          </p:nvPr>
        </p:nvSpPr>
        <p:spPr/>
        <p:txBody>
          <a:bodyPr>
            <a:normAutofit fontScale="90000"/>
          </a:bodyPr>
          <a:lstStyle/>
          <a:p>
            <a:r>
              <a:rPr lang="en-SG" sz="6000"/>
              <a:t>Digital Business Infrastructure </a:t>
            </a:r>
            <a:br>
              <a:rPr lang="en-SG" sz="6000"/>
            </a:br>
            <a:r>
              <a:rPr lang="en-SG" sz="4000">
                <a:solidFill>
                  <a:schemeClr val="accent2">
                    <a:lumMod val="75000"/>
                  </a:schemeClr>
                </a:solidFill>
              </a:rPr>
              <a:t>(Challenges of creating a mobile web presence) </a:t>
            </a:r>
            <a:br>
              <a:rPr lang="en-SG"/>
            </a:br>
            <a:endParaRPr lang="en-SG" dirty="0"/>
          </a:p>
        </p:txBody>
      </p:sp>
      <p:sp>
        <p:nvSpPr>
          <p:cNvPr id="3" name="Content Placeholder 2">
            <a:extLst>
              <a:ext uri="{FF2B5EF4-FFF2-40B4-BE49-F238E27FC236}">
                <a16:creationId xmlns:a16="http://schemas.microsoft.com/office/drawing/2014/main" id="{FAE4720C-08B5-4950-8F46-142789EC2E46}"/>
              </a:ext>
            </a:extLst>
          </p:cNvPr>
          <p:cNvSpPr>
            <a:spLocks noGrp="1"/>
          </p:cNvSpPr>
          <p:nvPr>
            <p:ph idx="1"/>
          </p:nvPr>
        </p:nvSpPr>
        <p:spPr>
          <a:xfrm>
            <a:off x="838200" y="2101850"/>
            <a:ext cx="10515600" cy="3670300"/>
          </a:xfrm>
        </p:spPr>
        <p:txBody>
          <a:bodyPr/>
          <a:lstStyle/>
          <a:p>
            <a:pPr marL="0" indent="0">
              <a:buNone/>
            </a:pPr>
            <a:r>
              <a:rPr lang="en-SG" b="1" u="sng" dirty="0"/>
              <a:t>Solution to Challenge 4</a:t>
            </a:r>
          </a:p>
          <a:p>
            <a:r>
              <a:rPr lang="en-SG" dirty="0"/>
              <a:t>Use all media channels to drive traffic</a:t>
            </a:r>
          </a:p>
          <a:p>
            <a:r>
              <a:rPr lang="en-SG" dirty="0"/>
              <a:t>Use trackable link to detect which ones evaluate channel efficiently</a:t>
            </a:r>
          </a:p>
          <a:p>
            <a:pPr marL="0" indent="0">
              <a:buNone/>
            </a:pPr>
            <a:endParaRPr lang="en-SG" dirty="0"/>
          </a:p>
        </p:txBody>
      </p:sp>
    </p:spTree>
    <p:extLst>
      <p:ext uri="{BB962C8B-B14F-4D97-AF65-F5344CB8AC3E}">
        <p14:creationId xmlns:p14="http://schemas.microsoft.com/office/powerpoint/2010/main" val="115417250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496723-B262-4737-B54E-770056DFC5A3}"/>
              </a:ext>
            </a:extLst>
          </p:cNvPr>
          <p:cNvSpPr>
            <a:spLocks noGrp="1"/>
          </p:cNvSpPr>
          <p:nvPr>
            <p:ph type="title"/>
          </p:nvPr>
        </p:nvSpPr>
        <p:spPr/>
        <p:txBody>
          <a:bodyPr>
            <a:normAutofit fontScale="90000"/>
          </a:bodyPr>
          <a:lstStyle/>
          <a:p>
            <a:r>
              <a:rPr lang="en-SG" sz="6000" dirty="0"/>
              <a:t>Digital Business Infrastructure </a:t>
            </a:r>
            <a:br>
              <a:rPr lang="en-SG" sz="6000" dirty="0"/>
            </a:br>
            <a:r>
              <a:rPr lang="en-SG" sz="4000" dirty="0">
                <a:solidFill>
                  <a:schemeClr val="accent2">
                    <a:lumMod val="75000"/>
                  </a:schemeClr>
                </a:solidFill>
              </a:rPr>
              <a:t>(Challenges of creating a mobile web presence) </a:t>
            </a:r>
            <a:br>
              <a:rPr lang="en-SG" dirty="0"/>
            </a:br>
            <a:endParaRPr lang="en-SG" dirty="0"/>
          </a:p>
        </p:txBody>
      </p:sp>
      <p:sp>
        <p:nvSpPr>
          <p:cNvPr id="3" name="Content Placeholder 2">
            <a:extLst>
              <a:ext uri="{FF2B5EF4-FFF2-40B4-BE49-F238E27FC236}">
                <a16:creationId xmlns:a16="http://schemas.microsoft.com/office/drawing/2014/main" id="{FAE4720C-08B5-4950-8F46-142789EC2E46}"/>
              </a:ext>
            </a:extLst>
          </p:cNvPr>
          <p:cNvSpPr>
            <a:spLocks noGrp="1"/>
          </p:cNvSpPr>
          <p:nvPr>
            <p:ph idx="1"/>
          </p:nvPr>
        </p:nvSpPr>
        <p:spPr>
          <a:xfrm>
            <a:off x="838200" y="2101850"/>
            <a:ext cx="10515600" cy="3670300"/>
          </a:xfrm>
        </p:spPr>
        <p:txBody>
          <a:bodyPr/>
          <a:lstStyle/>
          <a:p>
            <a:pPr marL="0" indent="0">
              <a:buNone/>
            </a:pPr>
            <a:r>
              <a:rPr lang="en-SG" b="1" u="sng" dirty="0"/>
              <a:t>Solution to Challenge 4</a:t>
            </a:r>
          </a:p>
          <a:p>
            <a:r>
              <a:rPr lang="en-SG" dirty="0"/>
              <a:t>Use all media channels to drive traffic</a:t>
            </a:r>
          </a:p>
          <a:p>
            <a:r>
              <a:rPr lang="en-SG" dirty="0"/>
              <a:t>Use trackable link to detect which ones evaluate channel efficiently</a:t>
            </a:r>
          </a:p>
          <a:p>
            <a:pPr marL="0" indent="0">
              <a:buNone/>
            </a:pPr>
            <a:endParaRPr lang="en-SG" dirty="0"/>
          </a:p>
        </p:txBody>
      </p:sp>
    </p:spTree>
    <p:extLst>
      <p:ext uri="{BB962C8B-B14F-4D97-AF65-F5344CB8AC3E}">
        <p14:creationId xmlns:p14="http://schemas.microsoft.com/office/powerpoint/2010/main" val="28514137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496723-B262-4737-B54E-770056DFC5A3}"/>
              </a:ext>
            </a:extLst>
          </p:cNvPr>
          <p:cNvSpPr>
            <a:spLocks noGrp="1"/>
          </p:cNvSpPr>
          <p:nvPr>
            <p:ph type="title"/>
          </p:nvPr>
        </p:nvSpPr>
        <p:spPr/>
        <p:txBody>
          <a:bodyPr>
            <a:normAutofit fontScale="90000"/>
          </a:bodyPr>
          <a:lstStyle/>
          <a:p>
            <a:r>
              <a:rPr lang="en-SG" sz="6000" dirty="0"/>
              <a:t>Digital Business Infrastructure </a:t>
            </a:r>
            <a:br>
              <a:rPr lang="en-SG" sz="6000" dirty="0"/>
            </a:br>
            <a:r>
              <a:rPr lang="en-SG" sz="4000" dirty="0">
                <a:solidFill>
                  <a:schemeClr val="accent2">
                    <a:lumMod val="75000"/>
                  </a:schemeClr>
                </a:solidFill>
              </a:rPr>
              <a:t>(Taking the mobile vs. site decision) </a:t>
            </a:r>
            <a:br>
              <a:rPr lang="en-SG" dirty="0"/>
            </a:br>
            <a:endParaRPr lang="en-SG" dirty="0"/>
          </a:p>
        </p:txBody>
      </p:sp>
      <p:sp>
        <p:nvSpPr>
          <p:cNvPr id="3" name="Content Placeholder 2">
            <a:extLst>
              <a:ext uri="{FF2B5EF4-FFF2-40B4-BE49-F238E27FC236}">
                <a16:creationId xmlns:a16="http://schemas.microsoft.com/office/drawing/2014/main" id="{FAE4720C-08B5-4950-8F46-142789EC2E46}"/>
              </a:ext>
            </a:extLst>
          </p:cNvPr>
          <p:cNvSpPr>
            <a:spLocks noGrp="1"/>
          </p:cNvSpPr>
          <p:nvPr>
            <p:ph idx="1"/>
          </p:nvPr>
        </p:nvSpPr>
        <p:spPr>
          <a:xfrm>
            <a:off x="838200" y="2630183"/>
            <a:ext cx="10515600" cy="3935004"/>
          </a:xfrm>
        </p:spPr>
        <p:txBody>
          <a:bodyPr>
            <a:normAutofit/>
          </a:bodyPr>
          <a:lstStyle/>
          <a:p>
            <a:r>
              <a:rPr lang="en-SG" sz="3200" dirty="0"/>
              <a:t>Are the apps a strategic priority?</a:t>
            </a:r>
          </a:p>
          <a:p>
            <a:r>
              <a:rPr lang="en-SG" sz="3200" dirty="0"/>
              <a:t>Do we need to build our own app and/or leverage in an existing apps?</a:t>
            </a:r>
          </a:p>
          <a:p>
            <a:r>
              <a:rPr lang="en-SG" sz="3200" dirty="0"/>
              <a:t>Free or paid apps?</a:t>
            </a:r>
          </a:p>
          <a:p>
            <a:r>
              <a:rPr lang="en-SG" sz="3200" dirty="0"/>
              <a:t>Which category of applications to target?</a:t>
            </a:r>
          </a:p>
          <a:p>
            <a:r>
              <a:rPr lang="en-SG" sz="3200" dirty="0"/>
              <a:t>How to best promote the app?</a:t>
            </a:r>
          </a:p>
          <a:p>
            <a:r>
              <a:rPr lang="en-SG" sz="3200" dirty="0"/>
              <a:t>How to refine apps inline with feedback?</a:t>
            </a:r>
          </a:p>
        </p:txBody>
      </p:sp>
      <p:sp>
        <p:nvSpPr>
          <p:cNvPr id="4" name="TextBox 3">
            <a:extLst>
              <a:ext uri="{FF2B5EF4-FFF2-40B4-BE49-F238E27FC236}">
                <a16:creationId xmlns:a16="http://schemas.microsoft.com/office/drawing/2014/main" id="{17D5E294-53B6-4FE9-B970-00C1E8029327}"/>
              </a:ext>
            </a:extLst>
          </p:cNvPr>
          <p:cNvSpPr txBox="1"/>
          <p:nvPr/>
        </p:nvSpPr>
        <p:spPr>
          <a:xfrm>
            <a:off x="838200" y="1690688"/>
            <a:ext cx="4052299" cy="646331"/>
          </a:xfrm>
          <a:prstGeom prst="rect">
            <a:avLst/>
          </a:prstGeom>
          <a:solidFill>
            <a:schemeClr val="accent4">
              <a:lumMod val="60000"/>
              <a:lumOff val="40000"/>
            </a:schemeClr>
          </a:solidFill>
        </p:spPr>
        <p:txBody>
          <a:bodyPr wrap="square" rtlCol="0">
            <a:spAutoFit/>
          </a:bodyPr>
          <a:lstStyle/>
          <a:p>
            <a:r>
              <a:rPr lang="en-SG" sz="3600" dirty="0"/>
              <a:t>Key Questions to ask</a:t>
            </a:r>
          </a:p>
        </p:txBody>
      </p:sp>
    </p:spTree>
    <p:extLst>
      <p:ext uri="{BB962C8B-B14F-4D97-AF65-F5344CB8AC3E}">
        <p14:creationId xmlns:p14="http://schemas.microsoft.com/office/powerpoint/2010/main" val="140167384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AD339F-CD4B-4FCC-AADD-4449CCA42FB7}"/>
              </a:ext>
            </a:extLst>
          </p:cNvPr>
          <p:cNvSpPr>
            <a:spLocks noGrp="1"/>
          </p:cNvSpPr>
          <p:nvPr>
            <p:ph type="title"/>
          </p:nvPr>
        </p:nvSpPr>
        <p:spPr/>
        <p:txBody>
          <a:bodyPr/>
          <a:lstStyle/>
          <a:p>
            <a:r>
              <a:rPr lang="en-SG" dirty="0"/>
              <a:t>Activity 3.3</a:t>
            </a:r>
          </a:p>
        </p:txBody>
      </p:sp>
      <p:sp>
        <p:nvSpPr>
          <p:cNvPr id="3" name="Content Placeholder 2">
            <a:extLst>
              <a:ext uri="{FF2B5EF4-FFF2-40B4-BE49-F238E27FC236}">
                <a16:creationId xmlns:a16="http://schemas.microsoft.com/office/drawing/2014/main" id="{1040C2EB-69A2-43FE-875B-BD02C0C4F430}"/>
              </a:ext>
            </a:extLst>
          </p:cNvPr>
          <p:cNvSpPr>
            <a:spLocks noGrp="1"/>
          </p:cNvSpPr>
          <p:nvPr>
            <p:ph idx="1"/>
          </p:nvPr>
        </p:nvSpPr>
        <p:spPr/>
        <p:txBody>
          <a:bodyPr/>
          <a:lstStyle/>
          <a:p>
            <a:r>
              <a:rPr lang="en-SG" dirty="0"/>
              <a:t>Refer to your book for Activity 3.3</a:t>
            </a:r>
          </a:p>
        </p:txBody>
      </p:sp>
    </p:spTree>
    <p:extLst>
      <p:ext uri="{BB962C8B-B14F-4D97-AF65-F5344CB8AC3E}">
        <p14:creationId xmlns:p14="http://schemas.microsoft.com/office/powerpoint/2010/main" val="84284539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496723-B262-4737-B54E-770056DFC5A3}"/>
              </a:ext>
            </a:extLst>
          </p:cNvPr>
          <p:cNvSpPr>
            <a:spLocks noGrp="1"/>
          </p:cNvSpPr>
          <p:nvPr>
            <p:ph type="title"/>
          </p:nvPr>
        </p:nvSpPr>
        <p:spPr>
          <a:xfrm>
            <a:off x="766281" y="591156"/>
            <a:ext cx="10515600" cy="1325563"/>
          </a:xfrm>
        </p:spPr>
        <p:txBody>
          <a:bodyPr>
            <a:normAutofit fontScale="90000"/>
          </a:bodyPr>
          <a:lstStyle/>
          <a:p>
            <a:r>
              <a:rPr lang="en-SG" sz="6000" dirty="0"/>
              <a:t>Digital Business Infrastructure </a:t>
            </a:r>
            <a:br>
              <a:rPr lang="en-SG" sz="6000" dirty="0"/>
            </a:br>
            <a:r>
              <a:rPr lang="en-SG" sz="4000" dirty="0">
                <a:solidFill>
                  <a:schemeClr val="accent2">
                    <a:lumMod val="75000"/>
                  </a:schemeClr>
                </a:solidFill>
              </a:rPr>
              <a:t>(Summary of Mobile or Wireless Internet access consumer proposition) </a:t>
            </a:r>
            <a:br>
              <a:rPr lang="en-SG" dirty="0"/>
            </a:br>
            <a:endParaRPr lang="en-SG" dirty="0"/>
          </a:p>
        </p:txBody>
      </p:sp>
      <p:graphicFrame>
        <p:nvGraphicFramePr>
          <p:cNvPr id="6" name="Table 6">
            <a:extLst>
              <a:ext uri="{FF2B5EF4-FFF2-40B4-BE49-F238E27FC236}">
                <a16:creationId xmlns:a16="http://schemas.microsoft.com/office/drawing/2014/main" id="{7441D855-0C51-4189-8235-DE53B43AA7BE}"/>
              </a:ext>
            </a:extLst>
          </p:cNvPr>
          <p:cNvGraphicFramePr>
            <a:graphicFrameLocks noGrp="1"/>
          </p:cNvGraphicFramePr>
          <p:nvPr>
            <p:extLst>
              <p:ext uri="{D42A27DB-BD31-4B8C-83A1-F6EECF244321}">
                <p14:modId xmlns:p14="http://schemas.microsoft.com/office/powerpoint/2010/main" val="1904659503"/>
              </p:ext>
            </p:extLst>
          </p:nvPr>
        </p:nvGraphicFramePr>
        <p:xfrm>
          <a:off x="973762" y="2188870"/>
          <a:ext cx="10515600" cy="4089668"/>
        </p:xfrm>
        <a:graphic>
          <a:graphicData uri="http://schemas.openxmlformats.org/drawingml/2006/table">
            <a:tbl>
              <a:tblPr firstRow="1" bandRow="1">
                <a:tableStyleId>{5C22544A-7EE6-4342-B048-85BDC9FD1C3A}</a:tableStyleId>
              </a:tblPr>
              <a:tblGrid>
                <a:gridCol w="5257800">
                  <a:extLst>
                    <a:ext uri="{9D8B030D-6E8A-4147-A177-3AD203B41FA5}">
                      <a16:colId xmlns:a16="http://schemas.microsoft.com/office/drawing/2014/main" val="1732953800"/>
                    </a:ext>
                  </a:extLst>
                </a:gridCol>
                <a:gridCol w="5257800">
                  <a:extLst>
                    <a:ext uri="{9D8B030D-6E8A-4147-A177-3AD203B41FA5}">
                      <a16:colId xmlns:a16="http://schemas.microsoft.com/office/drawing/2014/main" val="1463591400"/>
                    </a:ext>
                  </a:extLst>
                </a:gridCol>
              </a:tblGrid>
              <a:tr h="523508">
                <a:tc>
                  <a:txBody>
                    <a:bodyPr/>
                    <a:lstStyle/>
                    <a:p>
                      <a:r>
                        <a:rPr lang="en-SG" sz="2400" dirty="0"/>
                        <a:t>Elements of proposition</a:t>
                      </a:r>
                    </a:p>
                  </a:txBody>
                  <a:tcPr/>
                </a:tc>
                <a:tc>
                  <a:txBody>
                    <a:bodyPr/>
                    <a:lstStyle/>
                    <a:p>
                      <a:r>
                        <a:rPr lang="en-SG" sz="2400" dirty="0"/>
                        <a:t>Evaluation</a:t>
                      </a:r>
                    </a:p>
                  </a:txBody>
                  <a:tcPr/>
                </a:tc>
                <a:extLst>
                  <a:ext uri="{0D108BD9-81ED-4DB2-BD59-A6C34878D82A}">
                    <a16:rowId xmlns:a16="http://schemas.microsoft.com/office/drawing/2014/main" val="3164893848"/>
                  </a:ext>
                </a:extLst>
              </a:tr>
              <a:tr h="523508">
                <a:tc>
                  <a:txBody>
                    <a:bodyPr/>
                    <a:lstStyle/>
                    <a:p>
                      <a:r>
                        <a:rPr lang="en-SG" sz="2400" dirty="0"/>
                        <a:t>No fixed Location</a:t>
                      </a:r>
                    </a:p>
                  </a:txBody>
                  <a:tcPr/>
                </a:tc>
                <a:tc>
                  <a:txBody>
                    <a:bodyPr/>
                    <a:lstStyle/>
                    <a:p>
                      <a:r>
                        <a:rPr lang="en-SG" sz="2400" dirty="0"/>
                        <a:t>The user is freed from the need to access via the desktop, making access possible when commuting</a:t>
                      </a:r>
                    </a:p>
                  </a:txBody>
                  <a:tcPr/>
                </a:tc>
                <a:extLst>
                  <a:ext uri="{0D108BD9-81ED-4DB2-BD59-A6C34878D82A}">
                    <a16:rowId xmlns:a16="http://schemas.microsoft.com/office/drawing/2014/main" val="1947891507"/>
                  </a:ext>
                </a:extLst>
              </a:tr>
              <a:tr h="523508">
                <a:tc>
                  <a:txBody>
                    <a:bodyPr/>
                    <a:lstStyle/>
                    <a:p>
                      <a:r>
                        <a:rPr lang="en-SG" sz="2400" dirty="0"/>
                        <a:t>Location-based service</a:t>
                      </a:r>
                    </a:p>
                  </a:txBody>
                  <a:tcPr/>
                </a:tc>
                <a:tc>
                  <a:txBody>
                    <a:bodyPr/>
                    <a:lstStyle/>
                    <a:p>
                      <a:r>
                        <a:rPr lang="en-SG" sz="2400" dirty="0"/>
                        <a:t>Mobiles can be used to give geographically based services, e.g. offer in a particular shopping centre. </a:t>
                      </a:r>
                    </a:p>
                  </a:txBody>
                  <a:tcPr/>
                </a:tc>
                <a:extLst>
                  <a:ext uri="{0D108BD9-81ED-4DB2-BD59-A6C34878D82A}">
                    <a16:rowId xmlns:a16="http://schemas.microsoft.com/office/drawing/2014/main" val="1830646761"/>
                  </a:ext>
                </a:extLst>
              </a:tr>
              <a:tr h="523508">
                <a:tc>
                  <a:txBody>
                    <a:bodyPr/>
                    <a:lstStyle/>
                    <a:p>
                      <a:r>
                        <a:rPr lang="en-SG" sz="2400" dirty="0"/>
                        <a:t>Instant access/convenience</a:t>
                      </a:r>
                    </a:p>
                  </a:txBody>
                  <a:tcPr/>
                </a:tc>
                <a:tc>
                  <a:txBody>
                    <a:bodyPr/>
                    <a:lstStyle/>
                    <a:p>
                      <a:r>
                        <a:rPr lang="en-SG" sz="2400" dirty="0"/>
                        <a:t>The latest GPRS and 4G services are always-on, avoiding the need for lengthy connection</a:t>
                      </a:r>
                    </a:p>
                  </a:txBody>
                  <a:tcPr/>
                </a:tc>
                <a:extLst>
                  <a:ext uri="{0D108BD9-81ED-4DB2-BD59-A6C34878D82A}">
                    <a16:rowId xmlns:a16="http://schemas.microsoft.com/office/drawing/2014/main" val="1476203809"/>
                  </a:ext>
                </a:extLst>
              </a:tr>
            </a:tbl>
          </a:graphicData>
        </a:graphic>
      </p:graphicFrame>
    </p:spTree>
    <p:extLst>
      <p:ext uri="{BB962C8B-B14F-4D97-AF65-F5344CB8AC3E}">
        <p14:creationId xmlns:p14="http://schemas.microsoft.com/office/powerpoint/2010/main" val="154641318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496723-B262-4737-B54E-770056DFC5A3}"/>
              </a:ext>
            </a:extLst>
          </p:cNvPr>
          <p:cNvSpPr>
            <a:spLocks noGrp="1"/>
          </p:cNvSpPr>
          <p:nvPr>
            <p:ph type="title"/>
          </p:nvPr>
        </p:nvSpPr>
        <p:spPr>
          <a:xfrm>
            <a:off x="766281" y="591156"/>
            <a:ext cx="10515600" cy="1325563"/>
          </a:xfrm>
        </p:spPr>
        <p:txBody>
          <a:bodyPr>
            <a:normAutofit fontScale="90000"/>
          </a:bodyPr>
          <a:lstStyle/>
          <a:p>
            <a:r>
              <a:rPr lang="en-SG" sz="6000" dirty="0"/>
              <a:t>Digital Business Infrastructure </a:t>
            </a:r>
            <a:br>
              <a:rPr lang="en-SG" sz="6000" dirty="0"/>
            </a:br>
            <a:r>
              <a:rPr lang="en-SG" sz="4000" dirty="0">
                <a:solidFill>
                  <a:schemeClr val="accent2">
                    <a:lumMod val="75000"/>
                  </a:schemeClr>
                </a:solidFill>
              </a:rPr>
              <a:t>(Summary of Mobile or Wireless Internet access consumer proposition) </a:t>
            </a:r>
            <a:br>
              <a:rPr lang="en-SG" dirty="0"/>
            </a:br>
            <a:endParaRPr lang="en-SG" dirty="0"/>
          </a:p>
        </p:txBody>
      </p:sp>
      <p:graphicFrame>
        <p:nvGraphicFramePr>
          <p:cNvPr id="6" name="Table 6">
            <a:extLst>
              <a:ext uri="{FF2B5EF4-FFF2-40B4-BE49-F238E27FC236}">
                <a16:creationId xmlns:a16="http://schemas.microsoft.com/office/drawing/2014/main" id="{7441D855-0C51-4189-8235-DE53B43AA7BE}"/>
              </a:ext>
            </a:extLst>
          </p:cNvPr>
          <p:cNvGraphicFramePr>
            <a:graphicFrameLocks noGrp="1"/>
          </p:cNvGraphicFramePr>
          <p:nvPr>
            <p:extLst>
              <p:ext uri="{D42A27DB-BD31-4B8C-83A1-F6EECF244321}">
                <p14:modId xmlns:p14="http://schemas.microsoft.com/office/powerpoint/2010/main" val="3211836696"/>
              </p:ext>
            </p:extLst>
          </p:nvPr>
        </p:nvGraphicFramePr>
        <p:xfrm>
          <a:off x="1049962" y="2026945"/>
          <a:ext cx="10515600" cy="3998228"/>
        </p:xfrm>
        <a:graphic>
          <a:graphicData uri="http://schemas.openxmlformats.org/drawingml/2006/table">
            <a:tbl>
              <a:tblPr firstRow="1" bandRow="1">
                <a:tableStyleId>{5C22544A-7EE6-4342-B048-85BDC9FD1C3A}</a:tableStyleId>
              </a:tblPr>
              <a:tblGrid>
                <a:gridCol w="5257800">
                  <a:extLst>
                    <a:ext uri="{9D8B030D-6E8A-4147-A177-3AD203B41FA5}">
                      <a16:colId xmlns:a16="http://schemas.microsoft.com/office/drawing/2014/main" val="1732953800"/>
                    </a:ext>
                  </a:extLst>
                </a:gridCol>
                <a:gridCol w="5257800">
                  <a:extLst>
                    <a:ext uri="{9D8B030D-6E8A-4147-A177-3AD203B41FA5}">
                      <a16:colId xmlns:a16="http://schemas.microsoft.com/office/drawing/2014/main" val="1463591400"/>
                    </a:ext>
                  </a:extLst>
                </a:gridCol>
              </a:tblGrid>
              <a:tr h="523508">
                <a:tc>
                  <a:txBody>
                    <a:bodyPr/>
                    <a:lstStyle/>
                    <a:p>
                      <a:r>
                        <a:rPr lang="en-SG" sz="2400" dirty="0"/>
                        <a:t>Elements of proposition</a:t>
                      </a:r>
                    </a:p>
                  </a:txBody>
                  <a:tcPr/>
                </a:tc>
                <a:tc>
                  <a:txBody>
                    <a:bodyPr/>
                    <a:lstStyle/>
                    <a:p>
                      <a:r>
                        <a:rPr lang="en-SG" sz="2400" dirty="0"/>
                        <a:t>Evaluation</a:t>
                      </a:r>
                    </a:p>
                  </a:txBody>
                  <a:tcPr/>
                </a:tc>
                <a:extLst>
                  <a:ext uri="{0D108BD9-81ED-4DB2-BD59-A6C34878D82A}">
                    <a16:rowId xmlns:a16="http://schemas.microsoft.com/office/drawing/2014/main" val="3164893848"/>
                  </a:ext>
                </a:extLst>
              </a:tr>
              <a:tr h="523508">
                <a:tc>
                  <a:txBody>
                    <a:bodyPr/>
                    <a:lstStyle/>
                    <a:p>
                      <a:r>
                        <a:rPr lang="en-SG" sz="2400" dirty="0"/>
                        <a:t>Privacy</a:t>
                      </a:r>
                    </a:p>
                  </a:txBody>
                  <a:tcPr/>
                </a:tc>
                <a:tc>
                  <a:txBody>
                    <a:bodyPr/>
                    <a:lstStyle/>
                    <a:p>
                      <a:r>
                        <a:rPr lang="en-SG" sz="2400" dirty="0"/>
                        <a:t>Mobiles are more private than desktop access, making them more suitable for social use for a certain activity such as an alert service when looking for a new job and etc.</a:t>
                      </a:r>
                    </a:p>
                  </a:txBody>
                  <a:tcPr/>
                </a:tc>
                <a:extLst>
                  <a:ext uri="{0D108BD9-81ED-4DB2-BD59-A6C34878D82A}">
                    <a16:rowId xmlns:a16="http://schemas.microsoft.com/office/drawing/2014/main" val="1947891507"/>
                  </a:ext>
                </a:extLst>
              </a:tr>
              <a:tr h="523508">
                <a:tc>
                  <a:txBody>
                    <a:bodyPr/>
                    <a:lstStyle/>
                    <a:p>
                      <a:r>
                        <a:rPr lang="en-SG" sz="2400" dirty="0"/>
                        <a:t>Personalization</a:t>
                      </a:r>
                    </a:p>
                  </a:txBody>
                  <a:tcPr/>
                </a:tc>
                <a:tc>
                  <a:txBody>
                    <a:bodyPr/>
                    <a:lstStyle/>
                    <a:p>
                      <a:r>
                        <a:rPr lang="en-SG" sz="2400" dirty="0"/>
                        <a:t>As with PC access, personal information and services can be requested by the user, although these often need to be set up.</a:t>
                      </a:r>
                    </a:p>
                  </a:txBody>
                  <a:tcPr/>
                </a:tc>
                <a:extLst>
                  <a:ext uri="{0D108BD9-81ED-4DB2-BD59-A6C34878D82A}">
                    <a16:rowId xmlns:a16="http://schemas.microsoft.com/office/drawing/2014/main" val="1830646761"/>
                  </a:ext>
                </a:extLst>
              </a:tr>
            </a:tbl>
          </a:graphicData>
        </a:graphic>
      </p:graphicFrame>
    </p:spTree>
    <p:extLst>
      <p:ext uri="{BB962C8B-B14F-4D97-AF65-F5344CB8AC3E}">
        <p14:creationId xmlns:p14="http://schemas.microsoft.com/office/powerpoint/2010/main" val="336611347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 name="Rectangle 29">
            <a:extLst>
              <a:ext uri="{FF2B5EF4-FFF2-40B4-BE49-F238E27FC236}">
                <a16:creationId xmlns:a16="http://schemas.microsoft.com/office/drawing/2014/main" id="{122F9423-F4B1-45D4-8445-E9991ECCBC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FD8402FE-28D8-40DD-8BA6-C2DA7AF22DBD}"/>
              </a:ext>
            </a:extLst>
          </p:cNvPr>
          <p:cNvSpPr>
            <a:spLocks noGrp="1"/>
          </p:cNvSpPr>
          <p:nvPr>
            <p:ph type="title"/>
          </p:nvPr>
        </p:nvSpPr>
        <p:spPr>
          <a:xfrm>
            <a:off x="2001520" y="518648"/>
            <a:ext cx="9966959" cy="1442231"/>
          </a:xfrm>
        </p:spPr>
        <p:txBody>
          <a:bodyPr vert="horz" lIns="91440" tIns="45720" rIns="91440" bIns="45720" rtlCol="0" anchor="ctr">
            <a:normAutofit/>
          </a:bodyPr>
          <a:lstStyle/>
          <a:p>
            <a:r>
              <a:rPr lang="en-US" sz="4800" kern="1200" dirty="0">
                <a:latin typeface="+mj-lt"/>
                <a:ea typeface="+mj-ea"/>
                <a:cs typeface="+mj-cs"/>
              </a:rPr>
              <a:t>Management Issues in creating a new </a:t>
            </a:r>
            <a:br>
              <a:rPr lang="en-US" sz="4800" kern="1200" dirty="0">
                <a:latin typeface="+mj-lt"/>
                <a:ea typeface="+mj-ea"/>
                <a:cs typeface="+mj-cs"/>
              </a:rPr>
            </a:br>
            <a:r>
              <a:rPr lang="en-US" sz="4800" kern="1200" dirty="0">
                <a:latin typeface="+mj-lt"/>
                <a:ea typeface="+mj-ea"/>
                <a:cs typeface="+mj-cs"/>
              </a:rPr>
              <a:t>customer-facing digital service</a:t>
            </a:r>
          </a:p>
        </p:txBody>
      </p:sp>
      <p:grpSp>
        <p:nvGrpSpPr>
          <p:cNvPr id="32" name="Group 31">
            <a:extLst>
              <a:ext uri="{FF2B5EF4-FFF2-40B4-BE49-F238E27FC236}">
                <a16:creationId xmlns:a16="http://schemas.microsoft.com/office/drawing/2014/main" id="{770AE191-D2EA-45C9-A44D-830C188F74C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72021" y="628863"/>
            <a:ext cx="1128382" cy="847206"/>
            <a:chOff x="8183879" y="1000124"/>
            <a:chExt cx="1562267" cy="1172973"/>
          </a:xfrm>
        </p:grpSpPr>
        <p:sp>
          <p:nvSpPr>
            <p:cNvPr id="33" name="Freeform 5">
              <a:extLst>
                <a:ext uri="{FF2B5EF4-FFF2-40B4-BE49-F238E27FC236}">
                  <a16:creationId xmlns:a16="http://schemas.microsoft.com/office/drawing/2014/main" id="{23A0E4C1-B7A6-4637-AC51-4A5AE3841FF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8183879" y="1348782"/>
              <a:ext cx="935037" cy="824315"/>
            </a:xfrm>
            <a:custGeom>
              <a:avLst/>
              <a:gdLst>
                <a:gd name="T0" fmla="*/ 225 w 785"/>
                <a:gd name="T1" fmla="*/ 692 h 692"/>
                <a:gd name="T2" fmla="*/ 177 w 785"/>
                <a:gd name="T3" fmla="*/ 665 h 692"/>
                <a:gd name="T4" fmla="*/ 9 w 785"/>
                <a:gd name="T5" fmla="*/ 374 h 692"/>
                <a:gd name="T6" fmla="*/ 9 w 785"/>
                <a:gd name="T7" fmla="*/ 318 h 692"/>
                <a:gd name="T8" fmla="*/ 177 w 785"/>
                <a:gd name="T9" fmla="*/ 27 h 692"/>
                <a:gd name="T10" fmla="*/ 225 w 785"/>
                <a:gd name="T11" fmla="*/ 0 h 692"/>
                <a:gd name="T12" fmla="*/ 561 w 785"/>
                <a:gd name="T13" fmla="*/ 0 h 692"/>
                <a:gd name="T14" fmla="*/ 609 w 785"/>
                <a:gd name="T15" fmla="*/ 27 h 692"/>
                <a:gd name="T16" fmla="*/ 777 w 785"/>
                <a:gd name="T17" fmla="*/ 318 h 692"/>
                <a:gd name="T18" fmla="*/ 777 w 785"/>
                <a:gd name="T19" fmla="*/ 374 h 692"/>
                <a:gd name="T20" fmla="*/ 609 w 785"/>
                <a:gd name="T21" fmla="*/ 665 h 692"/>
                <a:gd name="T22" fmla="*/ 561 w 785"/>
                <a:gd name="T23" fmla="*/ 692 h 692"/>
                <a:gd name="T24" fmla="*/ 225 w 785"/>
                <a:gd name="T25" fmla="*/ 692 h 6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5" h="692">
                  <a:moveTo>
                    <a:pt x="225" y="692"/>
                  </a:moveTo>
                  <a:cubicBezTo>
                    <a:pt x="207" y="692"/>
                    <a:pt x="185" y="680"/>
                    <a:pt x="177" y="665"/>
                  </a:cubicBezTo>
                  <a:cubicBezTo>
                    <a:pt x="9" y="374"/>
                    <a:pt x="9" y="374"/>
                    <a:pt x="9" y="374"/>
                  </a:cubicBezTo>
                  <a:cubicBezTo>
                    <a:pt x="0" y="358"/>
                    <a:pt x="0" y="334"/>
                    <a:pt x="9" y="318"/>
                  </a:cubicBezTo>
                  <a:cubicBezTo>
                    <a:pt x="177" y="27"/>
                    <a:pt x="177" y="27"/>
                    <a:pt x="177" y="27"/>
                  </a:cubicBezTo>
                  <a:cubicBezTo>
                    <a:pt x="185" y="12"/>
                    <a:pt x="207" y="0"/>
                    <a:pt x="225" y="0"/>
                  </a:cubicBezTo>
                  <a:cubicBezTo>
                    <a:pt x="561" y="0"/>
                    <a:pt x="561" y="0"/>
                    <a:pt x="561" y="0"/>
                  </a:cubicBezTo>
                  <a:cubicBezTo>
                    <a:pt x="578" y="0"/>
                    <a:pt x="600" y="12"/>
                    <a:pt x="609" y="27"/>
                  </a:cubicBezTo>
                  <a:cubicBezTo>
                    <a:pt x="777" y="318"/>
                    <a:pt x="777" y="318"/>
                    <a:pt x="777" y="318"/>
                  </a:cubicBezTo>
                  <a:cubicBezTo>
                    <a:pt x="785" y="334"/>
                    <a:pt x="785" y="358"/>
                    <a:pt x="777" y="374"/>
                  </a:cubicBezTo>
                  <a:cubicBezTo>
                    <a:pt x="609" y="665"/>
                    <a:pt x="609" y="665"/>
                    <a:pt x="609" y="665"/>
                  </a:cubicBezTo>
                  <a:cubicBezTo>
                    <a:pt x="600" y="680"/>
                    <a:pt x="578" y="692"/>
                    <a:pt x="561" y="692"/>
                  </a:cubicBezTo>
                  <a:lnTo>
                    <a:pt x="225" y="692"/>
                  </a:lnTo>
                  <a:close/>
                </a:path>
              </a:pathLst>
            </a:custGeom>
            <a:noFill/>
            <a:ln w="28575" cmpd="sng">
              <a:solidFill>
                <a:schemeClr val="tx1"/>
              </a:solidFill>
            </a:ln>
          </p:spPr>
          <p:txBody>
            <a:bodyPr vert="horz" wrap="square" lIns="91440" tIns="45720" rIns="91440" bIns="45720" numCol="1" anchor="t" anchorCtr="0" compatLnSpc="1">
              <a:prstTxWarp prst="textNoShape">
                <a:avLst/>
              </a:prstTxWarp>
            </a:bodyPr>
            <a:lstStyle/>
            <a:p>
              <a:endParaRPr lang="en-US"/>
            </a:p>
          </p:txBody>
        </p:sp>
        <p:sp>
          <p:nvSpPr>
            <p:cNvPr id="34" name="Freeform 5">
              <a:extLst>
                <a:ext uri="{FF2B5EF4-FFF2-40B4-BE49-F238E27FC236}">
                  <a16:creationId xmlns:a16="http://schemas.microsoft.com/office/drawing/2014/main" id="{F4E8C039-CC58-44F3-8A7B-E0A934C1D01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8983979" y="1000124"/>
              <a:ext cx="762167" cy="671915"/>
            </a:xfrm>
            <a:custGeom>
              <a:avLst/>
              <a:gdLst>
                <a:gd name="T0" fmla="*/ 225 w 785"/>
                <a:gd name="T1" fmla="*/ 692 h 692"/>
                <a:gd name="T2" fmla="*/ 177 w 785"/>
                <a:gd name="T3" fmla="*/ 665 h 692"/>
                <a:gd name="T4" fmla="*/ 9 w 785"/>
                <a:gd name="T5" fmla="*/ 374 h 692"/>
                <a:gd name="T6" fmla="*/ 9 w 785"/>
                <a:gd name="T7" fmla="*/ 318 h 692"/>
                <a:gd name="T8" fmla="*/ 177 w 785"/>
                <a:gd name="T9" fmla="*/ 27 h 692"/>
                <a:gd name="T10" fmla="*/ 225 w 785"/>
                <a:gd name="T11" fmla="*/ 0 h 692"/>
                <a:gd name="T12" fmla="*/ 561 w 785"/>
                <a:gd name="T13" fmla="*/ 0 h 692"/>
                <a:gd name="T14" fmla="*/ 609 w 785"/>
                <a:gd name="T15" fmla="*/ 27 h 692"/>
                <a:gd name="T16" fmla="*/ 777 w 785"/>
                <a:gd name="T17" fmla="*/ 318 h 692"/>
                <a:gd name="T18" fmla="*/ 777 w 785"/>
                <a:gd name="T19" fmla="*/ 374 h 692"/>
                <a:gd name="T20" fmla="*/ 609 w 785"/>
                <a:gd name="T21" fmla="*/ 665 h 692"/>
                <a:gd name="T22" fmla="*/ 561 w 785"/>
                <a:gd name="T23" fmla="*/ 692 h 692"/>
                <a:gd name="T24" fmla="*/ 225 w 785"/>
                <a:gd name="T25" fmla="*/ 692 h 6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5" h="692">
                  <a:moveTo>
                    <a:pt x="225" y="692"/>
                  </a:moveTo>
                  <a:cubicBezTo>
                    <a:pt x="207" y="692"/>
                    <a:pt x="185" y="680"/>
                    <a:pt x="177" y="665"/>
                  </a:cubicBezTo>
                  <a:cubicBezTo>
                    <a:pt x="9" y="374"/>
                    <a:pt x="9" y="374"/>
                    <a:pt x="9" y="374"/>
                  </a:cubicBezTo>
                  <a:cubicBezTo>
                    <a:pt x="0" y="358"/>
                    <a:pt x="0" y="334"/>
                    <a:pt x="9" y="318"/>
                  </a:cubicBezTo>
                  <a:cubicBezTo>
                    <a:pt x="177" y="27"/>
                    <a:pt x="177" y="27"/>
                    <a:pt x="177" y="27"/>
                  </a:cubicBezTo>
                  <a:cubicBezTo>
                    <a:pt x="185" y="12"/>
                    <a:pt x="207" y="0"/>
                    <a:pt x="225" y="0"/>
                  </a:cubicBezTo>
                  <a:cubicBezTo>
                    <a:pt x="561" y="0"/>
                    <a:pt x="561" y="0"/>
                    <a:pt x="561" y="0"/>
                  </a:cubicBezTo>
                  <a:cubicBezTo>
                    <a:pt x="578" y="0"/>
                    <a:pt x="600" y="12"/>
                    <a:pt x="609" y="27"/>
                  </a:cubicBezTo>
                  <a:cubicBezTo>
                    <a:pt x="777" y="318"/>
                    <a:pt x="777" y="318"/>
                    <a:pt x="777" y="318"/>
                  </a:cubicBezTo>
                  <a:cubicBezTo>
                    <a:pt x="785" y="334"/>
                    <a:pt x="785" y="358"/>
                    <a:pt x="777" y="374"/>
                  </a:cubicBezTo>
                  <a:cubicBezTo>
                    <a:pt x="609" y="665"/>
                    <a:pt x="609" y="665"/>
                    <a:pt x="609" y="665"/>
                  </a:cubicBezTo>
                  <a:cubicBezTo>
                    <a:pt x="600" y="680"/>
                    <a:pt x="578" y="692"/>
                    <a:pt x="561" y="692"/>
                  </a:cubicBezTo>
                  <a:lnTo>
                    <a:pt x="225" y="692"/>
                  </a:lnTo>
                  <a:close/>
                </a:path>
              </a:pathLst>
            </a:custGeom>
            <a:noFill/>
            <a:ln w="28575" cmpd="sng">
              <a:solidFill>
                <a:schemeClr val="tx1"/>
              </a:solidFill>
            </a:ln>
          </p:spPr>
          <p:txBody>
            <a:bodyPr vert="horz" wrap="square" lIns="91440" tIns="45720" rIns="91440" bIns="45720" numCol="1" anchor="t" anchorCtr="0" compatLnSpc="1">
              <a:prstTxWarp prst="textNoShape">
                <a:avLst/>
              </a:prstTxWarp>
            </a:bodyPr>
            <a:lstStyle/>
            <a:p>
              <a:endParaRPr lang="en-US"/>
            </a:p>
          </p:txBody>
        </p:sp>
      </p:grpSp>
      <p:graphicFrame>
        <p:nvGraphicFramePr>
          <p:cNvPr id="7" name="TextBox 4">
            <a:extLst>
              <a:ext uri="{FF2B5EF4-FFF2-40B4-BE49-F238E27FC236}">
                <a16:creationId xmlns:a16="http://schemas.microsoft.com/office/drawing/2014/main" id="{B4457822-0CC2-436F-983C-57F082C17716}"/>
              </a:ext>
            </a:extLst>
          </p:cNvPr>
          <p:cNvGraphicFramePr/>
          <p:nvPr>
            <p:extLst>
              <p:ext uri="{D42A27DB-BD31-4B8C-83A1-F6EECF244321}">
                <p14:modId xmlns:p14="http://schemas.microsoft.com/office/powerpoint/2010/main" val="2142696578"/>
              </p:ext>
            </p:extLst>
          </p:nvPr>
        </p:nvGraphicFramePr>
        <p:xfrm>
          <a:off x="629854" y="1860604"/>
          <a:ext cx="10907490" cy="409492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73583094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9E0B26-E57D-431B-AA6C-B6CA89758471}"/>
              </a:ext>
            </a:extLst>
          </p:cNvPr>
          <p:cNvSpPr>
            <a:spLocks noGrp="1"/>
          </p:cNvSpPr>
          <p:nvPr>
            <p:ph type="title"/>
          </p:nvPr>
        </p:nvSpPr>
        <p:spPr>
          <a:xfrm>
            <a:off x="838200" y="365125"/>
            <a:ext cx="10515600" cy="1325563"/>
          </a:xfrm>
        </p:spPr>
        <p:txBody>
          <a:bodyPr>
            <a:normAutofit/>
          </a:bodyPr>
          <a:lstStyle/>
          <a:p>
            <a:r>
              <a:rPr lang="en-SG" dirty="0"/>
              <a:t>Managing Digital business applications infrastructure</a:t>
            </a:r>
          </a:p>
        </p:txBody>
      </p:sp>
      <p:graphicFrame>
        <p:nvGraphicFramePr>
          <p:cNvPr id="20" name="Content Placeholder 2">
            <a:extLst>
              <a:ext uri="{FF2B5EF4-FFF2-40B4-BE49-F238E27FC236}">
                <a16:creationId xmlns:a16="http://schemas.microsoft.com/office/drawing/2014/main" id="{51C58323-89E5-486E-85CA-F909E79382B8}"/>
              </a:ext>
            </a:extLst>
          </p:cNvPr>
          <p:cNvGraphicFramePr>
            <a:graphicFrameLocks noGrp="1"/>
          </p:cNvGraphicFramePr>
          <p:nvPr>
            <p:ph idx="1"/>
            <p:extLst>
              <p:ext uri="{D42A27DB-BD31-4B8C-83A1-F6EECF244321}">
                <p14:modId xmlns:p14="http://schemas.microsoft.com/office/powerpoint/2010/main" val="2614432530"/>
              </p:ext>
            </p:extLst>
          </p:nvPr>
        </p:nvGraphicFramePr>
        <p:xfrm>
          <a:off x="838200" y="1828800"/>
          <a:ext cx="10515600" cy="435254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07583171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695F397-9568-4C44-9960-45A814703C86}"/>
              </a:ext>
            </a:extLst>
          </p:cNvPr>
          <p:cNvPicPr>
            <a:picLocks noChangeAspect="1"/>
          </p:cNvPicPr>
          <p:nvPr/>
        </p:nvPicPr>
        <p:blipFill rotWithShape="1">
          <a:blip r:embed="rId2"/>
          <a:srcRect l="23083" t="22370" r="26667" b="12445"/>
          <a:stretch/>
        </p:blipFill>
        <p:spPr>
          <a:xfrm>
            <a:off x="857305" y="80645"/>
            <a:ext cx="8935610" cy="6520180"/>
          </a:xfrm>
          <a:prstGeom prst="rect">
            <a:avLst/>
          </a:prstGeom>
        </p:spPr>
      </p:pic>
    </p:spTree>
    <p:extLst>
      <p:ext uri="{BB962C8B-B14F-4D97-AF65-F5344CB8AC3E}">
        <p14:creationId xmlns:p14="http://schemas.microsoft.com/office/powerpoint/2010/main" val="138044700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AFFE9D02-14F7-4013-8EB4-8EE6BAB864EC}"/>
              </a:ext>
            </a:extLst>
          </p:cNvPr>
          <p:cNvPicPr>
            <a:picLocks noChangeAspect="1"/>
          </p:cNvPicPr>
          <p:nvPr/>
        </p:nvPicPr>
        <p:blipFill rotWithShape="1">
          <a:blip r:embed="rId2"/>
          <a:srcRect l="22167" t="11704" r="23000" b="27111"/>
          <a:stretch/>
        </p:blipFill>
        <p:spPr>
          <a:xfrm>
            <a:off x="895587" y="362585"/>
            <a:ext cx="9422926" cy="5914390"/>
          </a:xfrm>
          <a:prstGeom prst="rect">
            <a:avLst/>
          </a:prstGeom>
        </p:spPr>
      </p:pic>
    </p:spTree>
    <p:extLst>
      <p:ext uri="{BB962C8B-B14F-4D97-AF65-F5344CB8AC3E}">
        <p14:creationId xmlns:p14="http://schemas.microsoft.com/office/powerpoint/2010/main" val="96031355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843D9C0-8F10-45AA-BE72-4D05AD7FE935}"/>
              </a:ext>
            </a:extLst>
          </p:cNvPr>
          <p:cNvPicPr>
            <a:picLocks noChangeAspect="1"/>
          </p:cNvPicPr>
          <p:nvPr/>
        </p:nvPicPr>
        <p:blipFill rotWithShape="1">
          <a:blip r:embed="rId2"/>
          <a:srcRect l="23643" t="22304" r="31074" b="13886"/>
          <a:stretch/>
        </p:blipFill>
        <p:spPr>
          <a:xfrm>
            <a:off x="1007745" y="57129"/>
            <a:ext cx="8507730" cy="6743742"/>
          </a:xfrm>
          <a:prstGeom prst="rect">
            <a:avLst/>
          </a:prstGeom>
        </p:spPr>
      </p:pic>
    </p:spTree>
    <p:extLst>
      <p:ext uri="{BB962C8B-B14F-4D97-AF65-F5344CB8AC3E}">
        <p14:creationId xmlns:p14="http://schemas.microsoft.com/office/powerpoint/2010/main" val="352911808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9E0B26-E57D-431B-AA6C-B6CA89758471}"/>
              </a:ext>
            </a:extLst>
          </p:cNvPr>
          <p:cNvSpPr>
            <a:spLocks noGrp="1"/>
          </p:cNvSpPr>
          <p:nvPr>
            <p:ph type="title"/>
          </p:nvPr>
        </p:nvSpPr>
        <p:spPr>
          <a:xfrm>
            <a:off x="838200" y="365125"/>
            <a:ext cx="10515600" cy="1325563"/>
          </a:xfrm>
        </p:spPr>
        <p:txBody>
          <a:bodyPr>
            <a:normAutofit/>
          </a:bodyPr>
          <a:lstStyle/>
          <a:p>
            <a:r>
              <a:rPr lang="en-SG" dirty="0"/>
              <a:t>Managing Digital business applications infrastructure</a:t>
            </a:r>
          </a:p>
        </p:txBody>
      </p:sp>
      <p:graphicFrame>
        <p:nvGraphicFramePr>
          <p:cNvPr id="6" name="Content Placeholder 3">
            <a:extLst>
              <a:ext uri="{FF2B5EF4-FFF2-40B4-BE49-F238E27FC236}">
                <a16:creationId xmlns:a16="http://schemas.microsoft.com/office/drawing/2014/main" id="{37860373-CC1C-42BB-A9DB-0C3907240A92}"/>
              </a:ext>
            </a:extLst>
          </p:cNvPr>
          <p:cNvGraphicFramePr>
            <a:graphicFrameLocks noGrp="1"/>
          </p:cNvGraphicFramePr>
          <p:nvPr>
            <p:ph idx="1"/>
            <p:extLst>
              <p:ext uri="{D42A27DB-BD31-4B8C-83A1-F6EECF244321}">
                <p14:modId xmlns:p14="http://schemas.microsoft.com/office/powerpoint/2010/main" val="1300733335"/>
              </p:ext>
            </p:extLst>
          </p:nvPr>
        </p:nvGraphicFramePr>
        <p:xfrm>
          <a:off x="838200" y="1828800"/>
          <a:ext cx="10515600" cy="435254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94613257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9E0B26-E57D-431B-AA6C-B6CA89758471}"/>
              </a:ext>
            </a:extLst>
          </p:cNvPr>
          <p:cNvSpPr>
            <a:spLocks noGrp="1"/>
          </p:cNvSpPr>
          <p:nvPr>
            <p:ph type="title"/>
          </p:nvPr>
        </p:nvSpPr>
        <p:spPr>
          <a:xfrm>
            <a:off x="838200" y="365125"/>
            <a:ext cx="10515600" cy="1325563"/>
          </a:xfrm>
        </p:spPr>
        <p:txBody>
          <a:bodyPr>
            <a:normAutofit/>
          </a:bodyPr>
          <a:lstStyle/>
          <a:p>
            <a:r>
              <a:rPr lang="en-SG" dirty="0"/>
              <a:t>Managing Digital business applications infrastructure</a:t>
            </a:r>
          </a:p>
        </p:txBody>
      </p:sp>
      <p:sp>
        <p:nvSpPr>
          <p:cNvPr id="4" name="Content Placeholder 3">
            <a:extLst>
              <a:ext uri="{FF2B5EF4-FFF2-40B4-BE49-F238E27FC236}">
                <a16:creationId xmlns:a16="http://schemas.microsoft.com/office/drawing/2014/main" id="{2F173090-6CFE-43F5-B100-9ABC0AFD4433}"/>
              </a:ext>
            </a:extLst>
          </p:cNvPr>
          <p:cNvSpPr>
            <a:spLocks noGrp="1"/>
          </p:cNvSpPr>
          <p:nvPr>
            <p:ph idx="1"/>
          </p:nvPr>
        </p:nvSpPr>
        <p:spPr>
          <a:xfrm>
            <a:off x="838200" y="2141537"/>
            <a:ext cx="10515600" cy="4351338"/>
          </a:xfrm>
        </p:spPr>
        <p:txBody>
          <a:bodyPr>
            <a:normAutofit lnSpcReduction="10000"/>
          </a:bodyPr>
          <a:lstStyle/>
          <a:p>
            <a:r>
              <a:rPr lang="en-SG" sz="3200" dirty="0"/>
              <a:t>To avoid the problems of a fragmented application infrastructure, companies attempted to achieve the more integrated position.</a:t>
            </a:r>
          </a:p>
          <a:p>
            <a:pPr marL="0" indent="0">
              <a:buNone/>
            </a:pPr>
            <a:endParaRPr lang="en-SG" sz="3200" dirty="0"/>
          </a:p>
          <a:p>
            <a:r>
              <a:rPr lang="en-SG" sz="3200" dirty="0"/>
              <a:t>Many companies turned to </a:t>
            </a:r>
            <a:r>
              <a:rPr lang="en-SG" sz="3200" b="1" u="sng" dirty="0"/>
              <a:t>enterprise resource planning (ERP)</a:t>
            </a:r>
            <a:r>
              <a:rPr lang="en-SG" sz="3200" dirty="0"/>
              <a:t> vendors such as:</a:t>
            </a:r>
          </a:p>
          <a:p>
            <a:pPr lvl="1">
              <a:buFont typeface="Wingdings" panose="05000000000000000000" pitchFamily="2" charset="2"/>
              <a:buChar char="ü"/>
            </a:pPr>
            <a:r>
              <a:rPr lang="en-SG" sz="2800" dirty="0"/>
              <a:t> SAP</a:t>
            </a:r>
          </a:p>
          <a:p>
            <a:pPr lvl="1">
              <a:buFont typeface="Wingdings" panose="05000000000000000000" pitchFamily="2" charset="2"/>
              <a:buChar char="ü"/>
            </a:pPr>
            <a:r>
              <a:rPr lang="en-SG" sz="2800" dirty="0"/>
              <a:t> Baan</a:t>
            </a:r>
          </a:p>
          <a:p>
            <a:pPr lvl="1">
              <a:buFont typeface="Wingdings" panose="05000000000000000000" pitchFamily="2" charset="2"/>
              <a:buChar char="ü"/>
            </a:pPr>
            <a:r>
              <a:rPr lang="en-SG" sz="2800" dirty="0"/>
              <a:t> Poeplesoft</a:t>
            </a:r>
          </a:p>
          <a:p>
            <a:pPr lvl="1">
              <a:buFont typeface="Wingdings" panose="05000000000000000000" pitchFamily="2" charset="2"/>
              <a:buChar char="ü"/>
            </a:pPr>
            <a:r>
              <a:rPr lang="en-SG" sz="2800" dirty="0"/>
              <a:t> Oracle</a:t>
            </a:r>
          </a:p>
          <a:p>
            <a:endParaRPr lang="en-SG" dirty="0"/>
          </a:p>
        </p:txBody>
      </p:sp>
    </p:spTree>
    <p:extLst>
      <p:ext uri="{BB962C8B-B14F-4D97-AF65-F5344CB8AC3E}">
        <p14:creationId xmlns:p14="http://schemas.microsoft.com/office/powerpoint/2010/main" val="349519528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AD339F-CD4B-4FCC-AADD-4449CCA42FB7}"/>
              </a:ext>
            </a:extLst>
          </p:cNvPr>
          <p:cNvSpPr>
            <a:spLocks noGrp="1"/>
          </p:cNvSpPr>
          <p:nvPr>
            <p:ph type="title"/>
          </p:nvPr>
        </p:nvSpPr>
        <p:spPr/>
        <p:txBody>
          <a:bodyPr/>
          <a:lstStyle/>
          <a:p>
            <a:r>
              <a:rPr lang="en-SG" dirty="0"/>
              <a:t>Activity 3.4</a:t>
            </a:r>
          </a:p>
        </p:txBody>
      </p:sp>
      <p:sp>
        <p:nvSpPr>
          <p:cNvPr id="3" name="Content Placeholder 2">
            <a:extLst>
              <a:ext uri="{FF2B5EF4-FFF2-40B4-BE49-F238E27FC236}">
                <a16:creationId xmlns:a16="http://schemas.microsoft.com/office/drawing/2014/main" id="{1040C2EB-69A2-43FE-875B-BD02C0C4F430}"/>
              </a:ext>
            </a:extLst>
          </p:cNvPr>
          <p:cNvSpPr>
            <a:spLocks noGrp="1"/>
          </p:cNvSpPr>
          <p:nvPr>
            <p:ph idx="1"/>
          </p:nvPr>
        </p:nvSpPr>
        <p:spPr/>
        <p:txBody>
          <a:bodyPr/>
          <a:lstStyle/>
          <a:p>
            <a:r>
              <a:rPr lang="en-SG" dirty="0"/>
              <a:t>Refer to your book for Activity 3.4</a:t>
            </a:r>
          </a:p>
        </p:txBody>
      </p:sp>
    </p:spTree>
    <p:extLst>
      <p:ext uri="{BB962C8B-B14F-4D97-AF65-F5344CB8AC3E}">
        <p14:creationId xmlns:p14="http://schemas.microsoft.com/office/powerpoint/2010/main" val="16265900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8D70B121-56F4-4848-B38B-182089D909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21564" y="320040"/>
            <a:ext cx="11548872" cy="6217920"/>
          </a:xfrm>
          <a:prstGeom prst="rect">
            <a:avLst/>
          </a:prstGeom>
          <a:solidFill>
            <a:schemeClr val="tx1">
              <a:alpha val="8000"/>
            </a:schemeClr>
          </a:solidFill>
          <a:ln w="127000" cap="sq" cmpd="thinThick">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39E0B26-E57D-431B-AA6C-B6CA89758471}"/>
              </a:ext>
            </a:extLst>
          </p:cNvPr>
          <p:cNvSpPr>
            <a:spLocks noGrp="1"/>
          </p:cNvSpPr>
          <p:nvPr>
            <p:ph type="title"/>
          </p:nvPr>
        </p:nvSpPr>
        <p:spPr>
          <a:xfrm>
            <a:off x="838200" y="963877"/>
            <a:ext cx="3494362" cy="4930246"/>
          </a:xfrm>
        </p:spPr>
        <p:txBody>
          <a:bodyPr>
            <a:normAutofit/>
          </a:bodyPr>
          <a:lstStyle/>
          <a:p>
            <a:pPr algn="r"/>
            <a:r>
              <a:rPr lang="en-SG" sz="4000" dirty="0"/>
              <a:t>Managing Digital business applications infrastructure </a:t>
            </a:r>
            <a:br>
              <a:rPr lang="en-SG" sz="3400" dirty="0"/>
            </a:br>
            <a:r>
              <a:rPr lang="en-SG" sz="2800" dirty="0">
                <a:solidFill>
                  <a:schemeClr val="accent4">
                    <a:lumMod val="75000"/>
                  </a:schemeClr>
                </a:solidFill>
              </a:rPr>
              <a:t>(Web Services or SaaS, cloud computing and service-oriented architecture (SOA))</a:t>
            </a:r>
            <a:endParaRPr lang="en-SG" sz="3400" dirty="0">
              <a:solidFill>
                <a:schemeClr val="accent4">
                  <a:lumMod val="75000"/>
                </a:schemeClr>
              </a:solidFill>
            </a:endParaRPr>
          </a:p>
        </p:txBody>
      </p:sp>
      <p:cxnSp>
        <p:nvCxnSpPr>
          <p:cNvPr id="11" name="Straight Connector 10">
            <a:extLst>
              <a:ext uri="{FF2B5EF4-FFF2-40B4-BE49-F238E27FC236}">
                <a16:creationId xmlns:a16="http://schemas.microsoft.com/office/drawing/2014/main" id="{2D72A2C9-F3CA-4216-8BAD-FA4C970C3C4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4296" y="2057400"/>
            <a:ext cx="0" cy="2743200"/>
          </a:xfrm>
          <a:prstGeom prst="line">
            <a:avLst/>
          </a:prstGeom>
          <a:ln w="190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4" name="Content Placeholder 3">
            <a:extLst>
              <a:ext uri="{FF2B5EF4-FFF2-40B4-BE49-F238E27FC236}">
                <a16:creationId xmlns:a16="http://schemas.microsoft.com/office/drawing/2014/main" id="{2F173090-6CFE-43F5-B100-9ABC0AFD4433}"/>
              </a:ext>
            </a:extLst>
          </p:cNvPr>
          <p:cNvSpPr>
            <a:spLocks noGrp="1"/>
          </p:cNvSpPr>
          <p:nvPr>
            <p:ph idx="1"/>
          </p:nvPr>
        </p:nvSpPr>
        <p:spPr>
          <a:xfrm>
            <a:off x="5073482" y="1126437"/>
            <a:ext cx="6377769" cy="4930246"/>
          </a:xfrm>
        </p:spPr>
        <p:txBody>
          <a:bodyPr anchor="ctr">
            <a:normAutofit/>
          </a:bodyPr>
          <a:lstStyle/>
          <a:p>
            <a:pPr marL="0" indent="0">
              <a:buNone/>
            </a:pPr>
            <a:r>
              <a:rPr lang="en-SG" sz="3200" dirty="0"/>
              <a:t>The web service model involves managing and performing all types of business processes and activities through accessing web-based services rather than running a traditional executable applications on the processor of your local computer.</a:t>
            </a:r>
          </a:p>
          <a:p>
            <a:endParaRPr lang="en-SG" sz="2400" dirty="0"/>
          </a:p>
        </p:txBody>
      </p:sp>
    </p:spTree>
    <p:extLst>
      <p:ext uri="{BB962C8B-B14F-4D97-AF65-F5344CB8AC3E}">
        <p14:creationId xmlns:p14="http://schemas.microsoft.com/office/powerpoint/2010/main" val="287963548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9E0B26-E57D-431B-AA6C-B6CA89758471}"/>
              </a:ext>
            </a:extLst>
          </p:cNvPr>
          <p:cNvSpPr>
            <a:spLocks noGrp="1"/>
          </p:cNvSpPr>
          <p:nvPr>
            <p:ph type="title"/>
          </p:nvPr>
        </p:nvSpPr>
        <p:spPr>
          <a:xfrm>
            <a:off x="838200" y="365125"/>
            <a:ext cx="10515600" cy="1325563"/>
          </a:xfrm>
        </p:spPr>
        <p:txBody>
          <a:bodyPr>
            <a:normAutofit/>
          </a:bodyPr>
          <a:lstStyle/>
          <a:p>
            <a:r>
              <a:rPr lang="en-SG" dirty="0"/>
              <a:t>Managing Digital business applications infrastructure</a:t>
            </a:r>
          </a:p>
        </p:txBody>
      </p:sp>
      <p:graphicFrame>
        <p:nvGraphicFramePr>
          <p:cNvPr id="17" name="Content Placeholder 3">
            <a:extLst>
              <a:ext uri="{FF2B5EF4-FFF2-40B4-BE49-F238E27FC236}">
                <a16:creationId xmlns:a16="http://schemas.microsoft.com/office/drawing/2014/main" id="{1C8FDCB0-EDAC-4C0E-8206-31539D5B0710}"/>
              </a:ext>
            </a:extLst>
          </p:cNvPr>
          <p:cNvGraphicFramePr>
            <a:graphicFrameLocks noGrp="1"/>
          </p:cNvGraphicFramePr>
          <p:nvPr>
            <p:ph idx="1"/>
            <p:extLst>
              <p:ext uri="{D42A27DB-BD31-4B8C-83A1-F6EECF244321}">
                <p14:modId xmlns:p14="http://schemas.microsoft.com/office/powerpoint/2010/main" val="1688763483"/>
              </p:ext>
            </p:extLst>
          </p:nvPr>
        </p:nvGraphicFramePr>
        <p:xfrm>
          <a:off x="838200" y="2806616"/>
          <a:ext cx="10515600" cy="390503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TextBox 2">
            <a:extLst>
              <a:ext uri="{FF2B5EF4-FFF2-40B4-BE49-F238E27FC236}">
                <a16:creationId xmlns:a16="http://schemas.microsoft.com/office/drawing/2014/main" id="{015C40F8-B2CA-487F-B0E9-A79261D69376}"/>
              </a:ext>
            </a:extLst>
          </p:cNvPr>
          <p:cNvSpPr txBox="1"/>
          <p:nvPr/>
        </p:nvSpPr>
        <p:spPr>
          <a:xfrm>
            <a:off x="985520" y="2123440"/>
            <a:ext cx="6085840" cy="646331"/>
          </a:xfrm>
          <a:prstGeom prst="rect">
            <a:avLst/>
          </a:prstGeom>
          <a:solidFill>
            <a:schemeClr val="accent4">
              <a:lumMod val="60000"/>
              <a:lumOff val="40000"/>
            </a:schemeClr>
          </a:solidFill>
        </p:spPr>
        <p:txBody>
          <a:bodyPr wrap="square" rtlCol="0">
            <a:spAutoFit/>
          </a:bodyPr>
          <a:lstStyle/>
          <a:p>
            <a:r>
              <a:rPr lang="en-SG" sz="3600" dirty="0"/>
              <a:t>Benefits of web service or SaaS</a:t>
            </a:r>
          </a:p>
        </p:txBody>
      </p:sp>
    </p:spTree>
    <p:extLst>
      <p:ext uri="{BB962C8B-B14F-4D97-AF65-F5344CB8AC3E}">
        <p14:creationId xmlns:p14="http://schemas.microsoft.com/office/powerpoint/2010/main" val="267963904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9E0B26-E57D-431B-AA6C-B6CA89758471}"/>
              </a:ext>
            </a:extLst>
          </p:cNvPr>
          <p:cNvSpPr>
            <a:spLocks noGrp="1"/>
          </p:cNvSpPr>
          <p:nvPr>
            <p:ph type="title"/>
          </p:nvPr>
        </p:nvSpPr>
        <p:spPr>
          <a:xfrm>
            <a:off x="838200" y="365125"/>
            <a:ext cx="10515600" cy="1325563"/>
          </a:xfrm>
        </p:spPr>
        <p:txBody>
          <a:bodyPr>
            <a:normAutofit/>
          </a:bodyPr>
          <a:lstStyle/>
          <a:p>
            <a:r>
              <a:rPr lang="en-SG" dirty="0"/>
              <a:t>Managing Digital business applications infrastructure</a:t>
            </a:r>
          </a:p>
        </p:txBody>
      </p:sp>
      <p:graphicFrame>
        <p:nvGraphicFramePr>
          <p:cNvPr id="11" name="Content Placeholder 4">
            <a:extLst>
              <a:ext uri="{FF2B5EF4-FFF2-40B4-BE49-F238E27FC236}">
                <a16:creationId xmlns:a16="http://schemas.microsoft.com/office/drawing/2014/main" id="{F4B73D4F-53DB-43F3-BF46-8AB93FCF530E}"/>
              </a:ext>
            </a:extLst>
          </p:cNvPr>
          <p:cNvGraphicFramePr>
            <a:graphicFrameLocks noGrp="1"/>
          </p:cNvGraphicFramePr>
          <p:nvPr>
            <p:ph idx="1"/>
            <p:extLst>
              <p:ext uri="{D42A27DB-BD31-4B8C-83A1-F6EECF244321}">
                <p14:modId xmlns:p14="http://schemas.microsoft.com/office/powerpoint/2010/main" val="3369808968"/>
              </p:ext>
            </p:extLst>
          </p:nvPr>
        </p:nvGraphicFramePr>
        <p:xfrm>
          <a:off x="933450" y="2506662"/>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0" name="TextBox 9">
            <a:extLst>
              <a:ext uri="{FF2B5EF4-FFF2-40B4-BE49-F238E27FC236}">
                <a16:creationId xmlns:a16="http://schemas.microsoft.com/office/drawing/2014/main" id="{FF1347D8-2FDC-48BE-B4CB-AA0FB6AF3565}"/>
              </a:ext>
            </a:extLst>
          </p:cNvPr>
          <p:cNvSpPr txBox="1"/>
          <p:nvPr/>
        </p:nvSpPr>
        <p:spPr>
          <a:xfrm>
            <a:off x="985520" y="2123440"/>
            <a:ext cx="5624830" cy="646331"/>
          </a:xfrm>
          <a:prstGeom prst="rect">
            <a:avLst/>
          </a:prstGeom>
          <a:solidFill>
            <a:schemeClr val="accent4">
              <a:lumMod val="60000"/>
              <a:lumOff val="40000"/>
            </a:schemeClr>
          </a:solidFill>
        </p:spPr>
        <p:txBody>
          <a:bodyPr wrap="square" rtlCol="0">
            <a:spAutoFit/>
          </a:bodyPr>
          <a:lstStyle/>
          <a:p>
            <a:r>
              <a:rPr lang="en-SG" sz="3600" dirty="0"/>
              <a:t>Challenges of deploying SaaS</a:t>
            </a:r>
          </a:p>
        </p:txBody>
      </p:sp>
    </p:spTree>
    <p:extLst>
      <p:ext uri="{BB962C8B-B14F-4D97-AF65-F5344CB8AC3E}">
        <p14:creationId xmlns:p14="http://schemas.microsoft.com/office/powerpoint/2010/main" val="266414030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AD339F-CD4B-4FCC-AADD-4449CCA42FB7}"/>
              </a:ext>
            </a:extLst>
          </p:cNvPr>
          <p:cNvSpPr>
            <a:spLocks noGrp="1"/>
          </p:cNvSpPr>
          <p:nvPr>
            <p:ph type="title"/>
          </p:nvPr>
        </p:nvSpPr>
        <p:spPr/>
        <p:txBody>
          <a:bodyPr/>
          <a:lstStyle/>
          <a:p>
            <a:r>
              <a:rPr lang="en-SG" dirty="0"/>
              <a:t>Activity 3.5</a:t>
            </a:r>
          </a:p>
        </p:txBody>
      </p:sp>
      <p:sp>
        <p:nvSpPr>
          <p:cNvPr id="3" name="Content Placeholder 2">
            <a:extLst>
              <a:ext uri="{FF2B5EF4-FFF2-40B4-BE49-F238E27FC236}">
                <a16:creationId xmlns:a16="http://schemas.microsoft.com/office/drawing/2014/main" id="{1040C2EB-69A2-43FE-875B-BD02C0C4F430}"/>
              </a:ext>
            </a:extLst>
          </p:cNvPr>
          <p:cNvSpPr>
            <a:spLocks noGrp="1"/>
          </p:cNvSpPr>
          <p:nvPr>
            <p:ph idx="1"/>
          </p:nvPr>
        </p:nvSpPr>
        <p:spPr/>
        <p:txBody>
          <a:bodyPr/>
          <a:lstStyle/>
          <a:p>
            <a:r>
              <a:rPr lang="en-SG" dirty="0"/>
              <a:t>Refer to your book for Activity 3.5</a:t>
            </a:r>
          </a:p>
        </p:txBody>
      </p:sp>
    </p:spTree>
    <p:extLst>
      <p:ext uri="{BB962C8B-B14F-4D97-AF65-F5344CB8AC3E}">
        <p14:creationId xmlns:p14="http://schemas.microsoft.com/office/powerpoint/2010/main" val="387905566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9E0B26-E57D-431B-AA6C-B6CA89758471}"/>
              </a:ext>
            </a:extLst>
          </p:cNvPr>
          <p:cNvSpPr>
            <a:spLocks noGrp="1"/>
          </p:cNvSpPr>
          <p:nvPr>
            <p:ph type="title"/>
          </p:nvPr>
        </p:nvSpPr>
        <p:spPr>
          <a:xfrm>
            <a:off x="838200" y="365125"/>
            <a:ext cx="10515600" cy="1325563"/>
          </a:xfrm>
        </p:spPr>
        <p:txBody>
          <a:bodyPr>
            <a:normAutofit/>
          </a:bodyPr>
          <a:lstStyle/>
          <a:p>
            <a:r>
              <a:rPr lang="en-SG" dirty="0"/>
              <a:t>Managing Digital business applications infrastructure</a:t>
            </a:r>
          </a:p>
        </p:txBody>
      </p:sp>
      <p:graphicFrame>
        <p:nvGraphicFramePr>
          <p:cNvPr id="11" name="Content Placeholder 4">
            <a:extLst>
              <a:ext uri="{FF2B5EF4-FFF2-40B4-BE49-F238E27FC236}">
                <a16:creationId xmlns:a16="http://schemas.microsoft.com/office/drawing/2014/main" id="{F4B73D4F-53DB-43F3-BF46-8AB93FCF530E}"/>
              </a:ext>
            </a:extLst>
          </p:cNvPr>
          <p:cNvGraphicFramePr>
            <a:graphicFrameLocks noGrp="1"/>
          </p:cNvGraphicFramePr>
          <p:nvPr>
            <p:ph idx="1"/>
          </p:nvPr>
        </p:nvGraphicFramePr>
        <p:xfrm>
          <a:off x="933449" y="2506662"/>
          <a:ext cx="10772775" cy="41227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0" name="TextBox 9">
            <a:extLst>
              <a:ext uri="{FF2B5EF4-FFF2-40B4-BE49-F238E27FC236}">
                <a16:creationId xmlns:a16="http://schemas.microsoft.com/office/drawing/2014/main" id="{FF1347D8-2FDC-48BE-B4CB-AA0FB6AF3565}"/>
              </a:ext>
            </a:extLst>
          </p:cNvPr>
          <p:cNvSpPr txBox="1"/>
          <p:nvPr/>
        </p:nvSpPr>
        <p:spPr>
          <a:xfrm>
            <a:off x="985519" y="2123440"/>
            <a:ext cx="8215631" cy="646331"/>
          </a:xfrm>
          <a:prstGeom prst="rect">
            <a:avLst/>
          </a:prstGeom>
          <a:solidFill>
            <a:schemeClr val="accent4">
              <a:lumMod val="60000"/>
              <a:lumOff val="40000"/>
            </a:schemeClr>
          </a:solidFill>
        </p:spPr>
        <p:txBody>
          <a:bodyPr wrap="square" rtlCol="0">
            <a:spAutoFit/>
          </a:bodyPr>
          <a:lstStyle/>
          <a:p>
            <a:r>
              <a:rPr lang="en-SG" sz="3600" dirty="0"/>
              <a:t>Examples of cloud computing web services</a:t>
            </a:r>
          </a:p>
        </p:txBody>
      </p:sp>
    </p:spTree>
    <p:extLst>
      <p:ext uri="{BB962C8B-B14F-4D97-AF65-F5344CB8AC3E}">
        <p14:creationId xmlns:p14="http://schemas.microsoft.com/office/powerpoint/2010/main" val="363170785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9E0B26-E57D-431B-AA6C-B6CA89758471}"/>
              </a:ext>
            </a:extLst>
          </p:cNvPr>
          <p:cNvSpPr>
            <a:spLocks noGrp="1"/>
          </p:cNvSpPr>
          <p:nvPr>
            <p:ph type="title"/>
          </p:nvPr>
        </p:nvSpPr>
        <p:spPr>
          <a:xfrm>
            <a:off x="838200" y="365125"/>
            <a:ext cx="10515600" cy="1325563"/>
          </a:xfrm>
        </p:spPr>
        <p:txBody>
          <a:bodyPr>
            <a:normAutofit/>
          </a:bodyPr>
          <a:lstStyle/>
          <a:p>
            <a:r>
              <a:rPr lang="en-SG" dirty="0"/>
              <a:t>Managing Digital business applications infrastructure</a:t>
            </a:r>
          </a:p>
        </p:txBody>
      </p:sp>
      <p:graphicFrame>
        <p:nvGraphicFramePr>
          <p:cNvPr id="9" name="Content Placeholder 3">
            <a:extLst>
              <a:ext uri="{FF2B5EF4-FFF2-40B4-BE49-F238E27FC236}">
                <a16:creationId xmlns:a16="http://schemas.microsoft.com/office/drawing/2014/main" id="{8D176D09-5EB7-4591-853C-1B83C7948F0C}"/>
              </a:ext>
            </a:extLst>
          </p:cNvPr>
          <p:cNvGraphicFramePr>
            <a:graphicFrameLocks noGrp="1"/>
          </p:cNvGraphicFramePr>
          <p:nvPr>
            <p:ph idx="1"/>
            <p:extLst>
              <p:ext uri="{D42A27DB-BD31-4B8C-83A1-F6EECF244321}">
                <p14:modId xmlns:p14="http://schemas.microsoft.com/office/powerpoint/2010/main" val="1005805659"/>
              </p:ext>
            </p:extLst>
          </p:nvPr>
        </p:nvGraphicFramePr>
        <p:xfrm>
          <a:off x="1085850" y="2505456"/>
          <a:ext cx="10515600" cy="435254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2" name="TextBox 11">
            <a:extLst>
              <a:ext uri="{FF2B5EF4-FFF2-40B4-BE49-F238E27FC236}">
                <a16:creationId xmlns:a16="http://schemas.microsoft.com/office/drawing/2014/main" id="{2FDEAC39-132C-4E91-908E-000E8D6649C3}"/>
              </a:ext>
            </a:extLst>
          </p:cNvPr>
          <p:cNvSpPr txBox="1"/>
          <p:nvPr/>
        </p:nvSpPr>
        <p:spPr>
          <a:xfrm>
            <a:off x="985520" y="2123440"/>
            <a:ext cx="6967856" cy="646331"/>
          </a:xfrm>
          <a:prstGeom prst="rect">
            <a:avLst/>
          </a:prstGeom>
          <a:solidFill>
            <a:schemeClr val="accent4">
              <a:lumMod val="60000"/>
              <a:lumOff val="40000"/>
            </a:schemeClr>
          </a:solidFill>
        </p:spPr>
        <p:txBody>
          <a:bodyPr wrap="square" rtlCol="0">
            <a:spAutoFit/>
          </a:bodyPr>
          <a:lstStyle/>
          <a:p>
            <a:r>
              <a:rPr lang="en-SG" sz="3600" dirty="0"/>
              <a:t>Service-Oriented Architecture (SOA)</a:t>
            </a:r>
          </a:p>
        </p:txBody>
      </p:sp>
    </p:spTree>
    <p:extLst>
      <p:ext uri="{BB962C8B-B14F-4D97-AF65-F5344CB8AC3E}">
        <p14:creationId xmlns:p14="http://schemas.microsoft.com/office/powerpoint/2010/main" val="32718997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9E0B26-E57D-431B-AA6C-B6CA89758471}"/>
              </a:ext>
            </a:extLst>
          </p:cNvPr>
          <p:cNvSpPr>
            <a:spLocks noGrp="1"/>
          </p:cNvSpPr>
          <p:nvPr>
            <p:ph type="title"/>
          </p:nvPr>
        </p:nvSpPr>
        <p:spPr>
          <a:xfrm>
            <a:off x="649005" y="206375"/>
            <a:ext cx="10893990" cy="1325563"/>
          </a:xfrm>
        </p:spPr>
        <p:txBody>
          <a:bodyPr>
            <a:normAutofit/>
          </a:bodyPr>
          <a:lstStyle/>
          <a:p>
            <a:r>
              <a:rPr lang="en-SG" dirty="0"/>
              <a:t>Managing Digital business applications infrastructure</a:t>
            </a:r>
          </a:p>
        </p:txBody>
      </p:sp>
      <p:graphicFrame>
        <p:nvGraphicFramePr>
          <p:cNvPr id="9" name="Content Placeholder 3">
            <a:extLst>
              <a:ext uri="{FF2B5EF4-FFF2-40B4-BE49-F238E27FC236}">
                <a16:creationId xmlns:a16="http://schemas.microsoft.com/office/drawing/2014/main" id="{8D176D09-5EB7-4591-853C-1B83C7948F0C}"/>
              </a:ext>
            </a:extLst>
          </p:cNvPr>
          <p:cNvGraphicFramePr>
            <a:graphicFrameLocks noGrp="1"/>
          </p:cNvGraphicFramePr>
          <p:nvPr>
            <p:ph idx="1"/>
            <p:extLst>
              <p:ext uri="{D42A27DB-BD31-4B8C-83A1-F6EECF244321}">
                <p14:modId xmlns:p14="http://schemas.microsoft.com/office/powerpoint/2010/main" val="1329564058"/>
              </p:ext>
            </p:extLst>
          </p:nvPr>
        </p:nvGraphicFramePr>
        <p:xfrm>
          <a:off x="1030004" y="2703512"/>
          <a:ext cx="10512991" cy="374808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TextBox 4">
            <a:extLst>
              <a:ext uri="{FF2B5EF4-FFF2-40B4-BE49-F238E27FC236}">
                <a16:creationId xmlns:a16="http://schemas.microsoft.com/office/drawing/2014/main" id="{2D4B77DC-0585-4D89-B54C-19B8D7D84256}"/>
              </a:ext>
            </a:extLst>
          </p:cNvPr>
          <p:cNvSpPr txBox="1"/>
          <p:nvPr/>
        </p:nvSpPr>
        <p:spPr>
          <a:xfrm>
            <a:off x="1030004" y="1794559"/>
            <a:ext cx="4313521" cy="646331"/>
          </a:xfrm>
          <a:prstGeom prst="rect">
            <a:avLst/>
          </a:prstGeom>
          <a:solidFill>
            <a:schemeClr val="accent4">
              <a:lumMod val="60000"/>
              <a:lumOff val="40000"/>
            </a:schemeClr>
          </a:solidFill>
        </p:spPr>
        <p:txBody>
          <a:bodyPr wrap="square" rtlCol="0">
            <a:spAutoFit/>
          </a:bodyPr>
          <a:lstStyle/>
          <a:p>
            <a:r>
              <a:rPr lang="en-SG" sz="3600" dirty="0"/>
              <a:t>Characteristics of SOA</a:t>
            </a:r>
          </a:p>
        </p:txBody>
      </p:sp>
    </p:spTree>
    <p:extLst>
      <p:ext uri="{BB962C8B-B14F-4D97-AF65-F5344CB8AC3E}">
        <p14:creationId xmlns:p14="http://schemas.microsoft.com/office/powerpoint/2010/main" val="159331342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AD339F-CD4B-4FCC-AADD-4449CCA42FB7}"/>
              </a:ext>
            </a:extLst>
          </p:cNvPr>
          <p:cNvSpPr>
            <a:spLocks noGrp="1"/>
          </p:cNvSpPr>
          <p:nvPr>
            <p:ph type="title"/>
          </p:nvPr>
        </p:nvSpPr>
        <p:spPr/>
        <p:txBody>
          <a:bodyPr/>
          <a:lstStyle/>
          <a:p>
            <a:r>
              <a:rPr lang="en-SG" dirty="0"/>
              <a:t>Self-Assessment Questions</a:t>
            </a:r>
          </a:p>
        </p:txBody>
      </p:sp>
      <p:sp>
        <p:nvSpPr>
          <p:cNvPr id="3" name="Content Placeholder 2">
            <a:extLst>
              <a:ext uri="{FF2B5EF4-FFF2-40B4-BE49-F238E27FC236}">
                <a16:creationId xmlns:a16="http://schemas.microsoft.com/office/drawing/2014/main" id="{1040C2EB-69A2-43FE-875B-BD02C0C4F430}"/>
              </a:ext>
            </a:extLst>
          </p:cNvPr>
          <p:cNvSpPr>
            <a:spLocks noGrp="1"/>
          </p:cNvSpPr>
          <p:nvPr>
            <p:ph idx="1"/>
          </p:nvPr>
        </p:nvSpPr>
        <p:spPr/>
        <p:txBody>
          <a:bodyPr/>
          <a:lstStyle/>
          <a:p>
            <a:r>
              <a:rPr lang="en-SG" dirty="0"/>
              <a:t>Refer to Activity booklet for questions which will help you review the topics covered in this lesson.</a:t>
            </a:r>
          </a:p>
        </p:txBody>
      </p:sp>
    </p:spTree>
    <p:extLst>
      <p:ext uri="{BB962C8B-B14F-4D97-AF65-F5344CB8AC3E}">
        <p14:creationId xmlns:p14="http://schemas.microsoft.com/office/powerpoint/2010/main" val="6331142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TotalTime>
  <Words>1490</Words>
  <Application>Microsoft Office PowerPoint</Application>
  <PresentationFormat>Widescreen</PresentationFormat>
  <Paragraphs>167</Paragraphs>
  <Slides>42</Slides>
  <Notes>0</Notes>
  <HiddenSlides>0</HiddenSlides>
  <MMClips>0</MMClips>
  <ScaleCrop>false</ScaleCrop>
  <HeadingPairs>
    <vt:vector size="4" baseType="variant">
      <vt:variant>
        <vt:lpstr>Theme</vt:lpstr>
      </vt:variant>
      <vt:variant>
        <vt:i4>1</vt:i4>
      </vt:variant>
      <vt:variant>
        <vt:lpstr>Slide Titles</vt:lpstr>
      </vt:variant>
      <vt:variant>
        <vt:i4>42</vt:i4>
      </vt:variant>
    </vt:vector>
  </HeadingPairs>
  <TitlesOfParts>
    <vt:vector size="43" baseType="lpstr">
      <vt:lpstr>Office Theme</vt:lpstr>
      <vt:lpstr>Digital Business and               E-Commerce Management</vt:lpstr>
      <vt:lpstr>Managing Digital Business Infrastructure</vt:lpstr>
      <vt:lpstr>Activity 3.1</vt:lpstr>
      <vt:lpstr>Digital Business Infrastructure</vt:lpstr>
      <vt:lpstr>Digital Business Infrastructure (Typical problems encountered by customers)</vt:lpstr>
      <vt:lpstr>Digital Business Infrastructure (What does business need?)</vt:lpstr>
      <vt:lpstr>Key Management Issues of digital business infrastructure</vt:lpstr>
      <vt:lpstr>Digital Business Infrastructure Components</vt:lpstr>
      <vt:lpstr>Digital Business Infrastructure Components</vt:lpstr>
      <vt:lpstr>Platforms which marketers can use to reach and interact  with their audience through content marketing or advertising</vt:lpstr>
      <vt:lpstr>Digital Business Infrastructure </vt:lpstr>
      <vt:lpstr>Digital Business Infrastructure  (Mobile Usage Statistics)  </vt:lpstr>
      <vt:lpstr>Digital Business Infrastructure  (Mobile Usage Statistics)  </vt:lpstr>
      <vt:lpstr>Activity 3.2</vt:lpstr>
      <vt:lpstr>Digital Business Infrastructure  (Challenges of creating a mobile web presence)  </vt:lpstr>
      <vt:lpstr>Digital Business Infrastructure  (Challenges of creating a mobile web presence)  </vt:lpstr>
      <vt:lpstr>Digital Business Infrastructure  (Challenges of creating a mobile web presence)  </vt:lpstr>
      <vt:lpstr>Digital Business Infrastructure  (Challenges of creating a mobile web presence)  </vt:lpstr>
      <vt:lpstr>Digital Business Infrastructure  (Challenges of creating a mobile web presence)  </vt:lpstr>
      <vt:lpstr>Digital Business Infrastructure  (Challenges of creating a mobile web presence)  </vt:lpstr>
      <vt:lpstr>Digital Business Infrastructure  (Challenges of creating a mobile web presence)  </vt:lpstr>
      <vt:lpstr>Digital Business Infrastructure  (Challenges of creating a mobile web presence)  </vt:lpstr>
      <vt:lpstr>Digital Business Infrastructure  (Taking the mobile vs. site decision)  </vt:lpstr>
      <vt:lpstr>Activity 3.3</vt:lpstr>
      <vt:lpstr>Digital Business Infrastructure  (Summary of Mobile or Wireless Internet access consumer proposition)  </vt:lpstr>
      <vt:lpstr>Digital Business Infrastructure  (Summary of Mobile or Wireless Internet access consumer proposition)  </vt:lpstr>
      <vt:lpstr>Management Issues in creating a new  customer-facing digital service</vt:lpstr>
      <vt:lpstr>Managing Digital business applications infrastructure</vt:lpstr>
      <vt:lpstr>PowerPoint Presentation</vt:lpstr>
      <vt:lpstr>PowerPoint Presentation</vt:lpstr>
      <vt:lpstr>PowerPoint Presentation</vt:lpstr>
      <vt:lpstr>Managing Digital business applications infrastructure</vt:lpstr>
      <vt:lpstr>Managing Digital business applications infrastructure</vt:lpstr>
      <vt:lpstr>Activity 3.4</vt:lpstr>
      <vt:lpstr>Managing Digital business applications infrastructure  (Web Services or SaaS, cloud computing and service-oriented architecture (SOA))</vt:lpstr>
      <vt:lpstr>Managing Digital business applications infrastructure</vt:lpstr>
      <vt:lpstr>Managing Digital business applications infrastructure</vt:lpstr>
      <vt:lpstr>Activity 3.5</vt:lpstr>
      <vt:lpstr>Managing Digital business applications infrastructure</vt:lpstr>
      <vt:lpstr>Managing Digital business applications infrastructure</vt:lpstr>
      <vt:lpstr>Managing Digital business applications infrastructure</vt:lpstr>
      <vt:lpstr>Self-Assessment Questions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Digital Business and               E-Commerce Management</dc:title>
  <dc:creator>Marie Chris Soque</dc:creator>
  <cp:lastModifiedBy>Marie Chris Soque</cp:lastModifiedBy>
  <cp:revision>10</cp:revision>
  <dcterms:created xsi:type="dcterms:W3CDTF">2020-04-09T02:43:42Z</dcterms:created>
  <dcterms:modified xsi:type="dcterms:W3CDTF">2020-04-09T05:11:27Z</dcterms:modified>
</cp:coreProperties>
</file>