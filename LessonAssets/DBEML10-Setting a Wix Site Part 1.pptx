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80" r:id="rId21"/>
    <p:sldId id="275" r:id="rId22"/>
    <p:sldId id="276" r:id="rId23"/>
    <p:sldId id="277" r:id="rId24"/>
    <p:sldId id="278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8" r:id="rId40"/>
    <p:sldId id="297" r:id="rId41"/>
    <p:sldId id="25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8D6A71F-69D0-4362-8E4D-63BC5CBA8FB6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9"/>
            <p14:sldId id="280"/>
            <p14:sldId id="275"/>
            <p14:sldId id="276"/>
            <p14:sldId id="277"/>
            <p14:sldId id="278"/>
            <p14:sldId id="28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8"/>
            <p14:sldId id="29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42F02-3345-4BB8-8B0E-23C8E3F94CAE}" v="83" dt="2018-11-09T08:51:16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oe" userId="8901cf30983edc6b" providerId="LiveId" clId="{C1442F02-3345-4BB8-8B0E-23C8E3F94CAE}"/>
    <pc:docChg chg="undo custSel mod addSld modSld modMainMaster">
      <pc:chgData name="Tony Toe" userId="8901cf30983edc6b" providerId="LiveId" clId="{C1442F02-3345-4BB8-8B0E-23C8E3F94CAE}" dt="2018-11-09T08:53:22.890" v="1735" actId="20577"/>
      <pc:docMkLst>
        <pc:docMk/>
      </pc:docMkLst>
      <pc:sldChg chg="addSp delSp modSp add mod setBg">
        <pc:chgData name="Tony Toe" userId="8901cf30983edc6b" providerId="LiveId" clId="{C1442F02-3345-4BB8-8B0E-23C8E3F94CAE}" dt="2018-11-07T03:53:50.766" v="1417" actId="14100"/>
        <pc:sldMkLst>
          <pc:docMk/>
          <pc:sldMk cId="2878228141" sldId="259"/>
        </pc:sldMkLst>
        <pc:spChg chg="mod">
          <ac:chgData name="Tony Toe" userId="8901cf30983edc6b" providerId="LiveId" clId="{C1442F02-3345-4BB8-8B0E-23C8E3F94CAE}" dt="2018-11-07T02:39:52.629" v="8" actId="20577"/>
          <ac:spMkLst>
            <pc:docMk/>
            <pc:sldMk cId="2878228141" sldId="259"/>
            <ac:spMk id="2" creationId="{3695336E-06B7-426C-8AC1-BDC6371EE292}"/>
          </ac:spMkLst>
        </pc:spChg>
        <pc:spChg chg="mod">
          <ac:chgData name="Tony Toe" userId="8901cf30983edc6b" providerId="LiveId" clId="{C1442F02-3345-4BB8-8B0E-23C8E3F94CAE}" dt="2018-11-07T03:53:50.766" v="1417" actId="14100"/>
          <ac:spMkLst>
            <pc:docMk/>
            <pc:sldMk cId="2878228141" sldId="259"/>
            <ac:spMk id="3" creationId="{0493722E-AC09-4849-9057-7BBCE811B926}"/>
          </ac:spMkLst>
        </pc:spChg>
        <pc:spChg chg="add del">
          <ac:chgData name="Tony Toe" userId="8901cf30983edc6b" providerId="LiveId" clId="{C1442F02-3345-4BB8-8B0E-23C8E3F94CAE}" dt="2018-11-07T02:38:35.854" v="2" actId="478"/>
          <ac:spMkLst>
            <pc:docMk/>
            <pc:sldMk cId="2878228141" sldId="259"/>
            <ac:spMk id="4" creationId="{816C93EB-31D2-4026-9714-1D432D7FCA03}"/>
          </ac:spMkLst>
        </pc:spChg>
        <pc:picChg chg="add del mod">
          <ac:chgData name="Tony Toe" userId="8901cf30983edc6b" providerId="LiveId" clId="{C1442F02-3345-4BB8-8B0E-23C8E3F94CAE}" dt="2018-11-07T03:53:44.648" v="1415" actId="478"/>
          <ac:picMkLst>
            <pc:docMk/>
            <pc:sldMk cId="2878228141" sldId="259"/>
            <ac:picMk id="1028" creationId="{1CAD0328-5E1A-49B6-8DBA-C3EC54AFDBF5}"/>
          </ac:picMkLst>
        </pc:picChg>
      </pc:sldChg>
      <pc:sldChg chg="modSp add">
        <pc:chgData name="Tony Toe" userId="8901cf30983edc6b" providerId="LiveId" clId="{C1442F02-3345-4BB8-8B0E-23C8E3F94CAE}" dt="2018-11-07T02:47:13.229" v="65" actId="20577"/>
        <pc:sldMkLst>
          <pc:docMk/>
          <pc:sldMk cId="1900627532" sldId="260"/>
        </pc:sldMkLst>
        <pc:spChg chg="mod">
          <ac:chgData name="Tony Toe" userId="8901cf30983edc6b" providerId="LiveId" clId="{C1442F02-3345-4BB8-8B0E-23C8E3F94CAE}" dt="2018-11-07T02:40:56.142" v="33" actId="20577"/>
          <ac:spMkLst>
            <pc:docMk/>
            <pc:sldMk cId="1900627532" sldId="260"/>
            <ac:spMk id="2" creationId="{45F803A7-FACA-4F16-B76C-A9AB4CDF6334}"/>
          </ac:spMkLst>
        </pc:spChg>
        <pc:spChg chg="mod">
          <ac:chgData name="Tony Toe" userId="8901cf30983edc6b" providerId="LiveId" clId="{C1442F02-3345-4BB8-8B0E-23C8E3F94CAE}" dt="2018-11-07T02:47:13.229" v="65" actId="20577"/>
          <ac:spMkLst>
            <pc:docMk/>
            <pc:sldMk cId="1900627532" sldId="260"/>
            <ac:spMk id="3" creationId="{A3A52AE1-D289-4E7A-88F2-F05F7F4EDB0D}"/>
          </ac:spMkLst>
        </pc:spChg>
      </pc:sldChg>
      <pc:sldChg chg="addSp delSp modSp add mod setBg">
        <pc:chgData name="Tony Toe" userId="8901cf30983edc6b" providerId="LiveId" clId="{C1442F02-3345-4BB8-8B0E-23C8E3F94CAE}" dt="2018-11-07T02:48:15.523" v="134" actId="26606"/>
        <pc:sldMkLst>
          <pc:docMk/>
          <pc:sldMk cId="113529752" sldId="261"/>
        </pc:sldMkLst>
        <pc:spChg chg="mod">
          <ac:chgData name="Tony Toe" userId="8901cf30983edc6b" providerId="LiveId" clId="{C1442F02-3345-4BB8-8B0E-23C8E3F94CAE}" dt="2018-11-07T02:48:15.523" v="134" actId="26606"/>
          <ac:spMkLst>
            <pc:docMk/>
            <pc:sldMk cId="113529752" sldId="261"/>
            <ac:spMk id="2" creationId="{EEB12D6D-EBBC-42A7-A5F6-857F56F83A98}"/>
          </ac:spMkLst>
        </pc:spChg>
        <pc:spChg chg="del">
          <ac:chgData name="Tony Toe" userId="8901cf30983edc6b" providerId="LiveId" clId="{C1442F02-3345-4BB8-8B0E-23C8E3F94CAE}" dt="2018-11-07T02:47:48.649" v="131" actId="26606"/>
          <ac:spMkLst>
            <pc:docMk/>
            <pc:sldMk cId="113529752" sldId="261"/>
            <ac:spMk id="3" creationId="{509542F9-F69C-4EB1-8492-84FD69DF1DCA}"/>
          </ac:spMkLst>
        </pc:spChg>
        <pc:graphicFrameChg chg="add mod modGraphic">
          <ac:chgData name="Tony Toe" userId="8901cf30983edc6b" providerId="LiveId" clId="{C1442F02-3345-4BB8-8B0E-23C8E3F94CAE}" dt="2018-11-07T02:48:15.523" v="134" actId="26606"/>
          <ac:graphicFrameMkLst>
            <pc:docMk/>
            <pc:sldMk cId="113529752" sldId="261"/>
            <ac:graphicFrameMk id="4" creationId="{1C9A4696-1632-48E4-8722-567C739AB91B}"/>
          </ac:graphicFrameMkLst>
        </pc:graphicFrameChg>
      </pc:sldChg>
      <pc:sldChg chg="addSp modSp add">
        <pc:chgData name="Tony Toe" userId="8901cf30983edc6b" providerId="LiveId" clId="{C1442F02-3345-4BB8-8B0E-23C8E3F94CAE}" dt="2018-11-07T02:51:21.716" v="234" actId="20577"/>
        <pc:sldMkLst>
          <pc:docMk/>
          <pc:sldMk cId="3969558563" sldId="262"/>
        </pc:sldMkLst>
        <pc:spChg chg="mod">
          <ac:chgData name="Tony Toe" userId="8901cf30983edc6b" providerId="LiveId" clId="{C1442F02-3345-4BB8-8B0E-23C8E3F94CAE}" dt="2018-11-07T02:48:27.173" v="154" actId="20577"/>
          <ac:spMkLst>
            <pc:docMk/>
            <pc:sldMk cId="3969558563" sldId="262"/>
            <ac:spMk id="2" creationId="{5F131AFE-C8A2-4D1F-BD60-9842204D5183}"/>
          </ac:spMkLst>
        </pc:spChg>
        <pc:spChg chg="mod">
          <ac:chgData name="Tony Toe" userId="8901cf30983edc6b" providerId="LiveId" clId="{C1442F02-3345-4BB8-8B0E-23C8E3F94CAE}" dt="2018-11-07T02:49:18.077" v="205" actId="20577"/>
          <ac:spMkLst>
            <pc:docMk/>
            <pc:sldMk cId="3969558563" sldId="262"/>
            <ac:spMk id="3" creationId="{A7D5A1EC-D487-4379-B861-BFD03ABBEDF2}"/>
          </ac:spMkLst>
        </pc:spChg>
        <pc:spChg chg="add mod">
          <ac:chgData name="Tony Toe" userId="8901cf30983edc6b" providerId="LiveId" clId="{C1442F02-3345-4BB8-8B0E-23C8E3F94CAE}" dt="2018-11-07T02:49:43.518" v="213" actId="1076"/>
          <ac:spMkLst>
            <pc:docMk/>
            <pc:sldMk cId="3969558563" sldId="262"/>
            <ac:spMk id="4" creationId="{65F0777D-C1B3-4AC9-8236-74EAE95320B6}"/>
          </ac:spMkLst>
        </pc:spChg>
        <pc:spChg chg="add mod">
          <ac:chgData name="Tony Toe" userId="8901cf30983edc6b" providerId="LiveId" clId="{C1442F02-3345-4BB8-8B0E-23C8E3F94CAE}" dt="2018-11-07T02:50:50.878" v="219" actId="1076"/>
          <ac:spMkLst>
            <pc:docMk/>
            <pc:sldMk cId="3969558563" sldId="262"/>
            <ac:spMk id="5" creationId="{4D661E92-FEE9-4003-A583-1C73125C079E}"/>
          </ac:spMkLst>
        </pc:spChg>
        <pc:spChg chg="add mod">
          <ac:chgData name="Tony Toe" userId="8901cf30983edc6b" providerId="LiveId" clId="{C1442F02-3345-4BB8-8B0E-23C8E3F94CAE}" dt="2018-11-07T02:51:21.716" v="234" actId="20577"/>
          <ac:spMkLst>
            <pc:docMk/>
            <pc:sldMk cId="3969558563" sldId="262"/>
            <ac:spMk id="6" creationId="{935E57C7-408F-45E9-A6DD-6FD9D2A09C31}"/>
          </ac:spMkLst>
        </pc:spChg>
      </pc:sldChg>
      <pc:sldChg chg="modSp add">
        <pc:chgData name="Tony Toe" userId="8901cf30983edc6b" providerId="LiveId" clId="{C1442F02-3345-4BB8-8B0E-23C8E3F94CAE}" dt="2018-11-07T02:52:17.709" v="290" actId="20577"/>
        <pc:sldMkLst>
          <pc:docMk/>
          <pc:sldMk cId="559869889" sldId="263"/>
        </pc:sldMkLst>
        <pc:spChg chg="mod">
          <ac:chgData name="Tony Toe" userId="8901cf30983edc6b" providerId="LiveId" clId="{C1442F02-3345-4BB8-8B0E-23C8E3F94CAE}" dt="2018-11-07T02:52:03.525" v="247" actId="20577"/>
          <ac:spMkLst>
            <pc:docMk/>
            <pc:sldMk cId="559869889" sldId="263"/>
            <ac:spMk id="2" creationId="{381301AC-9853-4354-A499-D62DDE9405F5}"/>
          </ac:spMkLst>
        </pc:spChg>
        <pc:spChg chg="mod">
          <ac:chgData name="Tony Toe" userId="8901cf30983edc6b" providerId="LiveId" clId="{C1442F02-3345-4BB8-8B0E-23C8E3F94CAE}" dt="2018-11-07T02:52:17.709" v="290" actId="20577"/>
          <ac:spMkLst>
            <pc:docMk/>
            <pc:sldMk cId="559869889" sldId="263"/>
            <ac:spMk id="3" creationId="{A848DCD5-3BE6-4EC6-A161-81F30994B542}"/>
          </ac:spMkLst>
        </pc:spChg>
      </pc:sldChg>
      <pc:sldChg chg="modSp add">
        <pc:chgData name="Tony Toe" userId="8901cf30983edc6b" providerId="LiveId" clId="{C1442F02-3345-4BB8-8B0E-23C8E3F94CAE}" dt="2018-11-07T02:53:39.390" v="311" actId="20577"/>
        <pc:sldMkLst>
          <pc:docMk/>
          <pc:sldMk cId="2663059022" sldId="264"/>
        </pc:sldMkLst>
        <pc:spChg chg="mod">
          <ac:chgData name="Tony Toe" userId="8901cf30983edc6b" providerId="LiveId" clId="{C1442F02-3345-4BB8-8B0E-23C8E3F94CAE}" dt="2018-11-07T02:53:02.812" v="304" actId="20577"/>
          <ac:spMkLst>
            <pc:docMk/>
            <pc:sldMk cId="2663059022" sldId="264"/>
            <ac:spMk id="2" creationId="{56C38C1D-E5D3-491E-AB5C-FD264E405F84}"/>
          </ac:spMkLst>
        </pc:spChg>
        <pc:spChg chg="mod">
          <ac:chgData name="Tony Toe" userId="8901cf30983edc6b" providerId="LiveId" clId="{C1442F02-3345-4BB8-8B0E-23C8E3F94CAE}" dt="2018-11-07T02:53:39.390" v="311" actId="20577"/>
          <ac:spMkLst>
            <pc:docMk/>
            <pc:sldMk cId="2663059022" sldId="264"/>
            <ac:spMk id="3" creationId="{D170DBF4-03B0-46C7-8921-AC850D27F341}"/>
          </ac:spMkLst>
        </pc:spChg>
      </pc:sldChg>
      <pc:sldChg chg="modSp add">
        <pc:chgData name="Tony Toe" userId="8901cf30983edc6b" providerId="LiveId" clId="{C1442F02-3345-4BB8-8B0E-23C8E3F94CAE}" dt="2018-11-07T02:54:18.012" v="332" actId="20577"/>
        <pc:sldMkLst>
          <pc:docMk/>
          <pc:sldMk cId="767239538" sldId="265"/>
        </pc:sldMkLst>
        <pc:spChg chg="mod">
          <ac:chgData name="Tony Toe" userId="8901cf30983edc6b" providerId="LiveId" clId="{C1442F02-3345-4BB8-8B0E-23C8E3F94CAE}" dt="2018-11-07T02:54:02.781" v="326" actId="20577"/>
          <ac:spMkLst>
            <pc:docMk/>
            <pc:sldMk cId="767239538" sldId="265"/>
            <ac:spMk id="2" creationId="{D5DA16FE-8B01-4D89-9A03-706D9BB3FA13}"/>
          </ac:spMkLst>
        </pc:spChg>
        <pc:spChg chg="mod">
          <ac:chgData name="Tony Toe" userId="8901cf30983edc6b" providerId="LiveId" clId="{C1442F02-3345-4BB8-8B0E-23C8E3F94CAE}" dt="2018-11-07T02:54:18.012" v="332" actId="20577"/>
          <ac:spMkLst>
            <pc:docMk/>
            <pc:sldMk cId="767239538" sldId="265"/>
            <ac:spMk id="3" creationId="{AD2B53B1-8061-44BD-95CC-40420DB8CBE5}"/>
          </ac:spMkLst>
        </pc:spChg>
      </pc:sldChg>
      <pc:sldChg chg="addSp modSp add">
        <pc:chgData name="Tony Toe" userId="8901cf30983edc6b" providerId="LiveId" clId="{C1442F02-3345-4BB8-8B0E-23C8E3F94CAE}" dt="2018-11-07T02:56:07.607" v="468" actId="1076"/>
        <pc:sldMkLst>
          <pc:docMk/>
          <pc:sldMk cId="2036393543" sldId="266"/>
        </pc:sldMkLst>
        <pc:spChg chg="mod">
          <ac:chgData name="Tony Toe" userId="8901cf30983edc6b" providerId="LiveId" clId="{C1442F02-3345-4BB8-8B0E-23C8E3F94CAE}" dt="2018-11-07T02:55:19.723" v="413" actId="20577"/>
          <ac:spMkLst>
            <pc:docMk/>
            <pc:sldMk cId="2036393543" sldId="266"/>
            <ac:spMk id="2" creationId="{CAAE499C-48D2-4FF9-9C18-FE32A3DA42D3}"/>
          </ac:spMkLst>
        </pc:spChg>
        <pc:spChg chg="mod">
          <ac:chgData name="Tony Toe" userId="8901cf30983edc6b" providerId="LiveId" clId="{C1442F02-3345-4BB8-8B0E-23C8E3F94CAE}" dt="2018-11-07T02:55:43.388" v="460" actId="20577"/>
          <ac:spMkLst>
            <pc:docMk/>
            <pc:sldMk cId="2036393543" sldId="266"/>
            <ac:spMk id="3" creationId="{5A577533-217A-4D1C-8533-D565EC3A1507}"/>
          </ac:spMkLst>
        </pc:spChg>
        <pc:spChg chg="add mod">
          <ac:chgData name="Tony Toe" userId="8901cf30983edc6b" providerId="LiveId" clId="{C1442F02-3345-4BB8-8B0E-23C8E3F94CAE}" dt="2018-11-07T02:56:07.607" v="468" actId="1076"/>
          <ac:spMkLst>
            <pc:docMk/>
            <pc:sldMk cId="2036393543" sldId="266"/>
            <ac:spMk id="4" creationId="{3B37C893-FE76-45E0-9010-2C273797A4CD}"/>
          </ac:spMkLst>
        </pc:spChg>
      </pc:sldChg>
      <pc:sldChg chg="addSp modSp add">
        <pc:chgData name="Tony Toe" userId="8901cf30983edc6b" providerId="LiveId" clId="{C1442F02-3345-4BB8-8B0E-23C8E3F94CAE}" dt="2018-11-07T03:02:05.063" v="475" actId="1076"/>
        <pc:sldMkLst>
          <pc:docMk/>
          <pc:sldMk cId="2616453588" sldId="267"/>
        </pc:sldMkLst>
        <pc:spChg chg="add mod">
          <ac:chgData name="Tony Toe" userId="8901cf30983edc6b" providerId="LiveId" clId="{C1442F02-3345-4BB8-8B0E-23C8E3F94CAE}" dt="2018-11-07T03:02:05.063" v="475" actId="1076"/>
          <ac:spMkLst>
            <pc:docMk/>
            <pc:sldMk cId="2616453588" sldId="267"/>
            <ac:spMk id="4" creationId="{972503FA-87D8-4690-9B27-39B72E6FEEF2}"/>
          </ac:spMkLst>
        </pc:spChg>
      </pc:sldChg>
      <pc:sldChg chg="addSp modSp add">
        <pc:chgData name="Tony Toe" userId="8901cf30983edc6b" providerId="LiveId" clId="{C1442F02-3345-4BB8-8B0E-23C8E3F94CAE}" dt="2018-11-07T03:23:44.043" v="697" actId="13926"/>
        <pc:sldMkLst>
          <pc:docMk/>
          <pc:sldMk cId="1867288806" sldId="268"/>
        </pc:sldMkLst>
        <pc:spChg chg="mod">
          <ac:chgData name="Tony Toe" userId="8901cf30983edc6b" providerId="LiveId" clId="{C1442F02-3345-4BB8-8B0E-23C8E3F94CAE}" dt="2018-11-07T03:21:49.203" v="560" actId="20577"/>
          <ac:spMkLst>
            <pc:docMk/>
            <pc:sldMk cId="1867288806" sldId="268"/>
            <ac:spMk id="2" creationId="{FFB80AD2-0F53-4F63-9C39-445785BC8CC8}"/>
          </ac:spMkLst>
        </pc:spChg>
        <pc:spChg chg="mod">
          <ac:chgData name="Tony Toe" userId="8901cf30983edc6b" providerId="LiveId" clId="{C1442F02-3345-4BB8-8B0E-23C8E3F94CAE}" dt="2018-11-07T03:23:44.043" v="697" actId="13926"/>
          <ac:spMkLst>
            <pc:docMk/>
            <pc:sldMk cId="1867288806" sldId="268"/>
            <ac:spMk id="3" creationId="{EDAEE099-9176-44BC-908E-F9E0EB7AC08A}"/>
          </ac:spMkLst>
        </pc:spChg>
        <pc:spChg chg="add mod">
          <ac:chgData name="Tony Toe" userId="8901cf30983edc6b" providerId="LiveId" clId="{C1442F02-3345-4BB8-8B0E-23C8E3F94CAE}" dt="2018-11-07T03:13:17.815" v="485" actId="1076"/>
          <ac:spMkLst>
            <pc:docMk/>
            <pc:sldMk cId="1867288806" sldId="268"/>
            <ac:spMk id="4" creationId="{61BFF04E-3C15-46A9-BD09-A562632B2385}"/>
          </ac:spMkLst>
        </pc:spChg>
      </pc:sldChg>
      <pc:sldChg chg="modSp add">
        <pc:chgData name="Tony Toe" userId="8901cf30983edc6b" providerId="LiveId" clId="{C1442F02-3345-4BB8-8B0E-23C8E3F94CAE}" dt="2018-11-07T03:24:16.345" v="747" actId="20577"/>
        <pc:sldMkLst>
          <pc:docMk/>
          <pc:sldMk cId="1395854422" sldId="269"/>
        </pc:sldMkLst>
        <pc:spChg chg="mod">
          <ac:chgData name="Tony Toe" userId="8901cf30983edc6b" providerId="LiveId" clId="{C1442F02-3345-4BB8-8B0E-23C8E3F94CAE}" dt="2018-11-07T03:24:06.186" v="712" actId="20577"/>
          <ac:spMkLst>
            <pc:docMk/>
            <pc:sldMk cId="1395854422" sldId="269"/>
            <ac:spMk id="2" creationId="{307E50DE-A596-4547-AC5F-B36ADA737D9C}"/>
          </ac:spMkLst>
        </pc:spChg>
        <pc:spChg chg="mod">
          <ac:chgData name="Tony Toe" userId="8901cf30983edc6b" providerId="LiveId" clId="{C1442F02-3345-4BB8-8B0E-23C8E3F94CAE}" dt="2018-11-07T03:24:16.345" v="747" actId="20577"/>
          <ac:spMkLst>
            <pc:docMk/>
            <pc:sldMk cId="1395854422" sldId="269"/>
            <ac:spMk id="3" creationId="{4CCFF443-4F39-41CB-9279-D4203F0AA836}"/>
          </ac:spMkLst>
        </pc:spChg>
      </pc:sldChg>
      <pc:sldChg chg="addSp modSp add">
        <pc:chgData name="Tony Toe" userId="8901cf30983edc6b" providerId="LiveId" clId="{C1442F02-3345-4BB8-8B0E-23C8E3F94CAE}" dt="2018-11-07T03:25:47.010" v="804" actId="1076"/>
        <pc:sldMkLst>
          <pc:docMk/>
          <pc:sldMk cId="3231123048" sldId="270"/>
        </pc:sldMkLst>
        <pc:spChg chg="mod">
          <ac:chgData name="Tony Toe" userId="8901cf30983edc6b" providerId="LiveId" clId="{C1442F02-3345-4BB8-8B0E-23C8E3F94CAE}" dt="2018-11-07T03:25:10.275" v="782" actId="20577"/>
          <ac:spMkLst>
            <pc:docMk/>
            <pc:sldMk cId="3231123048" sldId="270"/>
            <ac:spMk id="2" creationId="{17D525A4-FA0D-4B6A-89EB-086373F965A4}"/>
          </ac:spMkLst>
        </pc:spChg>
        <pc:spChg chg="mod">
          <ac:chgData name="Tony Toe" userId="8901cf30983edc6b" providerId="LiveId" clId="{C1442F02-3345-4BB8-8B0E-23C8E3F94CAE}" dt="2018-11-07T03:25:17.129" v="802" actId="20577"/>
          <ac:spMkLst>
            <pc:docMk/>
            <pc:sldMk cId="3231123048" sldId="270"/>
            <ac:spMk id="3" creationId="{855CD4D5-F530-40B6-B0E4-2C0F3E49ADA0}"/>
          </ac:spMkLst>
        </pc:spChg>
        <pc:spChg chg="add mod">
          <ac:chgData name="Tony Toe" userId="8901cf30983edc6b" providerId="LiveId" clId="{C1442F02-3345-4BB8-8B0E-23C8E3F94CAE}" dt="2018-11-07T03:25:47.010" v="804" actId="1076"/>
          <ac:spMkLst>
            <pc:docMk/>
            <pc:sldMk cId="3231123048" sldId="270"/>
            <ac:spMk id="4" creationId="{B2929AF2-E606-4604-B7BE-09C0B9FC731D}"/>
          </ac:spMkLst>
        </pc:spChg>
      </pc:sldChg>
      <pc:sldChg chg="addSp modSp add">
        <pc:chgData name="Tony Toe" userId="8901cf30983edc6b" providerId="LiveId" clId="{C1442F02-3345-4BB8-8B0E-23C8E3F94CAE}" dt="2018-11-07T03:27:28.563" v="842" actId="313"/>
        <pc:sldMkLst>
          <pc:docMk/>
          <pc:sldMk cId="2226938883" sldId="271"/>
        </pc:sldMkLst>
        <pc:spChg chg="mod">
          <ac:chgData name="Tony Toe" userId="8901cf30983edc6b" providerId="LiveId" clId="{C1442F02-3345-4BB8-8B0E-23C8E3F94CAE}" dt="2018-11-07T03:27:28.563" v="842" actId="313"/>
          <ac:spMkLst>
            <pc:docMk/>
            <pc:sldMk cId="2226938883" sldId="271"/>
            <ac:spMk id="2" creationId="{A33D42EA-4F61-4A75-8A34-428F5477EE5B}"/>
          </ac:spMkLst>
        </pc:spChg>
        <pc:spChg chg="mod">
          <ac:chgData name="Tony Toe" userId="8901cf30983edc6b" providerId="LiveId" clId="{C1442F02-3345-4BB8-8B0E-23C8E3F94CAE}" dt="2018-11-07T03:26:56.939" v="833" actId="313"/>
          <ac:spMkLst>
            <pc:docMk/>
            <pc:sldMk cId="2226938883" sldId="271"/>
            <ac:spMk id="3" creationId="{D2898233-4A8B-4FC8-9357-7D461A4B2BA7}"/>
          </ac:spMkLst>
        </pc:spChg>
        <pc:spChg chg="add mod">
          <ac:chgData name="Tony Toe" userId="8901cf30983edc6b" providerId="LiveId" clId="{C1442F02-3345-4BB8-8B0E-23C8E3F94CAE}" dt="2018-11-07T03:27:26.223" v="841" actId="13926"/>
          <ac:spMkLst>
            <pc:docMk/>
            <pc:sldMk cId="2226938883" sldId="271"/>
            <ac:spMk id="4" creationId="{CB4F1EEB-0FB4-472A-9480-C01B4FDBD131}"/>
          </ac:spMkLst>
        </pc:spChg>
      </pc:sldChg>
      <pc:sldChg chg="modSp add">
        <pc:chgData name="Tony Toe" userId="8901cf30983edc6b" providerId="LiveId" clId="{C1442F02-3345-4BB8-8B0E-23C8E3F94CAE}" dt="2018-11-07T03:27:52.250" v="892" actId="20577"/>
        <pc:sldMkLst>
          <pc:docMk/>
          <pc:sldMk cId="1347873503" sldId="272"/>
        </pc:sldMkLst>
        <pc:spChg chg="mod">
          <ac:chgData name="Tony Toe" userId="8901cf30983edc6b" providerId="LiveId" clId="{C1442F02-3345-4BB8-8B0E-23C8E3F94CAE}" dt="2018-11-07T03:27:41.722" v="855" actId="20577"/>
          <ac:spMkLst>
            <pc:docMk/>
            <pc:sldMk cId="1347873503" sldId="272"/>
            <ac:spMk id="2" creationId="{BC1E6C45-5A91-4137-800A-D9BB4E569DD3}"/>
          </ac:spMkLst>
        </pc:spChg>
        <pc:spChg chg="mod">
          <ac:chgData name="Tony Toe" userId="8901cf30983edc6b" providerId="LiveId" clId="{C1442F02-3345-4BB8-8B0E-23C8E3F94CAE}" dt="2018-11-07T03:27:52.250" v="892" actId="20577"/>
          <ac:spMkLst>
            <pc:docMk/>
            <pc:sldMk cId="1347873503" sldId="272"/>
            <ac:spMk id="3" creationId="{63F16016-25AA-440C-9266-145D9817099E}"/>
          </ac:spMkLst>
        </pc:spChg>
      </pc:sldChg>
      <pc:sldChg chg="addSp modSp add">
        <pc:chgData name="Tony Toe" userId="8901cf30983edc6b" providerId="LiveId" clId="{C1442F02-3345-4BB8-8B0E-23C8E3F94CAE}" dt="2018-11-07T03:29:41.595" v="898" actId="1076"/>
        <pc:sldMkLst>
          <pc:docMk/>
          <pc:sldMk cId="3830724426" sldId="273"/>
        </pc:sldMkLst>
        <pc:spChg chg="mod">
          <ac:chgData name="Tony Toe" userId="8901cf30983edc6b" providerId="LiveId" clId="{C1442F02-3345-4BB8-8B0E-23C8E3F94CAE}" dt="2018-11-07T03:29:08.148" v="895" actId="20577"/>
          <ac:spMkLst>
            <pc:docMk/>
            <pc:sldMk cId="3830724426" sldId="273"/>
            <ac:spMk id="2" creationId="{0E765B06-95B3-4634-B01B-77D8EF067F87}"/>
          </ac:spMkLst>
        </pc:spChg>
        <pc:spChg chg="mod">
          <ac:chgData name="Tony Toe" userId="8901cf30983edc6b" providerId="LiveId" clId="{C1442F02-3345-4BB8-8B0E-23C8E3F94CAE}" dt="2018-11-07T03:29:25.043" v="896" actId="1076"/>
          <ac:spMkLst>
            <pc:docMk/>
            <pc:sldMk cId="3830724426" sldId="273"/>
            <ac:spMk id="3" creationId="{AD0BE510-A2FB-462A-A645-CD725DC831F5}"/>
          </ac:spMkLst>
        </pc:spChg>
        <pc:spChg chg="add mod">
          <ac:chgData name="Tony Toe" userId="8901cf30983edc6b" providerId="LiveId" clId="{C1442F02-3345-4BB8-8B0E-23C8E3F94CAE}" dt="2018-11-07T03:29:41.595" v="898" actId="1076"/>
          <ac:spMkLst>
            <pc:docMk/>
            <pc:sldMk cId="3830724426" sldId="273"/>
            <ac:spMk id="4" creationId="{ABF220DE-02F4-4CEE-BD55-E3AD5B70CBFA}"/>
          </ac:spMkLst>
        </pc:spChg>
      </pc:sldChg>
      <pc:sldChg chg="addSp delSp modSp add">
        <pc:chgData name="Tony Toe" userId="8901cf30983edc6b" providerId="LiveId" clId="{C1442F02-3345-4BB8-8B0E-23C8E3F94CAE}" dt="2018-11-07T03:30:14.895" v="926" actId="1076"/>
        <pc:sldMkLst>
          <pc:docMk/>
          <pc:sldMk cId="1251736921" sldId="274"/>
        </pc:sldMkLst>
        <pc:spChg chg="mod">
          <ac:chgData name="Tony Toe" userId="8901cf30983edc6b" providerId="LiveId" clId="{C1442F02-3345-4BB8-8B0E-23C8E3F94CAE}" dt="2018-11-07T03:29:59.266" v="922" actId="20577"/>
          <ac:spMkLst>
            <pc:docMk/>
            <pc:sldMk cId="1251736921" sldId="274"/>
            <ac:spMk id="2" creationId="{1C511B08-FC97-4809-BDBE-64B0651BFE8D}"/>
          </ac:spMkLst>
        </pc:spChg>
        <pc:spChg chg="del">
          <ac:chgData name="Tony Toe" userId="8901cf30983edc6b" providerId="LiveId" clId="{C1442F02-3345-4BB8-8B0E-23C8E3F94CAE}" dt="2018-11-07T03:30:11.345" v="925" actId="478"/>
          <ac:spMkLst>
            <pc:docMk/>
            <pc:sldMk cId="1251736921" sldId="274"/>
            <ac:spMk id="3" creationId="{5AB02C63-1A5A-4096-B978-1708337BA9AB}"/>
          </ac:spMkLst>
        </pc:spChg>
        <pc:spChg chg="add mod">
          <ac:chgData name="Tony Toe" userId="8901cf30983edc6b" providerId="LiveId" clId="{C1442F02-3345-4BB8-8B0E-23C8E3F94CAE}" dt="2018-11-07T03:30:14.895" v="926" actId="1076"/>
          <ac:spMkLst>
            <pc:docMk/>
            <pc:sldMk cId="1251736921" sldId="274"/>
            <ac:spMk id="4" creationId="{9D120C2A-7C72-47C6-85AD-36B172660C4A}"/>
          </ac:spMkLst>
        </pc:spChg>
      </pc:sldChg>
      <pc:sldChg chg="modSp add">
        <pc:chgData name="Tony Toe" userId="8901cf30983edc6b" providerId="LiveId" clId="{C1442F02-3345-4BB8-8B0E-23C8E3F94CAE}" dt="2018-11-07T03:30:50.653" v="954" actId="20577"/>
        <pc:sldMkLst>
          <pc:docMk/>
          <pc:sldMk cId="3084603823" sldId="275"/>
        </pc:sldMkLst>
        <pc:spChg chg="mod">
          <ac:chgData name="Tony Toe" userId="8901cf30983edc6b" providerId="LiveId" clId="{C1442F02-3345-4BB8-8B0E-23C8E3F94CAE}" dt="2018-11-07T03:30:35.721" v="951" actId="20577"/>
          <ac:spMkLst>
            <pc:docMk/>
            <pc:sldMk cId="3084603823" sldId="275"/>
            <ac:spMk id="2" creationId="{831DEFDB-D9B9-44D9-B481-729A02A77A05}"/>
          </ac:spMkLst>
        </pc:spChg>
        <pc:spChg chg="mod">
          <ac:chgData name="Tony Toe" userId="8901cf30983edc6b" providerId="LiveId" clId="{C1442F02-3345-4BB8-8B0E-23C8E3F94CAE}" dt="2018-11-07T03:30:50.653" v="954" actId="20577"/>
          <ac:spMkLst>
            <pc:docMk/>
            <pc:sldMk cId="3084603823" sldId="275"/>
            <ac:spMk id="3" creationId="{38805D42-842E-480E-BAB0-725A05CFE8E1}"/>
          </ac:spMkLst>
        </pc:spChg>
      </pc:sldChg>
      <pc:sldChg chg="addSp modSp add">
        <pc:chgData name="Tony Toe" userId="8901cf30983edc6b" providerId="LiveId" clId="{C1442F02-3345-4BB8-8B0E-23C8E3F94CAE}" dt="2018-11-07T03:31:40.113" v="978" actId="13926"/>
        <pc:sldMkLst>
          <pc:docMk/>
          <pc:sldMk cId="1438324259" sldId="276"/>
        </pc:sldMkLst>
        <pc:spChg chg="mod">
          <ac:chgData name="Tony Toe" userId="8901cf30983edc6b" providerId="LiveId" clId="{C1442F02-3345-4BB8-8B0E-23C8E3F94CAE}" dt="2018-11-07T03:31:12.585" v="971" actId="20577"/>
          <ac:spMkLst>
            <pc:docMk/>
            <pc:sldMk cId="1438324259" sldId="276"/>
            <ac:spMk id="2" creationId="{01A772CF-92EF-464C-85AE-5D6816092E33}"/>
          </ac:spMkLst>
        </pc:spChg>
        <pc:spChg chg="mod">
          <ac:chgData name="Tony Toe" userId="8901cf30983edc6b" providerId="LiveId" clId="{C1442F02-3345-4BB8-8B0E-23C8E3F94CAE}" dt="2018-11-07T03:31:21.164" v="972" actId="13926"/>
          <ac:spMkLst>
            <pc:docMk/>
            <pc:sldMk cId="1438324259" sldId="276"/>
            <ac:spMk id="3" creationId="{1080FF5B-12C0-4E71-A4AB-44C2777599A9}"/>
          </ac:spMkLst>
        </pc:spChg>
        <pc:spChg chg="add mod">
          <ac:chgData name="Tony Toe" userId="8901cf30983edc6b" providerId="LiveId" clId="{C1442F02-3345-4BB8-8B0E-23C8E3F94CAE}" dt="2018-11-07T03:31:40.113" v="978" actId="13926"/>
          <ac:spMkLst>
            <pc:docMk/>
            <pc:sldMk cId="1438324259" sldId="276"/>
            <ac:spMk id="4" creationId="{F65E28A2-8C94-4B19-B7B1-E84A7FA22D03}"/>
          </ac:spMkLst>
        </pc:spChg>
      </pc:sldChg>
      <pc:sldChg chg="addSp modSp add">
        <pc:chgData name="Tony Toe" userId="8901cf30983edc6b" providerId="LiveId" clId="{C1442F02-3345-4BB8-8B0E-23C8E3F94CAE}" dt="2018-11-07T03:39:27.803" v="1124" actId="1076"/>
        <pc:sldMkLst>
          <pc:docMk/>
          <pc:sldMk cId="3797467521" sldId="277"/>
        </pc:sldMkLst>
        <pc:spChg chg="mod">
          <ac:chgData name="Tony Toe" userId="8901cf30983edc6b" providerId="LiveId" clId="{C1442F02-3345-4BB8-8B0E-23C8E3F94CAE}" dt="2018-11-07T03:33:36.785" v="1035" actId="20577"/>
          <ac:spMkLst>
            <pc:docMk/>
            <pc:sldMk cId="3797467521" sldId="277"/>
            <ac:spMk id="2" creationId="{43D3CC60-1B8D-4160-B2C4-16837B745B18}"/>
          </ac:spMkLst>
        </pc:spChg>
        <pc:spChg chg="mod">
          <ac:chgData name="Tony Toe" userId="8901cf30983edc6b" providerId="LiveId" clId="{C1442F02-3345-4BB8-8B0E-23C8E3F94CAE}" dt="2018-11-07T03:39:13.191" v="1122" actId="20577"/>
          <ac:spMkLst>
            <pc:docMk/>
            <pc:sldMk cId="3797467521" sldId="277"/>
            <ac:spMk id="3" creationId="{D4BA7592-B468-4766-8160-AD8DF5A25C0D}"/>
          </ac:spMkLst>
        </pc:spChg>
        <pc:spChg chg="add mod">
          <ac:chgData name="Tony Toe" userId="8901cf30983edc6b" providerId="LiveId" clId="{C1442F02-3345-4BB8-8B0E-23C8E3F94CAE}" dt="2018-11-07T03:39:27.803" v="1124" actId="1076"/>
          <ac:spMkLst>
            <pc:docMk/>
            <pc:sldMk cId="3797467521" sldId="277"/>
            <ac:spMk id="4" creationId="{98AEF56F-4B54-491B-A4B7-14DCE9048D7B}"/>
          </ac:spMkLst>
        </pc:spChg>
      </pc:sldChg>
      <pc:sldChg chg="modSp add">
        <pc:chgData name="Tony Toe" userId="8901cf30983edc6b" providerId="LiveId" clId="{C1442F02-3345-4BB8-8B0E-23C8E3F94CAE}" dt="2018-11-07T03:39:58.521" v="1197" actId="20577"/>
        <pc:sldMkLst>
          <pc:docMk/>
          <pc:sldMk cId="870818330" sldId="278"/>
        </pc:sldMkLst>
        <pc:spChg chg="mod">
          <ac:chgData name="Tony Toe" userId="8901cf30983edc6b" providerId="LiveId" clId="{C1442F02-3345-4BB8-8B0E-23C8E3F94CAE}" dt="2018-11-07T03:39:41.025" v="1139" actId="20577"/>
          <ac:spMkLst>
            <pc:docMk/>
            <pc:sldMk cId="870818330" sldId="278"/>
            <ac:spMk id="2" creationId="{788B429D-28D7-429B-A1BA-00B451086C32}"/>
          </ac:spMkLst>
        </pc:spChg>
        <pc:spChg chg="mod">
          <ac:chgData name="Tony Toe" userId="8901cf30983edc6b" providerId="LiveId" clId="{C1442F02-3345-4BB8-8B0E-23C8E3F94CAE}" dt="2018-11-07T03:39:58.521" v="1197" actId="20577"/>
          <ac:spMkLst>
            <pc:docMk/>
            <pc:sldMk cId="870818330" sldId="278"/>
            <ac:spMk id="3" creationId="{1F301E4E-04E6-41DB-98AB-ABE1BD812B06}"/>
          </ac:spMkLst>
        </pc:spChg>
      </pc:sldChg>
      <pc:sldChg chg="addSp delSp modSp add">
        <pc:chgData name="Tony Toe" userId="8901cf30983edc6b" providerId="LiveId" clId="{C1442F02-3345-4BB8-8B0E-23C8E3F94CAE}" dt="2018-11-07T03:40:39.511" v="1216" actId="1076"/>
        <pc:sldMkLst>
          <pc:docMk/>
          <pc:sldMk cId="1756175335" sldId="279"/>
        </pc:sldMkLst>
        <pc:spChg chg="mod">
          <ac:chgData name="Tony Toe" userId="8901cf30983edc6b" providerId="LiveId" clId="{C1442F02-3345-4BB8-8B0E-23C8E3F94CAE}" dt="2018-11-07T03:40:30.265" v="1213" actId="20577"/>
          <ac:spMkLst>
            <pc:docMk/>
            <pc:sldMk cId="1756175335" sldId="279"/>
            <ac:spMk id="2" creationId="{F4726761-D2AC-4EE2-B8F8-CDA23138D106}"/>
          </ac:spMkLst>
        </pc:spChg>
        <pc:spChg chg="del">
          <ac:chgData name="Tony Toe" userId="8901cf30983edc6b" providerId="LiveId" clId="{C1442F02-3345-4BB8-8B0E-23C8E3F94CAE}" dt="2018-11-07T03:40:33.521" v="1214" actId="478"/>
          <ac:spMkLst>
            <pc:docMk/>
            <pc:sldMk cId="1756175335" sldId="279"/>
            <ac:spMk id="3" creationId="{3D4A8FE1-6858-4AF5-A3DC-EEDEA06D87B3}"/>
          </ac:spMkLst>
        </pc:spChg>
        <pc:spChg chg="add mod">
          <ac:chgData name="Tony Toe" userId="8901cf30983edc6b" providerId="LiveId" clId="{C1442F02-3345-4BB8-8B0E-23C8E3F94CAE}" dt="2018-11-07T03:40:39.511" v="1216" actId="1076"/>
          <ac:spMkLst>
            <pc:docMk/>
            <pc:sldMk cId="1756175335" sldId="279"/>
            <ac:spMk id="4" creationId="{0EA7A70B-D9C3-4E32-B520-4DF8FE4015B5}"/>
          </ac:spMkLst>
        </pc:spChg>
      </pc:sldChg>
      <pc:sldChg chg="addSp delSp modSp add">
        <pc:chgData name="Tony Toe" userId="8901cf30983edc6b" providerId="LiveId" clId="{C1442F02-3345-4BB8-8B0E-23C8E3F94CAE}" dt="2018-11-07T03:40:57.817" v="1238" actId="1076"/>
        <pc:sldMkLst>
          <pc:docMk/>
          <pc:sldMk cId="1845229966" sldId="280"/>
        </pc:sldMkLst>
        <pc:spChg chg="mod">
          <ac:chgData name="Tony Toe" userId="8901cf30983edc6b" providerId="LiveId" clId="{C1442F02-3345-4BB8-8B0E-23C8E3F94CAE}" dt="2018-11-07T03:40:46.561" v="1235" actId="20577"/>
          <ac:spMkLst>
            <pc:docMk/>
            <pc:sldMk cId="1845229966" sldId="280"/>
            <ac:spMk id="2" creationId="{57480F1F-F645-4AFD-98AD-1F1D58C1E7BD}"/>
          </ac:spMkLst>
        </pc:spChg>
        <pc:spChg chg="del">
          <ac:chgData name="Tony Toe" userId="8901cf30983edc6b" providerId="LiveId" clId="{C1442F02-3345-4BB8-8B0E-23C8E3F94CAE}" dt="2018-11-07T03:40:54.393" v="1237" actId="478"/>
          <ac:spMkLst>
            <pc:docMk/>
            <pc:sldMk cId="1845229966" sldId="280"/>
            <ac:spMk id="3" creationId="{3FE6BD24-8395-4D1B-9FBC-16B3640B1948}"/>
          </ac:spMkLst>
        </pc:spChg>
        <pc:spChg chg="add mod">
          <ac:chgData name="Tony Toe" userId="8901cf30983edc6b" providerId="LiveId" clId="{C1442F02-3345-4BB8-8B0E-23C8E3F94CAE}" dt="2018-11-07T03:40:57.817" v="1238" actId="1076"/>
          <ac:spMkLst>
            <pc:docMk/>
            <pc:sldMk cId="1845229966" sldId="280"/>
            <ac:spMk id="4" creationId="{C2884227-5DE1-4705-9E64-143E38DFD107}"/>
          </ac:spMkLst>
        </pc:spChg>
      </pc:sldChg>
      <pc:sldChg chg="addSp delSp modSp add mod setBg">
        <pc:chgData name="Tony Toe" userId="8901cf30983edc6b" providerId="LiveId" clId="{C1442F02-3345-4BB8-8B0E-23C8E3F94CAE}" dt="2018-11-07T03:43:49.182" v="1292" actId="13926"/>
        <pc:sldMkLst>
          <pc:docMk/>
          <pc:sldMk cId="2012060342" sldId="281"/>
        </pc:sldMkLst>
        <pc:spChg chg="mod">
          <ac:chgData name="Tony Toe" userId="8901cf30983edc6b" providerId="LiveId" clId="{C1442F02-3345-4BB8-8B0E-23C8E3F94CAE}" dt="2018-11-07T03:41:37.430" v="1281" actId="26606"/>
          <ac:spMkLst>
            <pc:docMk/>
            <pc:sldMk cId="2012060342" sldId="281"/>
            <ac:spMk id="2" creationId="{66A0CB76-ACF6-417C-8714-F84BE47CAF67}"/>
          </ac:spMkLst>
        </pc:spChg>
        <pc:spChg chg="add del">
          <ac:chgData name="Tony Toe" userId="8901cf30983edc6b" providerId="LiveId" clId="{C1442F02-3345-4BB8-8B0E-23C8E3F94CAE}" dt="2018-11-07T03:41:32.103" v="1279" actId="13926"/>
          <ac:spMkLst>
            <pc:docMk/>
            <pc:sldMk cId="2012060342" sldId="281"/>
            <ac:spMk id="3" creationId="{CA104CC2-8AD4-40BB-AD29-A01981FF1F31}"/>
          </ac:spMkLst>
        </pc:spChg>
        <pc:spChg chg="add del">
          <ac:chgData name="Tony Toe" userId="8901cf30983edc6b" providerId="LiveId" clId="{C1442F02-3345-4BB8-8B0E-23C8E3F94CAE}" dt="2018-11-07T03:41:14.793" v="1241" actId="13926"/>
          <ac:spMkLst>
            <pc:docMk/>
            <pc:sldMk cId="2012060342" sldId="281"/>
            <ac:spMk id="5" creationId="{5F1C5B7B-EE78-423E-8F19-7E8A66F339C1}"/>
          </ac:spMkLst>
        </pc:spChg>
        <pc:spChg chg="add mod">
          <ac:chgData name="Tony Toe" userId="8901cf30983edc6b" providerId="LiveId" clId="{C1442F02-3345-4BB8-8B0E-23C8E3F94CAE}" dt="2018-11-07T03:43:49.182" v="1292" actId="13926"/>
          <ac:spMkLst>
            <pc:docMk/>
            <pc:sldMk cId="2012060342" sldId="281"/>
            <ac:spMk id="7" creationId="{5500E125-A739-445A-A976-BF0C3E1B2C8A}"/>
          </ac:spMkLst>
        </pc:spChg>
        <pc:spChg chg="add mod">
          <ac:chgData name="Tony Toe" userId="8901cf30983edc6b" providerId="LiveId" clId="{C1442F02-3345-4BB8-8B0E-23C8E3F94CAE}" dt="2018-11-07T03:42:42.598" v="1290" actId="11529"/>
          <ac:spMkLst>
            <pc:docMk/>
            <pc:sldMk cId="2012060342" sldId="281"/>
            <ac:spMk id="8" creationId="{1C434B31-0DF0-450D-BB3D-A815E87F3BE5}"/>
          </ac:spMkLst>
        </pc:spChg>
        <pc:graphicFrameChg chg="add del mod">
          <ac:chgData name="Tony Toe" userId="8901cf30983edc6b" providerId="LiveId" clId="{C1442F02-3345-4BB8-8B0E-23C8E3F94CAE}" dt="2018-11-07T03:41:14.793" v="1241" actId="13926"/>
          <ac:graphicFrameMkLst>
            <pc:docMk/>
            <pc:sldMk cId="2012060342" sldId="281"/>
            <ac:graphicFrameMk id="4" creationId="{80857680-7C3B-42E6-ABAC-C090F0FA6C72}"/>
          </ac:graphicFrameMkLst>
        </pc:graphicFrameChg>
        <pc:graphicFrameChg chg="add mod modGraphic">
          <ac:chgData name="Tony Toe" userId="8901cf30983edc6b" providerId="LiveId" clId="{C1442F02-3345-4BB8-8B0E-23C8E3F94CAE}" dt="2018-11-07T03:43:43.368" v="1291" actId="13926"/>
          <ac:graphicFrameMkLst>
            <pc:docMk/>
            <pc:sldMk cId="2012060342" sldId="281"/>
            <ac:graphicFrameMk id="6" creationId="{EA7F043D-9C5E-4AB9-990E-B6787FFAB1F6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6:21.533" v="1312" actId="1076"/>
        <pc:sldMkLst>
          <pc:docMk/>
          <pc:sldMk cId="2731599334" sldId="282"/>
        </pc:sldMkLst>
        <pc:spChg chg="mod">
          <ac:chgData name="Tony Toe" userId="8901cf30983edc6b" providerId="LiveId" clId="{C1442F02-3345-4BB8-8B0E-23C8E3F94CAE}" dt="2018-11-07T03:44:01.900" v="1294" actId="1076"/>
          <ac:spMkLst>
            <pc:docMk/>
            <pc:sldMk cId="2731599334" sldId="282"/>
            <ac:spMk id="2" creationId="{82E46549-2BF2-49DC-94E1-AB1C80B67F5B}"/>
          </ac:spMkLst>
        </pc:spChg>
        <pc:spChg chg="del">
          <ac:chgData name="Tony Toe" userId="8901cf30983edc6b" providerId="LiveId" clId="{C1442F02-3345-4BB8-8B0E-23C8E3F94CAE}" dt="2018-11-07T03:44:10.784" v="1295" actId="478"/>
          <ac:spMkLst>
            <pc:docMk/>
            <pc:sldMk cId="2731599334" sldId="282"/>
            <ac:spMk id="3" creationId="{E80BD6E0-4760-46E4-A115-836CD89F0C03}"/>
          </ac:spMkLst>
        </pc:spChg>
        <pc:spChg chg="add mod">
          <ac:chgData name="Tony Toe" userId="8901cf30983edc6b" providerId="LiveId" clId="{C1442F02-3345-4BB8-8B0E-23C8E3F94CAE}" dt="2018-11-07T03:45:39.098" v="1308" actId="13926"/>
          <ac:spMkLst>
            <pc:docMk/>
            <pc:sldMk cId="2731599334" sldId="282"/>
            <ac:spMk id="5" creationId="{C7A88ABA-E7FF-48FA-90FA-236DFE77513F}"/>
          </ac:spMkLst>
        </pc:spChg>
        <pc:spChg chg="add mod">
          <ac:chgData name="Tony Toe" userId="8901cf30983edc6b" providerId="LiveId" clId="{C1442F02-3345-4BB8-8B0E-23C8E3F94CAE}" dt="2018-11-07T03:45:18.955" v="1306" actId="11529"/>
          <ac:spMkLst>
            <pc:docMk/>
            <pc:sldMk cId="2731599334" sldId="282"/>
            <ac:spMk id="6" creationId="{80CC9286-5D88-4997-B5DE-EC62946F42BA}"/>
          </ac:spMkLst>
        </pc:spChg>
        <pc:spChg chg="add mod">
          <ac:chgData name="Tony Toe" userId="8901cf30983edc6b" providerId="LiveId" clId="{C1442F02-3345-4BB8-8B0E-23C8E3F94CAE}" dt="2018-11-07T03:46:21.533" v="1312" actId="1076"/>
          <ac:spMkLst>
            <pc:docMk/>
            <pc:sldMk cId="2731599334" sldId="282"/>
            <ac:spMk id="7" creationId="{48C477FB-E3CD-484A-A319-69D7A1BCC76C}"/>
          </ac:spMkLst>
        </pc:spChg>
        <pc:graphicFrameChg chg="add mod modGraphic">
          <ac:chgData name="Tony Toe" userId="8901cf30983edc6b" providerId="LiveId" clId="{C1442F02-3345-4BB8-8B0E-23C8E3F94CAE}" dt="2018-11-07T03:44:42.164" v="1300" actId="13926"/>
          <ac:graphicFrameMkLst>
            <pc:docMk/>
            <pc:sldMk cId="2731599334" sldId="282"/>
            <ac:graphicFrameMk id="4" creationId="{C8705313-9BAF-46D7-BDD3-BF42C029BF80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7:43.289" v="1336" actId="11529"/>
        <pc:sldMkLst>
          <pc:docMk/>
          <pc:sldMk cId="224454288" sldId="283"/>
        </pc:sldMkLst>
        <pc:spChg chg="mod">
          <ac:chgData name="Tony Toe" userId="8901cf30983edc6b" providerId="LiveId" clId="{C1442F02-3345-4BB8-8B0E-23C8E3F94CAE}" dt="2018-11-07T03:46:36.728" v="1328" actId="20577"/>
          <ac:spMkLst>
            <pc:docMk/>
            <pc:sldMk cId="224454288" sldId="283"/>
            <ac:spMk id="2" creationId="{8C6843A6-A07F-4D10-A33D-9F9125BB865E}"/>
          </ac:spMkLst>
        </pc:spChg>
        <pc:spChg chg="del">
          <ac:chgData name="Tony Toe" userId="8901cf30983edc6b" providerId="LiveId" clId="{C1442F02-3345-4BB8-8B0E-23C8E3F94CAE}" dt="2018-11-07T03:46:43.888" v="1329" actId="478"/>
          <ac:spMkLst>
            <pc:docMk/>
            <pc:sldMk cId="224454288" sldId="283"/>
            <ac:spMk id="3" creationId="{38B80C75-8FB6-45DE-A341-B20E0A3EE076}"/>
          </ac:spMkLst>
        </pc:spChg>
        <pc:graphicFrameChg chg="add mod modGraphic">
          <ac:chgData name="Tony Toe" userId="8901cf30983edc6b" providerId="LiveId" clId="{C1442F02-3345-4BB8-8B0E-23C8E3F94CAE}" dt="2018-11-07T03:47:31.465" v="1335" actId="1076"/>
          <ac:graphicFrameMkLst>
            <pc:docMk/>
            <pc:sldMk cId="224454288" sldId="283"/>
            <ac:graphicFrameMk id="4" creationId="{195B6503-894C-4CD4-A82B-AC29E1B75DD7}"/>
          </ac:graphicFrameMkLst>
        </pc:graphicFrameChg>
        <pc:cxnChg chg="add mod">
          <ac:chgData name="Tony Toe" userId="8901cf30983edc6b" providerId="LiveId" clId="{C1442F02-3345-4BB8-8B0E-23C8E3F94CAE}" dt="2018-11-07T03:47:43.289" v="1336" actId="11529"/>
          <ac:cxnSpMkLst>
            <pc:docMk/>
            <pc:sldMk cId="224454288" sldId="283"/>
            <ac:cxnSpMk id="6" creationId="{C8ABCF21-64EE-448A-B4E5-CB7B047819F1}"/>
          </ac:cxnSpMkLst>
        </pc:cxnChg>
      </pc:sldChg>
      <pc:sldChg chg="addSp delSp modSp add">
        <pc:chgData name="Tony Toe" userId="8901cf30983edc6b" providerId="LiveId" clId="{C1442F02-3345-4BB8-8B0E-23C8E3F94CAE}" dt="2018-11-07T03:48:44.486" v="1366" actId="11529"/>
        <pc:sldMkLst>
          <pc:docMk/>
          <pc:sldMk cId="1353420490" sldId="284"/>
        </pc:sldMkLst>
        <pc:spChg chg="mod">
          <ac:chgData name="Tony Toe" userId="8901cf30983edc6b" providerId="LiveId" clId="{C1442F02-3345-4BB8-8B0E-23C8E3F94CAE}" dt="2018-11-07T03:48:07.102" v="1359" actId="313"/>
          <ac:spMkLst>
            <pc:docMk/>
            <pc:sldMk cId="1353420490" sldId="284"/>
            <ac:spMk id="2" creationId="{59CC1552-B16F-43C9-96C2-1F34D60FB217}"/>
          </ac:spMkLst>
        </pc:spChg>
        <pc:spChg chg="del">
          <ac:chgData name="Tony Toe" userId="8901cf30983edc6b" providerId="LiveId" clId="{C1442F02-3345-4BB8-8B0E-23C8E3F94CAE}" dt="2018-11-07T03:47:58.512" v="1357" actId="478"/>
          <ac:spMkLst>
            <pc:docMk/>
            <pc:sldMk cId="1353420490" sldId="284"/>
            <ac:spMk id="3" creationId="{FEBD7888-0B1E-4F9A-8969-CCA2CD033303}"/>
          </ac:spMkLst>
        </pc:spChg>
        <pc:graphicFrameChg chg="add mod modGraphic">
          <ac:chgData name="Tony Toe" userId="8901cf30983edc6b" providerId="LiveId" clId="{C1442F02-3345-4BB8-8B0E-23C8E3F94CAE}" dt="2018-11-07T03:48:36.819" v="1365" actId="1076"/>
          <ac:graphicFrameMkLst>
            <pc:docMk/>
            <pc:sldMk cId="1353420490" sldId="284"/>
            <ac:graphicFrameMk id="4" creationId="{2AACF460-ECA9-4BC9-881A-AA8A6D676B32}"/>
          </ac:graphicFrameMkLst>
        </pc:graphicFrameChg>
        <pc:cxnChg chg="add mod">
          <ac:chgData name="Tony Toe" userId="8901cf30983edc6b" providerId="LiveId" clId="{C1442F02-3345-4BB8-8B0E-23C8E3F94CAE}" dt="2018-11-07T03:48:44.486" v="1366" actId="11529"/>
          <ac:cxnSpMkLst>
            <pc:docMk/>
            <pc:sldMk cId="1353420490" sldId="284"/>
            <ac:cxnSpMk id="6" creationId="{5D2B5455-F3D5-4063-8979-A2D587E37E58}"/>
          </ac:cxnSpMkLst>
        </pc:cxnChg>
      </pc:sldChg>
      <pc:sldChg chg="modSp add">
        <pc:chgData name="Tony Toe" userId="8901cf30983edc6b" providerId="LiveId" clId="{C1442F02-3345-4BB8-8B0E-23C8E3F94CAE}" dt="2018-11-07T03:49:15.072" v="1414" actId="20577"/>
        <pc:sldMkLst>
          <pc:docMk/>
          <pc:sldMk cId="842387938" sldId="285"/>
        </pc:sldMkLst>
        <pc:spChg chg="mod">
          <ac:chgData name="Tony Toe" userId="8901cf30983edc6b" providerId="LiveId" clId="{C1442F02-3345-4BB8-8B0E-23C8E3F94CAE}" dt="2018-11-07T03:49:05.617" v="1379" actId="20577"/>
          <ac:spMkLst>
            <pc:docMk/>
            <pc:sldMk cId="842387938" sldId="285"/>
            <ac:spMk id="2" creationId="{87CC4303-961B-4F9E-8A46-0F809C33ED94}"/>
          </ac:spMkLst>
        </pc:spChg>
        <pc:spChg chg="mod">
          <ac:chgData name="Tony Toe" userId="8901cf30983edc6b" providerId="LiveId" clId="{C1442F02-3345-4BB8-8B0E-23C8E3F94CAE}" dt="2018-11-07T03:49:15.072" v="1414" actId="20577"/>
          <ac:spMkLst>
            <pc:docMk/>
            <pc:sldMk cId="842387938" sldId="285"/>
            <ac:spMk id="3" creationId="{D3635190-C5CA-45F1-B3DE-3ED97404023E}"/>
          </ac:spMkLst>
        </pc:spChg>
      </pc:sldChg>
      <pc:sldChg chg="modSp add">
        <pc:chgData name="Tony Toe" userId="8901cf30983edc6b" providerId="LiveId" clId="{C1442F02-3345-4BB8-8B0E-23C8E3F94CAE}" dt="2018-11-09T08:53:22.890" v="1735" actId="20577"/>
        <pc:sldMkLst>
          <pc:docMk/>
          <pc:sldMk cId="1800740791" sldId="286"/>
        </pc:sldMkLst>
        <pc:spChg chg="mod">
          <ac:chgData name="Tony Toe" userId="8901cf30983edc6b" providerId="LiveId" clId="{C1442F02-3345-4BB8-8B0E-23C8E3F94CAE}" dt="2018-11-09T08:51:20.450" v="1552" actId="20577"/>
          <ac:spMkLst>
            <pc:docMk/>
            <pc:sldMk cId="1800740791" sldId="286"/>
            <ac:spMk id="2" creationId="{B5015436-C8EC-4095-8DF1-C55DFC3843E5}"/>
          </ac:spMkLst>
        </pc:spChg>
        <pc:spChg chg="mod">
          <ac:chgData name="Tony Toe" userId="8901cf30983edc6b" providerId="LiveId" clId="{C1442F02-3345-4BB8-8B0E-23C8E3F94CAE}" dt="2018-11-09T08:53:22.890" v="1735" actId="20577"/>
          <ac:spMkLst>
            <pc:docMk/>
            <pc:sldMk cId="1800740791" sldId="286"/>
            <ac:spMk id="3" creationId="{63C27EF6-3248-4E49-A5C5-7826FDFEAB5D}"/>
          </ac:spMkLst>
        </pc:spChg>
      </pc:sldChg>
      <pc:sldMasterChg chg="modSldLayout">
        <pc:chgData name="Tony Toe" userId="8901cf30983edc6b" providerId="LiveId" clId="{C1442F02-3345-4BB8-8B0E-23C8E3F94CAE}" dt="2018-11-07T03:59:46.980" v="1540" actId="20577"/>
        <pc:sldMasterMkLst>
          <pc:docMk/>
          <pc:sldMasterMk cId="236828940" sldId="2147483648"/>
        </pc:sldMasterMkLst>
        <pc:sldLayoutChg chg="addSp">
          <pc:chgData name="Tony Toe" userId="8901cf30983edc6b" providerId="LiveId" clId="{C1442F02-3345-4BB8-8B0E-23C8E3F94CAE}" dt="2018-11-07T03:59:46.980" v="1540" actId="20577"/>
          <pc:sldLayoutMkLst>
            <pc:docMk/>
            <pc:sldMasterMk cId="236828940" sldId="2147483648"/>
            <pc:sldLayoutMk cId="4054162043" sldId="2147483649"/>
          </pc:sldLayoutMkLst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8" creationId="{B9059644-BD68-48DA-B90B-E97D932F04F4}"/>
            </ac:spMkLst>
          </pc:spChg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9" creationId="{3AEF5720-1197-40C8-BFBA-5BF0AC560111}"/>
            </ac:spMkLst>
          </pc:spChg>
          <pc:picChg chg="add">
            <ac:chgData name="Tony Toe" userId="8901cf30983edc6b" providerId="LiveId" clId="{C1442F02-3345-4BB8-8B0E-23C8E3F94CAE}" dt="2018-11-07T03:59:46.980" v="1540" actId="20577"/>
            <ac:picMkLst>
              <pc:docMk/>
              <pc:sldMasterMk cId="236828940" sldId="2147483648"/>
              <pc:sldLayoutMk cId="4054162043" sldId="2147483649"/>
              <ac:picMk id="10" creationId="{81CE94B4-04F5-4161-95DF-2EB53BA97E45}"/>
            </ac:picMkLst>
          </pc:picChg>
          <pc:cxnChg chg="add">
            <ac:chgData name="Tony Toe" userId="8901cf30983edc6b" providerId="LiveId" clId="{C1442F02-3345-4BB8-8B0E-23C8E3F94CAE}" dt="2018-11-07T03:59:46.980" v="1540" actId="20577"/>
            <ac:cxnSpMkLst>
              <pc:docMk/>
              <pc:sldMasterMk cId="236828940" sldId="2147483648"/>
              <pc:sldLayoutMk cId="4054162043" sldId="2147483649"/>
              <ac:cxnSpMk id="7" creationId="{35D354F6-1E43-4FE2-9416-04E184CE86D7}"/>
            </ac:cxnSpMkLst>
          </pc:cxnChg>
        </pc:sldLayoutChg>
        <pc:sldLayoutChg chg="addSp delSp modSp">
          <pc:chgData name="Tony Toe" userId="8901cf30983edc6b" providerId="LiveId" clId="{C1442F02-3345-4BB8-8B0E-23C8E3F94CAE}" dt="2018-11-07T03:59:12.708" v="1539" actId="167"/>
          <pc:sldLayoutMkLst>
            <pc:docMk/>
            <pc:sldMasterMk cId="236828940" sldId="2147483648"/>
            <pc:sldLayoutMk cId="1864361372" sldId="2147483650"/>
          </pc:sldLayoutMkLst>
          <pc:spChg chg="add mod">
            <ac:chgData name="Tony Toe" userId="8901cf30983edc6b" providerId="LiveId" clId="{C1442F02-3345-4BB8-8B0E-23C8E3F94CAE}" dt="2018-11-07T03:56:20.415" v="1462" actId="14100"/>
            <ac:spMkLst>
              <pc:docMk/>
              <pc:sldMasterMk cId="236828940" sldId="2147483648"/>
              <pc:sldLayoutMk cId="1864361372" sldId="2147483650"/>
              <ac:spMk id="9" creationId="{7F2E3DB5-B764-4A40-95A7-3FCFC0735F10}"/>
            </ac:spMkLst>
          </pc:spChg>
          <pc:spChg chg="add mod">
            <ac:chgData name="Tony Toe" userId="8901cf30983edc6b" providerId="LiveId" clId="{C1442F02-3345-4BB8-8B0E-23C8E3F94CAE}" dt="2018-11-07T03:57:48.350" v="1474" actId="14100"/>
            <ac:spMkLst>
              <pc:docMk/>
              <pc:sldMasterMk cId="236828940" sldId="2147483648"/>
              <pc:sldLayoutMk cId="1864361372" sldId="2147483650"/>
              <ac:spMk id="12" creationId="{8DDA959D-3244-40DF-8C39-48899F94628E}"/>
            </ac:spMkLst>
          </pc:spChg>
          <pc:picChg chg="add mod ord">
            <ac:chgData name="Tony Toe" userId="8901cf30983edc6b" providerId="LiveId" clId="{C1442F02-3345-4BB8-8B0E-23C8E3F94CAE}" dt="2018-11-07T03:57:53.712" v="1479" actId="1038"/>
            <ac:picMkLst>
              <pc:docMk/>
              <pc:sldMasterMk cId="236828940" sldId="2147483648"/>
              <pc:sldLayoutMk cId="1864361372" sldId="2147483650"/>
              <ac:picMk id="11" creationId="{0E49D956-4E7D-4FF0-9764-CA5EA52DF041}"/>
            </ac:picMkLst>
          </pc:picChg>
          <pc:cxnChg chg="add del mod">
            <ac:chgData name="Tony Toe" userId="8901cf30983edc6b" providerId="LiveId" clId="{C1442F02-3345-4BB8-8B0E-23C8E3F94CAE}" dt="2018-11-07T03:58:16.759" v="1526" actId="478"/>
            <ac:cxnSpMkLst>
              <pc:docMk/>
              <pc:sldMasterMk cId="236828940" sldId="2147483648"/>
              <pc:sldLayoutMk cId="1864361372" sldId="2147483650"/>
              <ac:cxnSpMk id="14" creationId="{5E4C11DD-567C-46CF-8316-3D294DCDDC45}"/>
            </ac:cxnSpMkLst>
          </pc:cxnChg>
          <pc:cxnChg chg="add mod ord">
            <ac:chgData name="Tony Toe" userId="8901cf30983edc6b" providerId="LiveId" clId="{C1442F02-3345-4BB8-8B0E-23C8E3F94CAE}" dt="2018-11-07T03:59:12.708" v="1539" actId="167"/>
            <ac:cxnSpMkLst>
              <pc:docMk/>
              <pc:sldMasterMk cId="236828940" sldId="2147483648"/>
              <pc:sldLayoutMk cId="1864361372" sldId="2147483650"/>
              <ac:cxnSpMk id="16" creationId="{3572CAD7-C006-4353-A7EB-D4461834FFBC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000B-7DC9-49F9-AC88-2169B6A36257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1601-C851-40DE-95AD-C36D47D7E0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2B97-BF01-4A6E-A887-3F68610F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7F3B-3C8D-44EC-B168-4DF402D98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354F6-1E43-4FE2-9416-04E184CE86D7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9059644-BD68-48DA-B90B-E97D932F04F4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L10-Setting a Wix site  Part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EF5720-1197-40C8-BFBA-5BF0AC560111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1CE94B4-04F5-4161-95DF-2EB53BA97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615" y="185738"/>
            <a:ext cx="1364857" cy="7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2CAD7-C006-4353-A7EB-D4461834FFBC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28D83-E4C8-4915-BA61-71ABB0F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9BB-BB69-451E-A09E-59180997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BA36-121F-4271-BF92-82AF8DF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13FB-3A55-4A8D-AEBA-1AF76B7A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A959D-3244-40DF-8C39-48899F94628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0E49D956-4E7D-4FF0-9764-CA5EA52DF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230188"/>
            <a:ext cx="1364857" cy="73789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A54A81F-E65E-4F83-8423-44112BE832F2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L10-Setting a Wix site  Part 1</a:t>
            </a:r>
          </a:p>
        </p:txBody>
      </p:sp>
    </p:spTree>
    <p:extLst>
      <p:ext uri="{BB962C8B-B14F-4D97-AF65-F5344CB8AC3E}">
        <p14:creationId xmlns:p14="http://schemas.microsoft.com/office/powerpoint/2010/main" val="186436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BC9-E257-4172-AC12-4AC9239B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25E9-6D4F-4823-AE7C-483A3110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86F1-3FAF-4510-86BF-33A8937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3B4C-BEC0-49A2-A45C-7D334E8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0D68-B742-47B0-9398-98B0F76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7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2605-5E95-4ACC-B9CD-4903C97C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895-7D0C-431B-9D5A-C31AC039C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779E9-397B-4F66-B41D-BB342E67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74F6-3A40-4E65-ABFB-7A2C68D8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9A97-5042-465C-BBED-81AF8C2A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5479-C27D-45D9-AE08-EE452A49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4891-15D3-4754-84C2-E5543F06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125-0BF0-46DA-AE52-B6C10FC9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7E3B-ACAA-4F9F-8D86-14B8758E6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3A2A-3233-44D6-AF71-16EEA602A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3C41A-D68A-46DA-855E-E1D8D488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9258-6F83-419D-9540-19D71D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64971-15B4-4DC3-B2CB-00DCE6E6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A4FE-DF9D-40D9-82D2-6D0F00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26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FC2B-977A-40CD-9CC9-22479607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7718-914F-4E13-AC0C-C7C5BE9F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CF05-D59E-4AF3-842B-7C757C16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77DE9-3557-46EE-B523-7207E0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49786-F49C-4973-8751-25E29B2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1183E-762E-4B73-9B17-A3DA24F1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1A84-DF94-4F99-A49C-B03B19E0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D841-3D44-423C-91C3-F7A515D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97E8-4AF6-4659-BEA1-898853C4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55B-56F3-4B61-A474-67D86A37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7BC3-2791-4AB5-ADAE-0C7F4E70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1823-8CDE-4274-A19F-1E39E5E0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46A9-8465-4B40-86FD-D275335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94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D9A-D792-4F7E-AA19-63A97B96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37E6-2053-48FC-B428-429E20BDE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E880-7950-4911-AC27-4B0D372E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2BD9-F85B-45B4-91FB-9240F62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3668D-7030-4594-8DC9-C9B44E4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C865-F7B5-4870-8694-ED39F9CA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EC3D-9000-436C-BBFF-06FD2E29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804C-57F6-4D6F-88D1-0FD3BE6F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962E-FC03-49B4-8F16-72F0A6D1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6B7B-C59A-47E6-A797-20640207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7256-871B-433F-8D7F-15EAF8E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409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79DC-D4AB-4EF5-AD3D-FEF820823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51C7-3427-41D1-A1F2-6C3D09DD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23B8-0D9A-406A-9FB6-2441F678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72E5-006A-4155-9842-087F938A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49D6-B941-48B9-94A0-5AC0211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21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5C447-9B03-43B9-828E-47208582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C0CED-A812-4110-9DA5-48D7C03E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0008-9FE4-4F40-8C1A-C5DDCF6A2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5ED6-F25D-41F1-AAC9-E78DC995B25D}" type="datetimeFigureOut">
              <a:rPr lang="en-SG" smtClean="0"/>
              <a:t>18/4/2020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3F37-DD31-4315-B770-3F9CFD21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67E0-94D2-47F8-BE7F-19DE8787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AD23-F2F8-4063-BECD-46D330AE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Digital Business and               E-Commerce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BFC50-F776-4C51-876C-0FBE15360ED2}"/>
              </a:ext>
            </a:extLst>
          </p:cNvPr>
          <p:cNvSpPr txBox="1"/>
          <p:nvPr/>
        </p:nvSpPr>
        <p:spPr>
          <a:xfrm>
            <a:off x="895350" y="4457700"/>
            <a:ext cx="10848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>
                <a:latin typeface="Abadi" panose="020B0604020202020204" pitchFamily="34" charset="0"/>
              </a:rPr>
              <a:t>Lesson 10</a:t>
            </a:r>
          </a:p>
          <a:p>
            <a:pPr algn="ctr"/>
            <a:r>
              <a:rPr lang="en-SG" sz="3600" dirty="0">
                <a:latin typeface="Abadi" panose="020B0604020202020204" pitchFamily="34" charset="0"/>
              </a:rPr>
              <a:t>Setting a Wix Site Part 1</a:t>
            </a:r>
          </a:p>
        </p:txBody>
      </p:sp>
    </p:spTree>
    <p:extLst>
      <p:ext uri="{BB962C8B-B14F-4D97-AF65-F5344CB8AC3E}">
        <p14:creationId xmlns:p14="http://schemas.microsoft.com/office/powerpoint/2010/main" val="285614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F88A-68F7-4655-8A42-CD311E85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a Wix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8290-7477-4920-92F8-89337E77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At the end of this lesson, you will be able to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lvl="0"/>
            <a:r>
              <a:rPr lang="en-SG" dirty="0"/>
              <a:t>Set-up an account in Wix</a:t>
            </a:r>
          </a:p>
          <a:p>
            <a:pPr lvl="0"/>
            <a:r>
              <a:rPr lang="en-SG" dirty="0"/>
              <a:t>Build a new Site and select a new template</a:t>
            </a:r>
          </a:p>
          <a:p>
            <a:pPr lvl="0"/>
            <a:r>
              <a:rPr lang="en-SG" dirty="0"/>
              <a:t>Customize the contents of the template selected</a:t>
            </a:r>
          </a:p>
          <a:p>
            <a:pPr lvl="0"/>
            <a:r>
              <a:rPr lang="en-SG" dirty="0"/>
              <a:t>Manage products </a:t>
            </a:r>
          </a:p>
        </p:txBody>
      </p:sp>
    </p:spTree>
    <p:extLst>
      <p:ext uri="{BB962C8B-B14F-4D97-AF65-F5344CB8AC3E}">
        <p14:creationId xmlns:p14="http://schemas.microsoft.com/office/powerpoint/2010/main" val="377429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10.1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10.1</a:t>
            </a:r>
          </a:p>
        </p:txBody>
      </p:sp>
    </p:spTree>
    <p:extLst>
      <p:ext uri="{BB962C8B-B14F-4D97-AF65-F5344CB8AC3E}">
        <p14:creationId xmlns:p14="http://schemas.microsoft.com/office/powerpoint/2010/main" val="30990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06062-74D2-4884-9EB6-1C1CF809FA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750" t="21185" r="24250" b="14962"/>
          <a:stretch/>
        </p:blipFill>
        <p:spPr>
          <a:xfrm>
            <a:off x="601895" y="1038906"/>
            <a:ext cx="7958084" cy="5604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65EF8B-FE18-461C-98A8-DB0102053060}"/>
              </a:ext>
            </a:extLst>
          </p:cNvPr>
          <p:cNvSpPr txBox="1"/>
          <p:nvPr/>
        </p:nvSpPr>
        <p:spPr>
          <a:xfrm>
            <a:off x="8570680" y="2980076"/>
            <a:ext cx="3019425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Set-up an account in Wix. You can use either your Facebook account or Gmail account to Sign-up </a:t>
            </a:r>
          </a:p>
        </p:txBody>
      </p:sp>
    </p:spTree>
    <p:extLst>
      <p:ext uri="{BB962C8B-B14F-4D97-AF65-F5344CB8AC3E}">
        <p14:creationId xmlns:p14="http://schemas.microsoft.com/office/powerpoint/2010/main" val="100593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75557-B5B7-4AAF-94B1-10D49186CA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" t="13481" r="22416" b="23407"/>
          <a:stretch/>
        </p:blipFill>
        <p:spPr>
          <a:xfrm>
            <a:off x="962659" y="1353185"/>
            <a:ext cx="10515599" cy="4977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/>
              <a:t>Sign-up for a Wix Account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5EF8B-FE18-461C-98A8-DB0102053060}"/>
              </a:ext>
            </a:extLst>
          </p:cNvPr>
          <p:cNvSpPr txBox="1"/>
          <p:nvPr/>
        </p:nvSpPr>
        <p:spPr>
          <a:xfrm>
            <a:off x="2343151" y="3923664"/>
            <a:ext cx="4182108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After you sign-up using your FB or Gmail account. Select one of the choices that will describe your goal of setting the Wix site.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9552F-48FB-44CE-9BC8-96718E0AA7FD}"/>
              </a:ext>
            </a:extLst>
          </p:cNvPr>
          <p:cNvSpPr txBox="1"/>
          <p:nvPr/>
        </p:nvSpPr>
        <p:spPr>
          <a:xfrm>
            <a:off x="7677150" y="3495675"/>
            <a:ext cx="3657600" cy="25527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813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8A5531-1F98-4268-9271-CE3387A6BB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32" t="27566" r="31236" b="20899"/>
          <a:stretch/>
        </p:blipFill>
        <p:spPr>
          <a:xfrm>
            <a:off x="857250" y="1426563"/>
            <a:ext cx="10765942" cy="50555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/>
              <a:t>Sign-up for a Wix Account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C7F62-D17F-4EF2-B420-49DACF972788}"/>
              </a:ext>
            </a:extLst>
          </p:cNvPr>
          <p:cNvSpPr/>
          <p:nvPr/>
        </p:nvSpPr>
        <p:spPr>
          <a:xfrm>
            <a:off x="4105275" y="3657600"/>
            <a:ext cx="6446285" cy="2628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B2628E-C35F-4D08-AF42-AACE0125154A}"/>
              </a:ext>
            </a:extLst>
          </p:cNvPr>
          <p:cNvSpPr txBox="1"/>
          <p:nvPr/>
        </p:nvSpPr>
        <p:spPr>
          <a:xfrm>
            <a:off x="939443" y="4180518"/>
            <a:ext cx="2903092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This section allows you to select the basic idea of what your site is all about</a:t>
            </a:r>
          </a:p>
        </p:txBody>
      </p:sp>
    </p:spTree>
    <p:extLst>
      <p:ext uri="{BB962C8B-B14F-4D97-AF65-F5344CB8AC3E}">
        <p14:creationId xmlns:p14="http://schemas.microsoft.com/office/powerpoint/2010/main" val="64684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DDADE-1D12-4A25-A57F-C63DFA3B9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58" t="25768" r="23314" b="12210"/>
          <a:stretch/>
        </p:blipFill>
        <p:spPr>
          <a:xfrm>
            <a:off x="798358" y="1116574"/>
            <a:ext cx="10879237" cy="54199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/>
              <a:t>Sign-up for a Wix Account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C7F62-D17F-4EF2-B420-49DACF972788}"/>
              </a:ext>
            </a:extLst>
          </p:cNvPr>
          <p:cNvSpPr/>
          <p:nvPr/>
        </p:nvSpPr>
        <p:spPr>
          <a:xfrm>
            <a:off x="1533524" y="4263887"/>
            <a:ext cx="5841311" cy="19679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17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4EA4F7-EBC7-4C82-B4C3-D0FF68289D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" t="13478" r="24430" b="30435"/>
          <a:stretch/>
        </p:blipFill>
        <p:spPr>
          <a:xfrm>
            <a:off x="834887" y="1401416"/>
            <a:ext cx="10886815" cy="4681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/>
              <a:t>Sign-up for a Wix Account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0A9BD-EE66-4499-931C-4007EE5C2B49}"/>
              </a:ext>
            </a:extLst>
          </p:cNvPr>
          <p:cNvSpPr txBox="1"/>
          <p:nvPr/>
        </p:nvSpPr>
        <p:spPr>
          <a:xfrm>
            <a:off x="6425842" y="1758702"/>
            <a:ext cx="5093609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You can use select your own Template or use a Wix ADI (Artificial Design Intelligence).</a:t>
            </a:r>
          </a:p>
        </p:txBody>
      </p:sp>
    </p:spTree>
    <p:extLst>
      <p:ext uri="{BB962C8B-B14F-4D97-AF65-F5344CB8AC3E}">
        <p14:creationId xmlns:p14="http://schemas.microsoft.com/office/powerpoint/2010/main" val="244289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656BD-BF59-4145-9A03-B422665A5C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 t="13037" r="4937" b="21630"/>
          <a:stretch/>
        </p:blipFill>
        <p:spPr>
          <a:xfrm>
            <a:off x="789709" y="1649095"/>
            <a:ext cx="10841182" cy="4627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71A242-02F4-4285-9DE4-373612FA9050}"/>
              </a:ext>
            </a:extLst>
          </p:cNvPr>
          <p:cNvSpPr txBox="1"/>
          <p:nvPr/>
        </p:nvSpPr>
        <p:spPr>
          <a:xfrm>
            <a:off x="6496496" y="1123950"/>
            <a:ext cx="5093609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To start using the Wix ADI, you just need to answer a few questions associated with the E-commerce site you want to create</a:t>
            </a:r>
          </a:p>
        </p:txBody>
      </p:sp>
    </p:spTree>
    <p:extLst>
      <p:ext uri="{BB962C8B-B14F-4D97-AF65-F5344CB8AC3E}">
        <p14:creationId xmlns:p14="http://schemas.microsoft.com/office/powerpoint/2010/main" val="235755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76E541-720D-42C7-9C30-22587BB20A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2" t="16389" r="4937" b="16389"/>
          <a:stretch/>
        </p:blipFill>
        <p:spPr>
          <a:xfrm>
            <a:off x="716195" y="1255769"/>
            <a:ext cx="11234556" cy="48688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1A242-02F4-4285-9DE4-373612FA9050}"/>
              </a:ext>
            </a:extLst>
          </p:cNvPr>
          <p:cNvSpPr txBox="1"/>
          <p:nvPr/>
        </p:nvSpPr>
        <p:spPr>
          <a:xfrm>
            <a:off x="1239864" y="4876800"/>
            <a:ext cx="5093609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You can select some of the features you want to add in your site</a:t>
            </a:r>
          </a:p>
        </p:txBody>
      </p:sp>
    </p:spTree>
    <p:extLst>
      <p:ext uri="{BB962C8B-B14F-4D97-AF65-F5344CB8AC3E}">
        <p14:creationId xmlns:p14="http://schemas.microsoft.com/office/powerpoint/2010/main" val="259325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F8AF7-BA03-423B-902C-C95FC6290F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84" t="33778" r="12749" b="31851"/>
          <a:stretch/>
        </p:blipFill>
        <p:spPr>
          <a:xfrm>
            <a:off x="838834" y="1544955"/>
            <a:ext cx="10667365" cy="2998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1A242-02F4-4285-9DE4-373612FA9050}"/>
              </a:ext>
            </a:extLst>
          </p:cNvPr>
          <p:cNvSpPr txBox="1"/>
          <p:nvPr/>
        </p:nvSpPr>
        <p:spPr>
          <a:xfrm>
            <a:off x="4707170" y="4832610"/>
            <a:ext cx="6019800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You can set the name of your online store or your business at this stage of Wix ADI.</a:t>
            </a:r>
          </a:p>
        </p:txBody>
      </p:sp>
    </p:spTree>
    <p:extLst>
      <p:ext uri="{BB962C8B-B14F-4D97-AF65-F5344CB8AC3E}">
        <p14:creationId xmlns:p14="http://schemas.microsoft.com/office/powerpoint/2010/main" val="345895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B7DCB-3699-40A5-B207-A30948203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2" t="24444" r="10859" b="19722"/>
          <a:stretch/>
        </p:blipFill>
        <p:spPr>
          <a:xfrm>
            <a:off x="601895" y="1381124"/>
            <a:ext cx="11321458" cy="4371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1A242-02F4-4285-9DE4-373612FA9050}"/>
              </a:ext>
            </a:extLst>
          </p:cNvPr>
          <p:cNvSpPr txBox="1"/>
          <p:nvPr/>
        </p:nvSpPr>
        <p:spPr>
          <a:xfrm>
            <a:off x="1344845" y="4253806"/>
            <a:ext cx="6019800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In this stage, you need to select theme that you will apply to your site.</a:t>
            </a:r>
          </a:p>
        </p:txBody>
      </p:sp>
    </p:spTree>
    <p:extLst>
      <p:ext uri="{BB962C8B-B14F-4D97-AF65-F5344CB8AC3E}">
        <p14:creationId xmlns:p14="http://schemas.microsoft.com/office/powerpoint/2010/main" val="145781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B7DCB-3699-40A5-B207-A30948203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12" t="24444" r="10859" b="19722"/>
          <a:stretch/>
        </p:blipFill>
        <p:spPr>
          <a:xfrm>
            <a:off x="601895" y="1381124"/>
            <a:ext cx="11321458" cy="4371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1A242-02F4-4285-9DE4-373612FA9050}"/>
              </a:ext>
            </a:extLst>
          </p:cNvPr>
          <p:cNvSpPr txBox="1"/>
          <p:nvPr/>
        </p:nvSpPr>
        <p:spPr>
          <a:xfrm>
            <a:off x="1344845" y="4253806"/>
            <a:ext cx="6019800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In this stage, you need to select theme that you will apply to your site.</a:t>
            </a:r>
          </a:p>
        </p:txBody>
      </p:sp>
    </p:spTree>
    <p:extLst>
      <p:ext uri="{BB962C8B-B14F-4D97-AF65-F5344CB8AC3E}">
        <p14:creationId xmlns:p14="http://schemas.microsoft.com/office/powerpoint/2010/main" val="21131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10.2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10.2</a:t>
            </a:r>
          </a:p>
        </p:txBody>
      </p:sp>
    </p:spTree>
    <p:extLst>
      <p:ext uri="{BB962C8B-B14F-4D97-AF65-F5344CB8AC3E}">
        <p14:creationId xmlns:p14="http://schemas.microsoft.com/office/powerpoint/2010/main" val="1374834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Wix ADI)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D2C5B-4942-4D2A-B163-EE1C392F92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3" t="15417" r="8813" b="7222"/>
          <a:stretch/>
        </p:blipFill>
        <p:spPr>
          <a:xfrm>
            <a:off x="1013502" y="1255770"/>
            <a:ext cx="10317395" cy="53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04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a Template)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1AB1B1-89E4-4AB4-A792-FEEB6E749896}"/>
              </a:ext>
            </a:extLst>
          </p:cNvPr>
          <p:cNvGrpSpPr/>
          <p:nvPr/>
        </p:nvGrpSpPr>
        <p:grpSpPr>
          <a:xfrm>
            <a:off x="601895" y="1352550"/>
            <a:ext cx="10789285" cy="5090338"/>
            <a:chOff x="800100" y="1255770"/>
            <a:chExt cx="11122660" cy="5453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760D4C8-3389-41C3-8AD1-83919B032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66" t="10962" r="4000" b="6371"/>
            <a:stretch/>
          </p:blipFill>
          <p:spPr>
            <a:xfrm>
              <a:off x="800100" y="1255770"/>
              <a:ext cx="11122660" cy="545381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DE994A-5E0C-437F-9448-1FC3E690FE19}"/>
                </a:ext>
              </a:extLst>
            </p:cNvPr>
            <p:cNvSpPr/>
            <p:nvPr/>
          </p:nvSpPr>
          <p:spPr>
            <a:xfrm>
              <a:off x="10334625" y="1255770"/>
              <a:ext cx="1562100" cy="4015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C61A3C1-94F3-4F23-9529-B237F7829407}"/>
              </a:ext>
            </a:extLst>
          </p:cNvPr>
          <p:cNvSpPr txBox="1"/>
          <p:nvPr/>
        </p:nvSpPr>
        <p:spPr>
          <a:xfrm>
            <a:off x="3545120" y="2082106"/>
            <a:ext cx="7084780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You can select online store website template which is appropriate to the products &amp; services you are selling.</a:t>
            </a:r>
          </a:p>
        </p:txBody>
      </p:sp>
    </p:spTree>
    <p:extLst>
      <p:ext uri="{BB962C8B-B14F-4D97-AF65-F5344CB8AC3E}">
        <p14:creationId xmlns:p14="http://schemas.microsoft.com/office/powerpoint/2010/main" val="2934758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Sign-up for a Wix Account</a:t>
            </a:r>
            <a:br>
              <a:rPr lang="en-SG" dirty="0"/>
            </a:br>
            <a:r>
              <a:rPr lang="en-SG" sz="4000" dirty="0">
                <a:solidFill>
                  <a:schemeClr val="accent5">
                    <a:lumMod val="75000"/>
                  </a:schemeClr>
                </a:solidFill>
              </a:rPr>
              <a:t>(Using a Template)</a:t>
            </a: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2CF598-96D2-4F3D-8640-880B3BD00B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83" t="16297" r="4167" b="5778"/>
          <a:stretch/>
        </p:blipFill>
        <p:spPr>
          <a:xfrm>
            <a:off x="930275" y="1255770"/>
            <a:ext cx="9296400" cy="53441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37FA98-2F26-44FA-96F6-9090ED8788C3}"/>
              </a:ext>
            </a:extLst>
          </p:cNvPr>
          <p:cNvSpPr/>
          <p:nvPr/>
        </p:nvSpPr>
        <p:spPr>
          <a:xfrm>
            <a:off x="1695450" y="2981325"/>
            <a:ext cx="1869683" cy="131327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8B6CB5-B311-40D5-A96D-0DEA007C67E7}"/>
              </a:ext>
            </a:extLst>
          </p:cNvPr>
          <p:cNvCxnSpPr>
            <a:cxnSpLocks/>
          </p:cNvCxnSpPr>
          <p:nvPr/>
        </p:nvCxnSpPr>
        <p:spPr>
          <a:xfrm flipV="1">
            <a:off x="3565133" y="2804845"/>
            <a:ext cx="4397339" cy="852756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1836F8-776D-42D1-B354-06D68E2A66C0}"/>
              </a:ext>
            </a:extLst>
          </p:cNvPr>
          <p:cNvSpPr txBox="1"/>
          <p:nvPr/>
        </p:nvSpPr>
        <p:spPr>
          <a:xfrm>
            <a:off x="7962472" y="1952090"/>
            <a:ext cx="3842535" cy="30469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3200" dirty="0"/>
              <a:t>Once you selected a template. You can </a:t>
            </a:r>
            <a:r>
              <a:rPr lang="en-SG" sz="3200" b="1" dirty="0"/>
              <a:t>View</a:t>
            </a:r>
            <a:r>
              <a:rPr lang="en-SG" sz="3200" dirty="0"/>
              <a:t> it to see the template’s preview or straight away click </a:t>
            </a:r>
            <a:r>
              <a:rPr lang="en-SG" sz="3200" b="1" dirty="0"/>
              <a:t>Edit</a:t>
            </a:r>
            <a:r>
              <a:rPr lang="en-SG" sz="3200" dirty="0"/>
              <a:t> to customize it.</a:t>
            </a:r>
          </a:p>
        </p:txBody>
      </p:sp>
    </p:spTree>
    <p:extLst>
      <p:ext uri="{BB962C8B-B14F-4D97-AF65-F5344CB8AC3E}">
        <p14:creationId xmlns:p14="http://schemas.microsoft.com/office/powerpoint/2010/main" val="442871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10.3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10.3</a:t>
            </a:r>
          </a:p>
        </p:txBody>
      </p:sp>
    </p:spTree>
    <p:extLst>
      <p:ext uri="{BB962C8B-B14F-4D97-AF65-F5344CB8AC3E}">
        <p14:creationId xmlns:p14="http://schemas.microsoft.com/office/powerpoint/2010/main" val="438581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38" y="2924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Site Header Section</a:t>
            </a:r>
            <a:br>
              <a:rPr lang="en-SG" sz="3600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B00AC-C961-4729-957C-14E20A5DC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34" r="23437" b="8571"/>
          <a:stretch/>
        </p:blipFill>
        <p:spPr>
          <a:xfrm>
            <a:off x="838200" y="1284461"/>
            <a:ext cx="9829799" cy="54201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3E455-2DF4-4B7C-AB4A-0373FC83BCCA}"/>
              </a:ext>
            </a:extLst>
          </p:cNvPr>
          <p:cNvSpPr/>
          <p:nvPr/>
        </p:nvSpPr>
        <p:spPr>
          <a:xfrm>
            <a:off x="3810000" y="2016557"/>
            <a:ext cx="6972300" cy="10123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A0E0AE-7F50-4294-AB7C-00CB473A28D6}"/>
              </a:ext>
            </a:extLst>
          </p:cNvPr>
          <p:cNvSpPr txBox="1"/>
          <p:nvPr/>
        </p:nvSpPr>
        <p:spPr>
          <a:xfrm>
            <a:off x="7114677" y="3499598"/>
            <a:ext cx="4934945" cy="1323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Select the Header section of the Home Page and go to the Side to customize and edit the elements like business name, logo, tagline, site menu and etc.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A128E-A923-4A89-9725-A5380D791D11}"/>
              </a:ext>
            </a:extLst>
          </p:cNvPr>
          <p:cNvSpPr/>
          <p:nvPr/>
        </p:nvSpPr>
        <p:spPr>
          <a:xfrm>
            <a:off x="914402" y="1627567"/>
            <a:ext cx="2600324" cy="507702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5AD81A-5765-40F5-AC57-D70239E206C8}"/>
              </a:ext>
            </a:extLst>
          </p:cNvPr>
          <p:cNvCxnSpPr>
            <a:cxnSpLocks/>
          </p:cNvCxnSpPr>
          <p:nvPr/>
        </p:nvCxnSpPr>
        <p:spPr>
          <a:xfrm>
            <a:off x="7458075" y="3028950"/>
            <a:ext cx="609600" cy="47064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18A76C-37CD-4768-9EED-7D646151D8DB}"/>
              </a:ext>
            </a:extLst>
          </p:cNvPr>
          <p:cNvSpPr txBox="1"/>
          <p:nvPr/>
        </p:nvSpPr>
        <p:spPr>
          <a:xfrm>
            <a:off x="3810000" y="5573539"/>
            <a:ext cx="4934945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Sections to customize and edit the each of the elements of the Header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E869C5-D46E-448A-8283-FFCC59A88998}"/>
              </a:ext>
            </a:extLst>
          </p:cNvPr>
          <p:cNvCxnSpPr>
            <a:cxnSpLocks/>
          </p:cNvCxnSpPr>
          <p:nvPr/>
        </p:nvCxnSpPr>
        <p:spPr>
          <a:xfrm>
            <a:off x="3514725" y="3412338"/>
            <a:ext cx="1343026" cy="216120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38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25FC7E-7311-46A8-B6C2-481F1BF89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6" t="20889" r="63047" b="7223"/>
          <a:stretch/>
        </p:blipFill>
        <p:spPr>
          <a:xfrm>
            <a:off x="4951565" y="1142643"/>
            <a:ext cx="4780608" cy="54383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38" y="2924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Site Header Section</a:t>
            </a:r>
            <a:br>
              <a:rPr lang="en-SG" sz="3600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FBF14-0AEA-41B2-BF85-26F051D8B8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889" r="71500" b="4265"/>
          <a:stretch/>
        </p:blipFill>
        <p:spPr>
          <a:xfrm>
            <a:off x="646738" y="1432560"/>
            <a:ext cx="3474720" cy="51329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156DB71-A542-4C7D-82E8-D61B40A9AD92}"/>
              </a:ext>
            </a:extLst>
          </p:cNvPr>
          <p:cNvSpPr/>
          <p:nvPr/>
        </p:nvSpPr>
        <p:spPr>
          <a:xfrm>
            <a:off x="876300" y="3861810"/>
            <a:ext cx="2990849" cy="5101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DBB899-6D85-4C98-8ECF-015BC7924C5F}"/>
              </a:ext>
            </a:extLst>
          </p:cNvPr>
          <p:cNvSpPr/>
          <p:nvPr/>
        </p:nvSpPr>
        <p:spPr>
          <a:xfrm>
            <a:off x="8258175" y="2341561"/>
            <a:ext cx="1381126" cy="123983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38C7C3-B344-46F5-8D27-10475F1A80CA}"/>
              </a:ext>
            </a:extLst>
          </p:cNvPr>
          <p:cNvCxnSpPr>
            <a:cxnSpLocks/>
          </p:cNvCxnSpPr>
          <p:nvPr/>
        </p:nvCxnSpPr>
        <p:spPr>
          <a:xfrm flipV="1">
            <a:off x="3867149" y="4116892"/>
            <a:ext cx="1162051" cy="1976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810DA7-D8EE-4DF5-BDA2-73C82C127610}"/>
              </a:ext>
            </a:extLst>
          </p:cNvPr>
          <p:cNvCxnSpPr>
            <a:cxnSpLocks/>
          </p:cNvCxnSpPr>
          <p:nvPr/>
        </p:nvCxnSpPr>
        <p:spPr>
          <a:xfrm>
            <a:off x="9639301" y="3429000"/>
            <a:ext cx="638174" cy="87591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836305-E3D2-4229-95CF-FEB1CC663159}"/>
              </a:ext>
            </a:extLst>
          </p:cNvPr>
          <p:cNvSpPr txBox="1"/>
          <p:nvPr/>
        </p:nvSpPr>
        <p:spPr>
          <a:xfrm>
            <a:off x="9810750" y="4304919"/>
            <a:ext cx="2096495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Edit and Customize the Menu items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D1942E-B028-4F9A-99A8-55F5DC79EE2F}"/>
              </a:ext>
            </a:extLst>
          </p:cNvPr>
          <p:cNvSpPr/>
          <p:nvPr/>
        </p:nvSpPr>
        <p:spPr>
          <a:xfrm>
            <a:off x="5029199" y="5807825"/>
            <a:ext cx="3397085" cy="7731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697C98-D45C-4C75-ADA3-D350CEBE5B9D}"/>
              </a:ext>
            </a:extLst>
          </p:cNvPr>
          <p:cNvCxnSpPr>
            <a:cxnSpLocks/>
          </p:cNvCxnSpPr>
          <p:nvPr/>
        </p:nvCxnSpPr>
        <p:spPr>
          <a:xfrm>
            <a:off x="8426284" y="6076950"/>
            <a:ext cx="879641" cy="1073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4B4B27-22AB-45CC-951D-0761D52BE4BC}"/>
              </a:ext>
            </a:extLst>
          </p:cNvPr>
          <p:cNvSpPr txBox="1"/>
          <p:nvPr/>
        </p:nvSpPr>
        <p:spPr>
          <a:xfrm>
            <a:off x="9313073" y="5723007"/>
            <a:ext cx="2096495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Add new menu items</a:t>
            </a:r>
          </a:p>
        </p:txBody>
      </p:sp>
    </p:spTree>
    <p:extLst>
      <p:ext uri="{BB962C8B-B14F-4D97-AF65-F5344CB8AC3E}">
        <p14:creationId xmlns:p14="http://schemas.microsoft.com/office/powerpoint/2010/main" val="3029926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2515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Welcome Section</a:t>
            </a:r>
            <a:br>
              <a:rPr lang="en-SG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E0355-D30B-4381-8315-02EA7C9689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12" r="76406" b="32043"/>
          <a:stretch/>
        </p:blipFill>
        <p:spPr>
          <a:xfrm>
            <a:off x="732462" y="1550713"/>
            <a:ext cx="3601413" cy="4858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1AEC3C-942E-4ED4-B91D-57A9B83D02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83" t="19111" r="4167" b="8570"/>
          <a:stretch/>
        </p:blipFill>
        <p:spPr>
          <a:xfrm>
            <a:off x="4568190" y="1550713"/>
            <a:ext cx="7509510" cy="4317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FC4BDE-E22C-4A5E-AEB6-682B880DB54E}"/>
              </a:ext>
            </a:extLst>
          </p:cNvPr>
          <p:cNvSpPr/>
          <p:nvPr/>
        </p:nvSpPr>
        <p:spPr>
          <a:xfrm>
            <a:off x="962025" y="3139854"/>
            <a:ext cx="2952750" cy="45994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582BFC-6D75-45F9-A1C8-5970DE33362E}"/>
              </a:ext>
            </a:extLst>
          </p:cNvPr>
          <p:cNvSpPr/>
          <p:nvPr/>
        </p:nvSpPr>
        <p:spPr>
          <a:xfrm>
            <a:off x="4568190" y="1968279"/>
            <a:ext cx="546735" cy="38374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543DA6-A37F-4955-B241-1324D18CF471}"/>
              </a:ext>
            </a:extLst>
          </p:cNvPr>
          <p:cNvCxnSpPr>
            <a:cxnSpLocks/>
          </p:cNvCxnSpPr>
          <p:nvPr/>
        </p:nvCxnSpPr>
        <p:spPr>
          <a:xfrm flipV="1">
            <a:off x="3524250" y="2275822"/>
            <a:ext cx="1043940" cy="86403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20BB70-AEE3-490C-8287-63D1A99F9618}"/>
              </a:ext>
            </a:extLst>
          </p:cNvPr>
          <p:cNvCxnSpPr>
            <a:cxnSpLocks/>
          </p:cNvCxnSpPr>
          <p:nvPr/>
        </p:nvCxnSpPr>
        <p:spPr>
          <a:xfrm>
            <a:off x="5114925" y="2352022"/>
            <a:ext cx="552450" cy="73616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896795-4A77-4737-B501-B61565E94416}"/>
              </a:ext>
            </a:extLst>
          </p:cNvPr>
          <p:cNvSpPr txBox="1"/>
          <p:nvPr/>
        </p:nvSpPr>
        <p:spPr>
          <a:xfrm>
            <a:off x="4780555" y="3162855"/>
            <a:ext cx="3782420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Click Edit and customize the necessary elements</a:t>
            </a:r>
          </a:p>
        </p:txBody>
      </p:sp>
    </p:spTree>
    <p:extLst>
      <p:ext uri="{BB962C8B-B14F-4D97-AF65-F5344CB8AC3E}">
        <p14:creationId xmlns:p14="http://schemas.microsoft.com/office/powerpoint/2010/main" val="1608644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 – 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Welcome Section</a:t>
            </a:r>
            <a:br>
              <a:rPr lang="en-SG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F3706D-0B55-4570-9811-48C0716E3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11" r="76016" b="8570"/>
          <a:stretch/>
        </p:blipFill>
        <p:spPr>
          <a:xfrm>
            <a:off x="828675" y="1219200"/>
            <a:ext cx="3076575" cy="5434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24B674-0CFC-4042-82AC-0BB021306A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000" b="34363"/>
          <a:stretch/>
        </p:blipFill>
        <p:spPr>
          <a:xfrm>
            <a:off x="5111750" y="1251218"/>
            <a:ext cx="3277550" cy="550047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D59117-46B3-4FFC-88C2-33A4E7D4F52A}"/>
              </a:ext>
            </a:extLst>
          </p:cNvPr>
          <p:cNvSpPr/>
          <p:nvPr/>
        </p:nvSpPr>
        <p:spPr>
          <a:xfrm>
            <a:off x="1309370" y="4257040"/>
            <a:ext cx="1901190" cy="65024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84AF5-9EF0-4892-96C5-37B571F1CD9B}"/>
              </a:ext>
            </a:extLst>
          </p:cNvPr>
          <p:cNvSpPr/>
          <p:nvPr/>
        </p:nvSpPr>
        <p:spPr>
          <a:xfrm>
            <a:off x="5245734" y="3078480"/>
            <a:ext cx="2160905" cy="117856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58D96F-2312-4570-B112-10333FE9C402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210560" y="3667760"/>
            <a:ext cx="2035174" cy="91440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5427650-9AAF-47BA-BD05-9971C0B7EEC7}"/>
              </a:ext>
            </a:extLst>
          </p:cNvPr>
          <p:cNvSpPr txBox="1"/>
          <p:nvPr/>
        </p:nvSpPr>
        <p:spPr>
          <a:xfrm>
            <a:off x="8696960" y="2969649"/>
            <a:ext cx="307756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Customized the media according to how you want this section to look like.</a:t>
            </a:r>
          </a:p>
        </p:txBody>
      </p:sp>
    </p:spTree>
    <p:extLst>
      <p:ext uri="{BB962C8B-B14F-4D97-AF65-F5344CB8AC3E}">
        <p14:creationId xmlns:p14="http://schemas.microsoft.com/office/powerpoint/2010/main" val="2707744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53BA7-5C60-4557-B7F4-628AAC91D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75" t="16666" r="20234" b="13056"/>
          <a:stretch/>
        </p:blipFill>
        <p:spPr>
          <a:xfrm>
            <a:off x="876300" y="1532317"/>
            <a:ext cx="7362825" cy="4819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 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Welcome Section</a:t>
            </a:r>
            <a:br>
              <a:rPr lang="en-SG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84AF5-9EF0-4892-96C5-37B571F1CD9B}"/>
              </a:ext>
            </a:extLst>
          </p:cNvPr>
          <p:cNvSpPr/>
          <p:nvPr/>
        </p:nvSpPr>
        <p:spPr>
          <a:xfrm>
            <a:off x="6078220" y="2040255"/>
            <a:ext cx="2160905" cy="374142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427650-9AAF-47BA-BD05-9971C0B7EEC7}"/>
              </a:ext>
            </a:extLst>
          </p:cNvPr>
          <p:cNvSpPr txBox="1"/>
          <p:nvPr/>
        </p:nvSpPr>
        <p:spPr>
          <a:xfrm>
            <a:off x="1644798" y="5152344"/>
            <a:ext cx="3077567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You can rearrange the default images by dragging it to your desired 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D0FB0-B958-412B-92A4-BD83A0D7B7DA}"/>
              </a:ext>
            </a:extLst>
          </p:cNvPr>
          <p:cNvSpPr/>
          <p:nvPr/>
        </p:nvSpPr>
        <p:spPr>
          <a:xfrm>
            <a:off x="876300" y="2335530"/>
            <a:ext cx="5038725" cy="21126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B1B1DB-2F7D-4982-AE1B-7DC5DE4A25B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183582" y="4448175"/>
            <a:ext cx="0" cy="70416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D50A56-F7E4-4959-99A7-B00E3DDE022D}"/>
              </a:ext>
            </a:extLst>
          </p:cNvPr>
          <p:cNvCxnSpPr>
            <a:cxnSpLocks/>
          </p:cNvCxnSpPr>
          <p:nvPr/>
        </p:nvCxnSpPr>
        <p:spPr>
          <a:xfrm>
            <a:off x="8239125" y="2335530"/>
            <a:ext cx="1323975" cy="1426845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7E3559B-F429-47F9-812F-4BA9705F69F4}"/>
              </a:ext>
            </a:extLst>
          </p:cNvPr>
          <p:cNvSpPr txBox="1"/>
          <p:nvPr/>
        </p:nvSpPr>
        <p:spPr>
          <a:xfrm>
            <a:off x="8712348" y="3820733"/>
            <a:ext cx="3077567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Settings to change the Image title, description and link.</a:t>
            </a:r>
          </a:p>
        </p:txBody>
      </p:sp>
    </p:spTree>
    <p:extLst>
      <p:ext uri="{BB962C8B-B14F-4D97-AF65-F5344CB8AC3E}">
        <p14:creationId xmlns:p14="http://schemas.microsoft.com/office/powerpoint/2010/main" val="2919279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Welcome Section</a:t>
            </a:r>
            <a:br>
              <a:rPr lang="en-SG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97E1D-0BC9-4BA1-A9C2-4414BA1A1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44" r="78281" b="5696"/>
          <a:stretch/>
        </p:blipFill>
        <p:spPr>
          <a:xfrm>
            <a:off x="771525" y="1247775"/>
            <a:ext cx="2743200" cy="5496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128CB-0664-4BC0-9DA6-6A13D1C7AB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17" t="33509" r="3917" b="12741"/>
          <a:stretch/>
        </p:blipFill>
        <p:spPr>
          <a:xfrm>
            <a:off x="3811270" y="1247775"/>
            <a:ext cx="7884160" cy="36861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18D1724-B333-4CD7-8151-CB647F73E855}"/>
              </a:ext>
            </a:extLst>
          </p:cNvPr>
          <p:cNvSpPr/>
          <p:nvPr/>
        </p:nvSpPr>
        <p:spPr>
          <a:xfrm>
            <a:off x="771525" y="1247774"/>
            <a:ext cx="2743200" cy="54962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622C1-D469-4BF3-9E92-B0A29B1DBD55}"/>
              </a:ext>
            </a:extLst>
          </p:cNvPr>
          <p:cNvSpPr txBox="1"/>
          <p:nvPr/>
        </p:nvSpPr>
        <p:spPr>
          <a:xfrm>
            <a:off x="3811270" y="5291136"/>
            <a:ext cx="7884160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This section allows you to customize the Welcome Layout Design, the Media type settings and etc. There are other settings that you can customize E.g. Colours, Fonts, Animation</a:t>
            </a:r>
          </a:p>
        </p:txBody>
      </p:sp>
    </p:spTree>
    <p:extLst>
      <p:ext uri="{BB962C8B-B14F-4D97-AF65-F5344CB8AC3E}">
        <p14:creationId xmlns:p14="http://schemas.microsoft.com/office/powerpoint/2010/main" val="1454068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Product Feature Section</a:t>
            </a:r>
            <a:br>
              <a:rPr lang="en-SG" dirty="0"/>
            </a:br>
            <a:endParaRPr lang="en-S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FBA40-1400-4931-993D-9ACE7BF4F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7" t="21185" r="3499" b="16296"/>
          <a:stretch/>
        </p:blipFill>
        <p:spPr>
          <a:xfrm>
            <a:off x="0" y="1532317"/>
            <a:ext cx="12222742" cy="44969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4EAE9A-F5F8-4996-BD1C-922A2EA8A13F}"/>
              </a:ext>
            </a:extLst>
          </p:cNvPr>
          <p:cNvSpPr/>
          <p:nvPr/>
        </p:nvSpPr>
        <p:spPr>
          <a:xfrm>
            <a:off x="4933950" y="3107535"/>
            <a:ext cx="695326" cy="45599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985567-F9EB-4EB4-A128-F0739B40512E}"/>
              </a:ext>
            </a:extLst>
          </p:cNvPr>
          <p:cNvCxnSpPr>
            <a:cxnSpLocks/>
          </p:cNvCxnSpPr>
          <p:nvPr/>
        </p:nvCxnSpPr>
        <p:spPr>
          <a:xfrm flipH="1" flipV="1">
            <a:off x="3267075" y="2659860"/>
            <a:ext cx="1666875" cy="49708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C1AFBA-C8F4-4FD9-8A42-13AF49BE12FB}"/>
              </a:ext>
            </a:extLst>
          </p:cNvPr>
          <p:cNvSpPr txBox="1"/>
          <p:nvPr/>
        </p:nvSpPr>
        <p:spPr>
          <a:xfrm>
            <a:off x="5438775" y="3756023"/>
            <a:ext cx="4810125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To change the layout design of the product section feature. There are several available layouts that you can choose from.</a:t>
            </a:r>
          </a:p>
        </p:txBody>
      </p:sp>
    </p:spTree>
    <p:extLst>
      <p:ext uri="{BB962C8B-B14F-4D97-AF65-F5344CB8AC3E}">
        <p14:creationId xmlns:p14="http://schemas.microsoft.com/office/powerpoint/2010/main" val="2045413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FBA40-1400-4931-993D-9ACE7BF4F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7" t="21185" r="3499" b="16296"/>
          <a:stretch/>
        </p:blipFill>
        <p:spPr>
          <a:xfrm>
            <a:off x="0" y="1532317"/>
            <a:ext cx="12222742" cy="44969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4EAE9A-F5F8-4996-BD1C-922A2EA8A13F}"/>
              </a:ext>
            </a:extLst>
          </p:cNvPr>
          <p:cNvSpPr/>
          <p:nvPr/>
        </p:nvSpPr>
        <p:spPr>
          <a:xfrm>
            <a:off x="4162425" y="3112679"/>
            <a:ext cx="695326" cy="45599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985567-F9EB-4EB4-A128-F0739B40512E}"/>
              </a:ext>
            </a:extLst>
          </p:cNvPr>
          <p:cNvCxnSpPr>
            <a:cxnSpLocks/>
          </p:cNvCxnSpPr>
          <p:nvPr/>
        </p:nvCxnSpPr>
        <p:spPr>
          <a:xfrm flipH="1" flipV="1">
            <a:off x="3267077" y="2659861"/>
            <a:ext cx="895348" cy="52148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C1AFBA-C8F4-4FD9-8A42-13AF49BE12FB}"/>
              </a:ext>
            </a:extLst>
          </p:cNvPr>
          <p:cNvSpPr txBox="1"/>
          <p:nvPr/>
        </p:nvSpPr>
        <p:spPr>
          <a:xfrm>
            <a:off x="5143500" y="3756023"/>
            <a:ext cx="4810125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Allows you to manage the products in your site. Once clicked it redirects to the Wix Dashboard which enable you to “Add the Product”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236563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0D7DD-5C73-47D4-B8F2-AD37F2D0AE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4" t="22343" r="25000" b="8444"/>
          <a:stretch/>
        </p:blipFill>
        <p:spPr>
          <a:xfrm>
            <a:off x="885189" y="1627567"/>
            <a:ext cx="9601835" cy="51442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48EBD9-293A-487C-8AC1-152980BD1520}"/>
              </a:ext>
            </a:extLst>
          </p:cNvPr>
          <p:cNvSpPr/>
          <p:nvPr/>
        </p:nvSpPr>
        <p:spPr>
          <a:xfrm>
            <a:off x="7953374" y="4931954"/>
            <a:ext cx="1400175" cy="49729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8C9A86-C370-429A-A0F9-E4FCFDB48187}"/>
              </a:ext>
            </a:extLst>
          </p:cNvPr>
          <p:cNvCxnSpPr>
            <a:cxnSpLocks/>
          </p:cNvCxnSpPr>
          <p:nvPr/>
        </p:nvCxnSpPr>
        <p:spPr>
          <a:xfrm flipV="1">
            <a:off x="8653461" y="3733799"/>
            <a:ext cx="0" cy="1198155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C49B532-A148-46CE-B7C8-A1FC2FF8E7D3}"/>
              </a:ext>
            </a:extLst>
          </p:cNvPr>
          <p:cNvSpPr txBox="1"/>
          <p:nvPr/>
        </p:nvSpPr>
        <p:spPr>
          <a:xfrm>
            <a:off x="5991225" y="2902802"/>
            <a:ext cx="4810125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Add a new product by clicking this button.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04073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41351-9E10-45CC-8659-771BEBCEA6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" t="12000" r="3917" b="9185"/>
          <a:stretch/>
        </p:blipFill>
        <p:spPr>
          <a:xfrm>
            <a:off x="898871" y="1580648"/>
            <a:ext cx="10713066" cy="50705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348958-B231-4411-88BA-E32DFB43CA3B}"/>
              </a:ext>
            </a:extLst>
          </p:cNvPr>
          <p:cNvSpPr/>
          <p:nvPr/>
        </p:nvSpPr>
        <p:spPr>
          <a:xfrm>
            <a:off x="9572624" y="2522129"/>
            <a:ext cx="1895476" cy="59254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85EB1C-C01D-4888-BE30-728C58479839}"/>
              </a:ext>
            </a:extLst>
          </p:cNvPr>
          <p:cNvCxnSpPr>
            <a:cxnSpLocks/>
          </p:cNvCxnSpPr>
          <p:nvPr/>
        </p:nvCxnSpPr>
        <p:spPr>
          <a:xfrm flipH="1">
            <a:off x="8696325" y="2818402"/>
            <a:ext cx="876299" cy="81062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3EA474-6F71-4227-AF24-204E323B8E34}"/>
              </a:ext>
            </a:extLst>
          </p:cNvPr>
          <p:cNvSpPr txBox="1"/>
          <p:nvPr/>
        </p:nvSpPr>
        <p:spPr>
          <a:xfrm>
            <a:off x="6096000" y="3629025"/>
            <a:ext cx="4810125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Click the button to add a new product in your website.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881461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48958-B231-4411-88BA-E32DFB43CA3B}"/>
              </a:ext>
            </a:extLst>
          </p:cNvPr>
          <p:cNvSpPr/>
          <p:nvPr/>
        </p:nvSpPr>
        <p:spPr>
          <a:xfrm>
            <a:off x="9572624" y="2522129"/>
            <a:ext cx="1895476" cy="59254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85EB1C-C01D-4888-BE30-728C58479839}"/>
              </a:ext>
            </a:extLst>
          </p:cNvPr>
          <p:cNvCxnSpPr>
            <a:cxnSpLocks/>
          </p:cNvCxnSpPr>
          <p:nvPr/>
        </p:nvCxnSpPr>
        <p:spPr>
          <a:xfrm flipH="1">
            <a:off x="8696325" y="2818402"/>
            <a:ext cx="876299" cy="81062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A379A20-9790-4CBB-971A-4F6B49934E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3" t="20833" r="5070" b="23333"/>
          <a:stretch/>
        </p:blipFill>
        <p:spPr>
          <a:xfrm>
            <a:off x="723900" y="1866900"/>
            <a:ext cx="11230937" cy="3829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538006-827E-4D8E-9141-B70600675983}"/>
              </a:ext>
            </a:extLst>
          </p:cNvPr>
          <p:cNvSpPr/>
          <p:nvPr/>
        </p:nvSpPr>
        <p:spPr>
          <a:xfrm>
            <a:off x="7677147" y="2818401"/>
            <a:ext cx="4086227" cy="258227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52208C-4203-438D-AF60-898312F094C7}"/>
              </a:ext>
            </a:extLst>
          </p:cNvPr>
          <p:cNvCxnSpPr>
            <a:cxnSpLocks/>
          </p:cNvCxnSpPr>
          <p:nvPr/>
        </p:nvCxnSpPr>
        <p:spPr>
          <a:xfrm flipH="1">
            <a:off x="5724525" y="3704225"/>
            <a:ext cx="1952623" cy="1020175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C0ACDB-173B-4510-8889-2E3E1BF79E33}"/>
              </a:ext>
            </a:extLst>
          </p:cNvPr>
          <p:cNvSpPr txBox="1"/>
          <p:nvPr/>
        </p:nvSpPr>
        <p:spPr>
          <a:xfrm>
            <a:off x="3590926" y="4833758"/>
            <a:ext cx="3114674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When you add a new product you can select whether it is a physical product or a digital file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122388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FF202-517F-4105-B8C9-F2D62E03EF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44" t="23611" r="6094" b="8612"/>
          <a:stretch/>
        </p:blipFill>
        <p:spPr>
          <a:xfrm>
            <a:off x="838199" y="1532317"/>
            <a:ext cx="9382125" cy="4998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6B4303-D175-4F29-BD5D-6A65813C4861}"/>
              </a:ext>
            </a:extLst>
          </p:cNvPr>
          <p:cNvSpPr txBox="1"/>
          <p:nvPr/>
        </p:nvSpPr>
        <p:spPr>
          <a:xfrm>
            <a:off x="3993114" y="1532317"/>
            <a:ext cx="3072293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page allows you to provide the information of the product in your site.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365623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E07A4-891B-4C6D-A9D7-B204172221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68" t="16002" r="6583" b="10273"/>
          <a:stretch/>
        </p:blipFill>
        <p:spPr>
          <a:xfrm>
            <a:off x="750568" y="1595120"/>
            <a:ext cx="10515601" cy="5056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E69CDF-F489-4D4A-B27B-2E81D2D69E40}"/>
              </a:ext>
            </a:extLst>
          </p:cNvPr>
          <p:cNvSpPr/>
          <p:nvPr/>
        </p:nvSpPr>
        <p:spPr>
          <a:xfrm>
            <a:off x="925831" y="2265951"/>
            <a:ext cx="1722119" cy="59154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DF42D9-E0AF-4DE6-93EC-8DA7CE60F387}"/>
              </a:ext>
            </a:extLst>
          </p:cNvPr>
          <p:cNvCxnSpPr>
            <a:cxnSpLocks/>
          </p:cNvCxnSpPr>
          <p:nvPr/>
        </p:nvCxnSpPr>
        <p:spPr>
          <a:xfrm>
            <a:off x="2647950" y="2857500"/>
            <a:ext cx="2209800" cy="83820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FEB1D4-B638-40EB-81E0-016AF541BB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84" t="13056" r="31719" b="11250"/>
          <a:stretch/>
        </p:blipFill>
        <p:spPr>
          <a:xfrm>
            <a:off x="5095874" y="2633388"/>
            <a:ext cx="4448176" cy="36564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A04AB0-8AB0-4EEC-A78B-04ADF9164699}"/>
              </a:ext>
            </a:extLst>
          </p:cNvPr>
          <p:cNvSpPr/>
          <p:nvPr/>
        </p:nvSpPr>
        <p:spPr>
          <a:xfrm>
            <a:off x="5095875" y="2633388"/>
            <a:ext cx="599248" cy="373759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4BE81-4D8A-48A1-B00A-3C5DF15521F4}"/>
              </a:ext>
            </a:extLst>
          </p:cNvPr>
          <p:cNvSpPr/>
          <p:nvPr/>
        </p:nvSpPr>
        <p:spPr>
          <a:xfrm>
            <a:off x="6862804" y="3888308"/>
            <a:ext cx="2549553" cy="137457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E0A23A-D450-4795-B427-EE13EFE38433}"/>
              </a:ext>
            </a:extLst>
          </p:cNvPr>
          <p:cNvSpPr txBox="1"/>
          <p:nvPr/>
        </p:nvSpPr>
        <p:spPr>
          <a:xfrm>
            <a:off x="6728628" y="1817157"/>
            <a:ext cx="3072293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You can get the images from social Media, the cloud drives and from your local device.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260137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D1782D-78B6-4684-8D83-CC6F412DC3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4" t="14782" r="7473" b="11305"/>
          <a:stretch/>
        </p:blipFill>
        <p:spPr>
          <a:xfrm>
            <a:off x="805069" y="1582288"/>
            <a:ext cx="10406271" cy="50689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21D2F3-195A-4236-A891-2D2EBF248101}"/>
              </a:ext>
            </a:extLst>
          </p:cNvPr>
          <p:cNvSpPr/>
          <p:nvPr/>
        </p:nvSpPr>
        <p:spPr>
          <a:xfrm>
            <a:off x="6096000" y="3754336"/>
            <a:ext cx="1749288" cy="192090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372A2-351C-41EC-A21C-E5ACADF97AC9}"/>
              </a:ext>
            </a:extLst>
          </p:cNvPr>
          <p:cNvSpPr/>
          <p:nvPr/>
        </p:nvSpPr>
        <p:spPr>
          <a:xfrm>
            <a:off x="8653670" y="3827053"/>
            <a:ext cx="2388704" cy="192090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FAEEFF-D7FF-4243-93FF-D6FEABECDC6E}"/>
              </a:ext>
            </a:extLst>
          </p:cNvPr>
          <p:cNvCxnSpPr>
            <a:cxnSpLocks/>
          </p:cNvCxnSpPr>
          <p:nvPr/>
        </p:nvCxnSpPr>
        <p:spPr>
          <a:xfrm>
            <a:off x="7880903" y="4669735"/>
            <a:ext cx="772767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D38A7A-A6F7-469F-A202-1DCC5B62B7A8}"/>
              </a:ext>
            </a:extLst>
          </p:cNvPr>
          <p:cNvSpPr txBox="1"/>
          <p:nvPr/>
        </p:nvSpPr>
        <p:spPr>
          <a:xfrm>
            <a:off x="5376520" y="1919841"/>
            <a:ext cx="4003257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You can perform several actions on the image of your product E.g. Editing, Adjusting and/or creating a video.</a:t>
            </a:r>
            <a:endParaRPr lang="en-SG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2DAA9-A649-4A8E-AAE3-4353D06CF773}"/>
              </a:ext>
            </a:extLst>
          </p:cNvPr>
          <p:cNvSpPr/>
          <p:nvPr/>
        </p:nvSpPr>
        <p:spPr>
          <a:xfrm>
            <a:off x="9637643" y="6220830"/>
            <a:ext cx="1749288" cy="48038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0E487-8693-4593-9766-6F48E4A710FB}"/>
              </a:ext>
            </a:extLst>
          </p:cNvPr>
          <p:cNvCxnSpPr>
            <a:cxnSpLocks/>
          </p:cNvCxnSpPr>
          <p:nvPr/>
        </p:nvCxnSpPr>
        <p:spPr>
          <a:xfrm flipH="1" flipV="1">
            <a:off x="4582489" y="5725214"/>
            <a:ext cx="5055155" cy="735809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5BF2C9-52D7-4685-A515-FE2CF6297BF4}"/>
              </a:ext>
            </a:extLst>
          </p:cNvPr>
          <p:cNvSpPr txBox="1"/>
          <p:nvPr/>
        </p:nvSpPr>
        <p:spPr>
          <a:xfrm>
            <a:off x="1166192" y="4550416"/>
            <a:ext cx="3357213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Once every properties of the product image is customized and set. You can click this button to add in the page.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666368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D7387-C1C7-4C7D-8D79-1E5271BAB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17" t="19944" r="6833" b="21629"/>
          <a:stretch/>
        </p:blipFill>
        <p:spPr>
          <a:xfrm>
            <a:off x="838200" y="1856167"/>
            <a:ext cx="10515600" cy="40069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26A431-A98C-459A-AA5E-BB2D569ABCB4}"/>
              </a:ext>
            </a:extLst>
          </p:cNvPr>
          <p:cNvSpPr txBox="1"/>
          <p:nvPr/>
        </p:nvSpPr>
        <p:spPr>
          <a:xfrm>
            <a:off x="2773846" y="4617269"/>
            <a:ext cx="6644308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“Crop” and “Adjust” Actions that you can perform with image. Once edited don’t forget to save. A new file will be created and saved in the site </a:t>
            </a:r>
            <a:r>
              <a:rPr lang="en-US" sz="2400" dirty="0" err="1"/>
              <a:t>file.C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361450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9910E-E936-4F5F-8A27-1B08B0386D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9" t="13611" r="5070" b="8472"/>
          <a:stretch/>
        </p:blipFill>
        <p:spPr>
          <a:xfrm>
            <a:off x="809625" y="1642555"/>
            <a:ext cx="10783262" cy="5139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73E5C6-D811-473D-A86D-6455C30D85CD}"/>
              </a:ext>
            </a:extLst>
          </p:cNvPr>
          <p:cNvSpPr txBox="1"/>
          <p:nvPr/>
        </p:nvSpPr>
        <p:spPr>
          <a:xfrm>
            <a:off x="5519117" y="3760722"/>
            <a:ext cx="6387133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this section, you can change the product information. E.g. Product Name, Description, Price, Images, In Stock information, Delivery Information, and etc.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588127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7DF27-C305-4377-BB43-5269036205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5" t="14445" r="5070" b="9306"/>
          <a:stretch/>
        </p:blipFill>
        <p:spPr>
          <a:xfrm>
            <a:off x="825398" y="1623254"/>
            <a:ext cx="10807903" cy="5027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63C799-02D3-4EDC-A3F3-2762A25A7A55}"/>
              </a:ext>
            </a:extLst>
          </p:cNvPr>
          <p:cNvSpPr txBox="1"/>
          <p:nvPr/>
        </p:nvSpPr>
        <p:spPr>
          <a:xfrm>
            <a:off x="5519117" y="3760722"/>
            <a:ext cx="6387133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this section, you can change the product information. E.g. Product Name, Description, Price, Images, In Stock information, Delivery Information, and etc.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914480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80487-E6D0-45FB-AD25-347295DDC6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54" t="29166" r="5468" b="12639"/>
          <a:stretch/>
        </p:blipFill>
        <p:spPr>
          <a:xfrm>
            <a:off x="819150" y="1752600"/>
            <a:ext cx="9939986" cy="4333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1C6A3C-8641-4DA5-A6BA-5E577DF92613}"/>
              </a:ext>
            </a:extLst>
          </p:cNvPr>
          <p:cNvSpPr txBox="1"/>
          <p:nvPr/>
        </p:nvSpPr>
        <p:spPr>
          <a:xfrm>
            <a:off x="5252417" y="4519612"/>
            <a:ext cx="6387133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the Manage Product Page, you can also customize the Shipping Information. E.g. Shipping region and/or Shipping rate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544811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B34FD-3CBD-4AD0-83C7-6A1A7D3BE6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91" t="29722" r="2578" b="10833"/>
          <a:stretch/>
        </p:blipFill>
        <p:spPr>
          <a:xfrm>
            <a:off x="876299" y="1695449"/>
            <a:ext cx="10445634" cy="46863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5D7CA4-DD58-4D07-9B2F-3211F47A3037}"/>
              </a:ext>
            </a:extLst>
          </p:cNvPr>
          <p:cNvSpPr/>
          <p:nvPr/>
        </p:nvSpPr>
        <p:spPr>
          <a:xfrm>
            <a:off x="8675618" y="4296780"/>
            <a:ext cx="1749288" cy="48038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6DFF4-FBA6-4DA5-AE07-5ACA96493CA7}"/>
              </a:ext>
            </a:extLst>
          </p:cNvPr>
          <p:cNvSpPr/>
          <p:nvPr/>
        </p:nvSpPr>
        <p:spPr>
          <a:xfrm>
            <a:off x="8675618" y="5339265"/>
            <a:ext cx="1749288" cy="48038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9E988-3B6F-46C5-9720-36106B5C1665}"/>
              </a:ext>
            </a:extLst>
          </p:cNvPr>
          <p:cNvSpPr txBox="1"/>
          <p:nvPr/>
        </p:nvSpPr>
        <p:spPr>
          <a:xfrm>
            <a:off x="4746630" y="2414721"/>
            <a:ext cx="6387133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this section, you can edit the domestic or rest of the world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190645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D4E8D-3967-41D5-918F-CE3BC1B756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65" t="29862" r="34442" b="12638"/>
          <a:stretch/>
        </p:blipFill>
        <p:spPr>
          <a:xfrm>
            <a:off x="818291" y="1647824"/>
            <a:ext cx="5953984" cy="44481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58B204-337F-431C-BB39-37C0E87B1A7D}"/>
              </a:ext>
            </a:extLst>
          </p:cNvPr>
          <p:cNvSpPr/>
          <p:nvPr/>
        </p:nvSpPr>
        <p:spPr>
          <a:xfrm>
            <a:off x="1646167" y="2382255"/>
            <a:ext cx="4897507" cy="104674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1237F2-1841-47D0-B027-723E65374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62" t="39445" r="12031" b="18333"/>
          <a:stretch/>
        </p:blipFill>
        <p:spPr>
          <a:xfrm>
            <a:off x="1376216" y="3755646"/>
            <a:ext cx="7486650" cy="289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96482-6C56-4924-8F2B-A27419F411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625" t="30417" r="21953" b="15138"/>
          <a:stretch/>
        </p:blipFill>
        <p:spPr>
          <a:xfrm>
            <a:off x="7072460" y="1743075"/>
            <a:ext cx="4956496" cy="289559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D71402-1BAD-49A6-B260-F9F28956A93A}"/>
              </a:ext>
            </a:extLst>
          </p:cNvPr>
          <p:cNvCxnSpPr>
            <a:cxnSpLocks/>
          </p:cNvCxnSpPr>
          <p:nvPr/>
        </p:nvCxnSpPr>
        <p:spPr>
          <a:xfrm>
            <a:off x="6543674" y="2869510"/>
            <a:ext cx="828676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C43665-D8F3-46EC-A0B0-BBEF2CF29725}"/>
              </a:ext>
            </a:extLst>
          </p:cNvPr>
          <p:cNvSpPr txBox="1"/>
          <p:nvPr/>
        </p:nvSpPr>
        <p:spPr>
          <a:xfrm>
            <a:off x="5299080" y="5292572"/>
            <a:ext cx="6387133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In this section, you can customize the delivery option, delivery time and the price range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988933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63" y="206754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Customizing and Editing the contents of </a:t>
            </a:r>
            <a:br>
              <a:rPr lang="en-SG" dirty="0"/>
            </a:br>
            <a:r>
              <a:rPr lang="en-SG" dirty="0"/>
              <a:t>Wix ADI template-</a:t>
            </a:r>
            <a:r>
              <a:rPr lang="en-SG" dirty="0">
                <a:solidFill>
                  <a:schemeClr val="accent5">
                    <a:lumMod val="75000"/>
                  </a:schemeClr>
                </a:solidFill>
              </a:rPr>
              <a:t> Manage Product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D102B-E664-43EC-81BA-BB4BF8214F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2" t="28889" r="5070" b="7221"/>
          <a:stretch/>
        </p:blipFill>
        <p:spPr>
          <a:xfrm>
            <a:off x="741988" y="1704975"/>
            <a:ext cx="10955674" cy="438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A5E26-32F3-4A7F-8BDC-222BBDE0D3C9}"/>
              </a:ext>
            </a:extLst>
          </p:cNvPr>
          <p:cNvSpPr txBox="1"/>
          <p:nvPr/>
        </p:nvSpPr>
        <p:spPr>
          <a:xfrm>
            <a:off x="3317880" y="5820249"/>
            <a:ext cx="6387133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Once done of adding products, it will be displayed in the home page of your site.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41885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10.4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10.4</a:t>
            </a:r>
          </a:p>
        </p:txBody>
      </p:sp>
    </p:spTree>
    <p:extLst>
      <p:ext uri="{BB962C8B-B14F-4D97-AF65-F5344CB8AC3E}">
        <p14:creationId xmlns:p14="http://schemas.microsoft.com/office/powerpoint/2010/main" val="33249913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1" u="sng" dirty="0"/>
              <a:t>Portfolio</a:t>
            </a:r>
            <a:r>
              <a:rPr lang="en-SG" dirty="0"/>
              <a:t> – </a:t>
            </a:r>
            <a:r>
              <a:rPr lang="en-US" dirty="0"/>
              <a:t>Setting Wix Account, </a:t>
            </a:r>
            <a:br>
              <a:rPr lang="en-US" dirty="0"/>
            </a:br>
            <a:r>
              <a:rPr lang="en-US" dirty="0"/>
              <a:t>Customizing Template and Adding Products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The contents of your portfolio for this lesson are the following: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Set-up a Wix Account</a:t>
            </a:r>
          </a:p>
          <a:p>
            <a:r>
              <a:rPr lang="en-SG" dirty="0"/>
              <a:t>The selected Wix ADI template applied in the site</a:t>
            </a:r>
          </a:p>
          <a:p>
            <a:r>
              <a:rPr lang="en-SG" dirty="0"/>
              <a:t>Customization of the Home Page</a:t>
            </a:r>
          </a:p>
          <a:p>
            <a:r>
              <a:rPr lang="en-SG" dirty="0"/>
              <a:t>Added ten (10) product information in the Wix site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820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1211</Words>
  <Application>Microsoft Office PowerPoint</Application>
  <PresentationFormat>Widescreen</PresentationFormat>
  <Paragraphs>95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Abadi</vt:lpstr>
      <vt:lpstr>Arial</vt:lpstr>
      <vt:lpstr>Calibri</vt:lpstr>
      <vt:lpstr>Calibri Light</vt:lpstr>
      <vt:lpstr>Office Theme</vt:lpstr>
      <vt:lpstr>Digital Business and               E-Commerce Management</vt:lpstr>
      <vt:lpstr>Setting a Wix Site</vt:lpstr>
      <vt:lpstr>Activity 10.1</vt:lpstr>
      <vt:lpstr>Sign-up for a Wix Account</vt:lpstr>
      <vt:lpstr>Sign-up for a Wix Account</vt:lpstr>
      <vt:lpstr>Sign-up for a Wix Account</vt:lpstr>
      <vt:lpstr>Sign-up for a Wix Account</vt:lpstr>
      <vt:lpstr>Sign-up for a Wix Account</vt:lpstr>
      <vt:lpstr>Sign-up for a Wix Account (Using Wix ADI)</vt:lpstr>
      <vt:lpstr>Sign-up for a Wix Account (Using Wix ADI)</vt:lpstr>
      <vt:lpstr>Sign-up for a Wix Account (Using Wix ADI)</vt:lpstr>
      <vt:lpstr>Sign-up for a Wix Account (Using Wix ADI)</vt:lpstr>
      <vt:lpstr>Sign-up for a Wix Account (Using Wix ADI)</vt:lpstr>
      <vt:lpstr>Activity 10.2</vt:lpstr>
      <vt:lpstr>Sign-up for a Wix Account (Using Wix ADI)</vt:lpstr>
      <vt:lpstr>Sign-up for a Wix Account (Using a Template)</vt:lpstr>
      <vt:lpstr>Sign-up for a Wix Account (Using a Template)</vt:lpstr>
      <vt:lpstr>Activity 10.3</vt:lpstr>
      <vt:lpstr>Customizing and Editing the contents of  Wix ADI template-Site Header Section </vt:lpstr>
      <vt:lpstr>Customizing and Editing the contents of  Wix ADI template-Site Header Section </vt:lpstr>
      <vt:lpstr>Customizing and Editing the contents of  Wix ADI template- Welcome Section </vt:lpstr>
      <vt:lpstr>Customizing and Editing the contents of  Wix ADI template – Welcome Section </vt:lpstr>
      <vt:lpstr>Customizing and Editing the contents of  Wix ADI template- Welcome Section </vt:lpstr>
      <vt:lpstr>Customizing and Editing the contents of  Wix ADI template- Welcome Section </vt:lpstr>
      <vt:lpstr>Customizing and Editing the contents of  Wix ADI template- Product Feature Section 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Customizing and Editing the contents of  Wix ADI template- Manage Product</vt:lpstr>
      <vt:lpstr>Activity 10.4</vt:lpstr>
      <vt:lpstr>Portfolio – Setting Wix Account,  Customizing Template and Adding Products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</dc:title>
  <dc:creator>Tony Toe</dc:creator>
  <cp:lastModifiedBy>Marie Chris Soque</cp:lastModifiedBy>
  <cp:revision>305</cp:revision>
  <dcterms:created xsi:type="dcterms:W3CDTF">2018-11-07T03:41:37Z</dcterms:created>
  <dcterms:modified xsi:type="dcterms:W3CDTF">2020-04-18T05:20:22Z</dcterms:modified>
</cp:coreProperties>
</file>