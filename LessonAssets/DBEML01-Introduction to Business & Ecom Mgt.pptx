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6" r:id="rId10"/>
    <p:sldId id="267" r:id="rId11"/>
    <p:sldId id="268" r:id="rId12"/>
    <p:sldId id="264" r:id="rId13"/>
    <p:sldId id="265" r:id="rId14"/>
    <p:sldId id="269" r:id="rId15"/>
    <p:sldId id="272" r:id="rId16"/>
    <p:sldId id="270"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5" r:id="rId32"/>
    <p:sldId id="290" r:id="rId33"/>
    <p:sldId id="287" r:id="rId34"/>
    <p:sldId id="288" r:id="rId35"/>
    <p:sldId id="289" r:id="rId36"/>
    <p:sldId id="291" r:id="rId37"/>
    <p:sldId id="292" r:id="rId38"/>
    <p:sldId id="294" r:id="rId39"/>
    <p:sldId id="296" r:id="rId40"/>
    <p:sldId id="29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FF80A0-1C15-4979-895D-1CAEF23F9227}" v="425" dt="2020-04-07T08:03:37.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Toe" userId="8901cf30983edc6b" providerId="LiveId" clId="{C1442F02-3345-4BB8-8B0E-23C8E3F94CAE}"/>
    <pc:docChg chg="undo custSel mod addSld modSld modMainMaster">
      <pc:chgData name="Tony Toe" userId="8901cf30983edc6b" providerId="LiveId" clId="{C1442F02-3345-4BB8-8B0E-23C8E3F94CAE}" dt="2018-11-09T08:53:22.890" v="1735" actId="20577"/>
      <pc:docMkLst>
        <pc:docMk/>
      </pc:docMkLst>
      <pc:sldChg chg="addSp delSp modSp add mod setBg">
        <pc:chgData name="Tony Toe" userId="8901cf30983edc6b" providerId="LiveId" clId="{C1442F02-3345-4BB8-8B0E-23C8E3F94CAE}" dt="2018-11-07T03:53:50.766" v="1417" actId="14100"/>
        <pc:sldMkLst>
          <pc:docMk/>
          <pc:sldMk cId="2878228141" sldId="259"/>
        </pc:sldMkLst>
        <pc:spChg chg="mod">
          <ac:chgData name="Tony Toe" userId="8901cf30983edc6b" providerId="LiveId" clId="{C1442F02-3345-4BB8-8B0E-23C8E3F94CAE}" dt="2018-11-07T02:39:52.629" v="8" actId="20577"/>
          <ac:spMkLst>
            <pc:docMk/>
            <pc:sldMk cId="2878228141" sldId="259"/>
            <ac:spMk id="2" creationId="{3695336E-06B7-426C-8AC1-BDC6371EE292}"/>
          </ac:spMkLst>
        </pc:spChg>
        <pc:spChg chg="mod">
          <ac:chgData name="Tony Toe" userId="8901cf30983edc6b" providerId="LiveId" clId="{C1442F02-3345-4BB8-8B0E-23C8E3F94CAE}" dt="2018-11-07T03:53:50.766" v="1417" actId="14100"/>
          <ac:spMkLst>
            <pc:docMk/>
            <pc:sldMk cId="2878228141" sldId="259"/>
            <ac:spMk id="3" creationId="{0493722E-AC09-4849-9057-7BBCE811B926}"/>
          </ac:spMkLst>
        </pc:spChg>
        <pc:spChg chg="add del">
          <ac:chgData name="Tony Toe" userId="8901cf30983edc6b" providerId="LiveId" clId="{C1442F02-3345-4BB8-8B0E-23C8E3F94CAE}" dt="2018-11-07T02:38:35.854" v="2" actId="478"/>
          <ac:spMkLst>
            <pc:docMk/>
            <pc:sldMk cId="2878228141" sldId="259"/>
            <ac:spMk id="4" creationId="{816C93EB-31D2-4026-9714-1D432D7FCA03}"/>
          </ac:spMkLst>
        </pc:spChg>
        <pc:picChg chg="add del mod">
          <ac:chgData name="Tony Toe" userId="8901cf30983edc6b" providerId="LiveId" clId="{C1442F02-3345-4BB8-8B0E-23C8E3F94CAE}" dt="2018-11-07T03:53:44.648" v="1415" actId="478"/>
          <ac:picMkLst>
            <pc:docMk/>
            <pc:sldMk cId="2878228141" sldId="259"/>
            <ac:picMk id="1028" creationId="{1CAD0328-5E1A-49B6-8DBA-C3EC54AFDBF5}"/>
          </ac:picMkLst>
        </pc:picChg>
      </pc:sldChg>
      <pc:sldChg chg="modSp add">
        <pc:chgData name="Tony Toe" userId="8901cf30983edc6b" providerId="LiveId" clId="{C1442F02-3345-4BB8-8B0E-23C8E3F94CAE}" dt="2018-11-07T02:47:13.229" v="65" actId="20577"/>
        <pc:sldMkLst>
          <pc:docMk/>
          <pc:sldMk cId="1900627532" sldId="260"/>
        </pc:sldMkLst>
        <pc:spChg chg="mod">
          <ac:chgData name="Tony Toe" userId="8901cf30983edc6b" providerId="LiveId" clId="{C1442F02-3345-4BB8-8B0E-23C8E3F94CAE}" dt="2018-11-07T02:40:56.142" v="33" actId="20577"/>
          <ac:spMkLst>
            <pc:docMk/>
            <pc:sldMk cId="1900627532" sldId="260"/>
            <ac:spMk id="2" creationId="{45F803A7-FACA-4F16-B76C-A9AB4CDF6334}"/>
          </ac:spMkLst>
        </pc:spChg>
        <pc:spChg chg="mod">
          <ac:chgData name="Tony Toe" userId="8901cf30983edc6b" providerId="LiveId" clId="{C1442F02-3345-4BB8-8B0E-23C8E3F94CAE}" dt="2018-11-07T02:47:13.229" v="65" actId="20577"/>
          <ac:spMkLst>
            <pc:docMk/>
            <pc:sldMk cId="1900627532" sldId="260"/>
            <ac:spMk id="3" creationId="{A3A52AE1-D289-4E7A-88F2-F05F7F4EDB0D}"/>
          </ac:spMkLst>
        </pc:spChg>
      </pc:sldChg>
      <pc:sldChg chg="addSp delSp modSp add mod setBg">
        <pc:chgData name="Tony Toe" userId="8901cf30983edc6b" providerId="LiveId" clId="{C1442F02-3345-4BB8-8B0E-23C8E3F94CAE}" dt="2018-11-07T02:48:15.523" v="134" actId="26606"/>
        <pc:sldMkLst>
          <pc:docMk/>
          <pc:sldMk cId="113529752" sldId="261"/>
        </pc:sldMkLst>
        <pc:spChg chg="mod">
          <ac:chgData name="Tony Toe" userId="8901cf30983edc6b" providerId="LiveId" clId="{C1442F02-3345-4BB8-8B0E-23C8E3F94CAE}" dt="2018-11-07T02:48:15.523" v="134" actId="26606"/>
          <ac:spMkLst>
            <pc:docMk/>
            <pc:sldMk cId="113529752" sldId="261"/>
            <ac:spMk id="2" creationId="{EEB12D6D-EBBC-42A7-A5F6-857F56F83A98}"/>
          </ac:spMkLst>
        </pc:spChg>
        <pc:spChg chg="del">
          <ac:chgData name="Tony Toe" userId="8901cf30983edc6b" providerId="LiveId" clId="{C1442F02-3345-4BB8-8B0E-23C8E3F94CAE}" dt="2018-11-07T02:47:48.649" v="131" actId="26606"/>
          <ac:spMkLst>
            <pc:docMk/>
            <pc:sldMk cId="113529752" sldId="261"/>
            <ac:spMk id="3" creationId="{509542F9-F69C-4EB1-8492-84FD69DF1DCA}"/>
          </ac:spMkLst>
        </pc:spChg>
        <pc:graphicFrameChg chg="add mod modGraphic">
          <ac:chgData name="Tony Toe" userId="8901cf30983edc6b" providerId="LiveId" clId="{C1442F02-3345-4BB8-8B0E-23C8E3F94CAE}" dt="2018-11-07T02:48:15.523" v="134" actId="26606"/>
          <ac:graphicFrameMkLst>
            <pc:docMk/>
            <pc:sldMk cId="113529752" sldId="261"/>
            <ac:graphicFrameMk id="4" creationId="{1C9A4696-1632-48E4-8722-567C739AB91B}"/>
          </ac:graphicFrameMkLst>
        </pc:graphicFrameChg>
      </pc:sldChg>
      <pc:sldChg chg="addSp modSp add">
        <pc:chgData name="Tony Toe" userId="8901cf30983edc6b" providerId="LiveId" clId="{C1442F02-3345-4BB8-8B0E-23C8E3F94CAE}" dt="2018-11-07T02:51:21.716" v="234" actId="20577"/>
        <pc:sldMkLst>
          <pc:docMk/>
          <pc:sldMk cId="3969558563" sldId="262"/>
        </pc:sldMkLst>
        <pc:spChg chg="mod">
          <ac:chgData name="Tony Toe" userId="8901cf30983edc6b" providerId="LiveId" clId="{C1442F02-3345-4BB8-8B0E-23C8E3F94CAE}" dt="2018-11-07T02:48:27.173" v="154" actId="20577"/>
          <ac:spMkLst>
            <pc:docMk/>
            <pc:sldMk cId="3969558563" sldId="262"/>
            <ac:spMk id="2" creationId="{5F131AFE-C8A2-4D1F-BD60-9842204D5183}"/>
          </ac:spMkLst>
        </pc:spChg>
        <pc:spChg chg="mod">
          <ac:chgData name="Tony Toe" userId="8901cf30983edc6b" providerId="LiveId" clId="{C1442F02-3345-4BB8-8B0E-23C8E3F94CAE}" dt="2018-11-07T02:49:18.077" v="205" actId="20577"/>
          <ac:spMkLst>
            <pc:docMk/>
            <pc:sldMk cId="3969558563" sldId="262"/>
            <ac:spMk id="3" creationId="{A7D5A1EC-D487-4379-B861-BFD03ABBEDF2}"/>
          </ac:spMkLst>
        </pc:spChg>
        <pc:spChg chg="add mod">
          <ac:chgData name="Tony Toe" userId="8901cf30983edc6b" providerId="LiveId" clId="{C1442F02-3345-4BB8-8B0E-23C8E3F94CAE}" dt="2018-11-07T02:49:43.518" v="213" actId="1076"/>
          <ac:spMkLst>
            <pc:docMk/>
            <pc:sldMk cId="3969558563" sldId="262"/>
            <ac:spMk id="4" creationId="{65F0777D-C1B3-4AC9-8236-74EAE95320B6}"/>
          </ac:spMkLst>
        </pc:spChg>
        <pc:spChg chg="add mod">
          <ac:chgData name="Tony Toe" userId="8901cf30983edc6b" providerId="LiveId" clId="{C1442F02-3345-4BB8-8B0E-23C8E3F94CAE}" dt="2018-11-07T02:50:50.878" v="219" actId="1076"/>
          <ac:spMkLst>
            <pc:docMk/>
            <pc:sldMk cId="3969558563" sldId="262"/>
            <ac:spMk id="5" creationId="{4D661E92-FEE9-4003-A583-1C73125C079E}"/>
          </ac:spMkLst>
        </pc:spChg>
        <pc:spChg chg="add mod">
          <ac:chgData name="Tony Toe" userId="8901cf30983edc6b" providerId="LiveId" clId="{C1442F02-3345-4BB8-8B0E-23C8E3F94CAE}" dt="2018-11-07T02:51:21.716" v="234" actId="20577"/>
          <ac:spMkLst>
            <pc:docMk/>
            <pc:sldMk cId="3969558563" sldId="262"/>
            <ac:spMk id="6" creationId="{935E57C7-408F-45E9-A6DD-6FD9D2A09C31}"/>
          </ac:spMkLst>
        </pc:spChg>
      </pc:sldChg>
      <pc:sldChg chg="modSp add">
        <pc:chgData name="Tony Toe" userId="8901cf30983edc6b" providerId="LiveId" clId="{C1442F02-3345-4BB8-8B0E-23C8E3F94CAE}" dt="2018-11-07T02:52:17.709" v="290" actId="20577"/>
        <pc:sldMkLst>
          <pc:docMk/>
          <pc:sldMk cId="559869889" sldId="263"/>
        </pc:sldMkLst>
        <pc:spChg chg="mod">
          <ac:chgData name="Tony Toe" userId="8901cf30983edc6b" providerId="LiveId" clId="{C1442F02-3345-4BB8-8B0E-23C8E3F94CAE}" dt="2018-11-07T02:52:03.525" v="247" actId="20577"/>
          <ac:spMkLst>
            <pc:docMk/>
            <pc:sldMk cId="559869889" sldId="263"/>
            <ac:spMk id="2" creationId="{381301AC-9853-4354-A499-D62DDE9405F5}"/>
          </ac:spMkLst>
        </pc:spChg>
        <pc:spChg chg="mod">
          <ac:chgData name="Tony Toe" userId="8901cf30983edc6b" providerId="LiveId" clId="{C1442F02-3345-4BB8-8B0E-23C8E3F94CAE}" dt="2018-11-07T02:52:17.709" v="290" actId="20577"/>
          <ac:spMkLst>
            <pc:docMk/>
            <pc:sldMk cId="559869889" sldId="263"/>
            <ac:spMk id="3" creationId="{A848DCD5-3BE6-4EC6-A161-81F30994B542}"/>
          </ac:spMkLst>
        </pc:spChg>
      </pc:sldChg>
      <pc:sldChg chg="modSp add">
        <pc:chgData name="Tony Toe" userId="8901cf30983edc6b" providerId="LiveId" clId="{C1442F02-3345-4BB8-8B0E-23C8E3F94CAE}" dt="2018-11-07T02:53:39.390" v="311" actId="20577"/>
        <pc:sldMkLst>
          <pc:docMk/>
          <pc:sldMk cId="2663059022" sldId="264"/>
        </pc:sldMkLst>
        <pc:spChg chg="mod">
          <ac:chgData name="Tony Toe" userId="8901cf30983edc6b" providerId="LiveId" clId="{C1442F02-3345-4BB8-8B0E-23C8E3F94CAE}" dt="2018-11-07T02:53:02.812" v="304" actId="20577"/>
          <ac:spMkLst>
            <pc:docMk/>
            <pc:sldMk cId="2663059022" sldId="264"/>
            <ac:spMk id="2" creationId="{56C38C1D-E5D3-491E-AB5C-FD264E405F84}"/>
          </ac:spMkLst>
        </pc:spChg>
        <pc:spChg chg="mod">
          <ac:chgData name="Tony Toe" userId="8901cf30983edc6b" providerId="LiveId" clId="{C1442F02-3345-4BB8-8B0E-23C8E3F94CAE}" dt="2018-11-07T02:53:39.390" v="311" actId="20577"/>
          <ac:spMkLst>
            <pc:docMk/>
            <pc:sldMk cId="2663059022" sldId="264"/>
            <ac:spMk id="3" creationId="{D170DBF4-03B0-46C7-8921-AC850D27F341}"/>
          </ac:spMkLst>
        </pc:spChg>
      </pc:sldChg>
      <pc:sldChg chg="modSp add">
        <pc:chgData name="Tony Toe" userId="8901cf30983edc6b" providerId="LiveId" clId="{C1442F02-3345-4BB8-8B0E-23C8E3F94CAE}" dt="2018-11-07T02:54:18.012" v="332" actId="20577"/>
        <pc:sldMkLst>
          <pc:docMk/>
          <pc:sldMk cId="767239538" sldId="265"/>
        </pc:sldMkLst>
        <pc:spChg chg="mod">
          <ac:chgData name="Tony Toe" userId="8901cf30983edc6b" providerId="LiveId" clId="{C1442F02-3345-4BB8-8B0E-23C8E3F94CAE}" dt="2018-11-07T02:54:02.781" v="326" actId="20577"/>
          <ac:spMkLst>
            <pc:docMk/>
            <pc:sldMk cId="767239538" sldId="265"/>
            <ac:spMk id="2" creationId="{D5DA16FE-8B01-4D89-9A03-706D9BB3FA13}"/>
          </ac:spMkLst>
        </pc:spChg>
        <pc:spChg chg="mod">
          <ac:chgData name="Tony Toe" userId="8901cf30983edc6b" providerId="LiveId" clId="{C1442F02-3345-4BB8-8B0E-23C8E3F94CAE}" dt="2018-11-07T02:54:18.012" v="332" actId="20577"/>
          <ac:spMkLst>
            <pc:docMk/>
            <pc:sldMk cId="767239538" sldId="265"/>
            <ac:spMk id="3" creationId="{AD2B53B1-8061-44BD-95CC-40420DB8CBE5}"/>
          </ac:spMkLst>
        </pc:spChg>
      </pc:sldChg>
      <pc:sldChg chg="addSp modSp add">
        <pc:chgData name="Tony Toe" userId="8901cf30983edc6b" providerId="LiveId" clId="{C1442F02-3345-4BB8-8B0E-23C8E3F94CAE}" dt="2018-11-07T02:56:07.607" v="468" actId="1076"/>
        <pc:sldMkLst>
          <pc:docMk/>
          <pc:sldMk cId="2036393543" sldId="266"/>
        </pc:sldMkLst>
        <pc:spChg chg="mod">
          <ac:chgData name="Tony Toe" userId="8901cf30983edc6b" providerId="LiveId" clId="{C1442F02-3345-4BB8-8B0E-23C8E3F94CAE}" dt="2018-11-07T02:55:19.723" v="413" actId="20577"/>
          <ac:spMkLst>
            <pc:docMk/>
            <pc:sldMk cId="2036393543" sldId="266"/>
            <ac:spMk id="2" creationId="{CAAE499C-48D2-4FF9-9C18-FE32A3DA42D3}"/>
          </ac:spMkLst>
        </pc:spChg>
        <pc:spChg chg="mod">
          <ac:chgData name="Tony Toe" userId="8901cf30983edc6b" providerId="LiveId" clId="{C1442F02-3345-4BB8-8B0E-23C8E3F94CAE}" dt="2018-11-07T02:55:43.388" v="460" actId="20577"/>
          <ac:spMkLst>
            <pc:docMk/>
            <pc:sldMk cId="2036393543" sldId="266"/>
            <ac:spMk id="3" creationId="{5A577533-217A-4D1C-8533-D565EC3A1507}"/>
          </ac:spMkLst>
        </pc:spChg>
        <pc:spChg chg="add mod">
          <ac:chgData name="Tony Toe" userId="8901cf30983edc6b" providerId="LiveId" clId="{C1442F02-3345-4BB8-8B0E-23C8E3F94CAE}" dt="2018-11-07T02:56:07.607" v="468" actId="1076"/>
          <ac:spMkLst>
            <pc:docMk/>
            <pc:sldMk cId="2036393543" sldId="266"/>
            <ac:spMk id="4" creationId="{3B37C893-FE76-45E0-9010-2C273797A4CD}"/>
          </ac:spMkLst>
        </pc:spChg>
      </pc:sldChg>
      <pc:sldChg chg="addSp modSp add">
        <pc:chgData name="Tony Toe" userId="8901cf30983edc6b" providerId="LiveId" clId="{C1442F02-3345-4BB8-8B0E-23C8E3F94CAE}" dt="2018-11-07T03:02:05.063" v="475" actId="1076"/>
        <pc:sldMkLst>
          <pc:docMk/>
          <pc:sldMk cId="2616453588" sldId="267"/>
        </pc:sldMkLst>
        <pc:spChg chg="add mod">
          <ac:chgData name="Tony Toe" userId="8901cf30983edc6b" providerId="LiveId" clId="{C1442F02-3345-4BB8-8B0E-23C8E3F94CAE}" dt="2018-11-07T03:02:05.063" v="475" actId="1076"/>
          <ac:spMkLst>
            <pc:docMk/>
            <pc:sldMk cId="2616453588" sldId="267"/>
            <ac:spMk id="4" creationId="{972503FA-87D8-4690-9B27-39B72E6FEEF2}"/>
          </ac:spMkLst>
        </pc:spChg>
      </pc:sldChg>
      <pc:sldChg chg="addSp modSp add">
        <pc:chgData name="Tony Toe" userId="8901cf30983edc6b" providerId="LiveId" clId="{C1442F02-3345-4BB8-8B0E-23C8E3F94CAE}" dt="2018-11-07T03:23:44.043" v="697" actId="13926"/>
        <pc:sldMkLst>
          <pc:docMk/>
          <pc:sldMk cId="1867288806" sldId="268"/>
        </pc:sldMkLst>
        <pc:spChg chg="mod">
          <ac:chgData name="Tony Toe" userId="8901cf30983edc6b" providerId="LiveId" clId="{C1442F02-3345-4BB8-8B0E-23C8E3F94CAE}" dt="2018-11-07T03:21:49.203" v="560" actId="20577"/>
          <ac:spMkLst>
            <pc:docMk/>
            <pc:sldMk cId="1867288806" sldId="268"/>
            <ac:spMk id="2" creationId="{FFB80AD2-0F53-4F63-9C39-445785BC8CC8}"/>
          </ac:spMkLst>
        </pc:spChg>
        <pc:spChg chg="mod">
          <ac:chgData name="Tony Toe" userId="8901cf30983edc6b" providerId="LiveId" clId="{C1442F02-3345-4BB8-8B0E-23C8E3F94CAE}" dt="2018-11-07T03:23:44.043" v="697" actId="13926"/>
          <ac:spMkLst>
            <pc:docMk/>
            <pc:sldMk cId="1867288806" sldId="268"/>
            <ac:spMk id="3" creationId="{EDAEE099-9176-44BC-908E-F9E0EB7AC08A}"/>
          </ac:spMkLst>
        </pc:spChg>
        <pc:spChg chg="add mod">
          <ac:chgData name="Tony Toe" userId="8901cf30983edc6b" providerId="LiveId" clId="{C1442F02-3345-4BB8-8B0E-23C8E3F94CAE}" dt="2018-11-07T03:13:17.815" v="485" actId="1076"/>
          <ac:spMkLst>
            <pc:docMk/>
            <pc:sldMk cId="1867288806" sldId="268"/>
            <ac:spMk id="4" creationId="{61BFF04E-3C15-46A9-BD09-A562632B2385}"/>
          </ac:spMkLst>
        </pc:spChg>
      </pc:sldChg>
      <pc:sldChg chg="modSp add">
        <pc:chgData name="Tony Toe" userId="8901cf30983edc6b" providerId="LiveId" clId="{C1442F02-3345-4BB8-8B0E-23C8E3F94CAE}" dt="2018-11-07T03:24:16.345" v="747" actId="20577"/>
        <pc:sldMkLst>
          <pc:docMk/>
          <pc:sldMk cId="1395854422" sldId="269"/>
        </pc:sldMkLst>
        <pc:spChg chg="mod">
          <ac:chgData name="Tony Toe" userId="8901cf30983edc6b" providerId="LiveId" clId="{C1442F02-3345-4BB8-8B0E-23C8E3F94CAE}" dt="2018-11-07T03:24:06.186" v="712" actId="20577"/>
          <ac:spMkLst>
            <pc:docMk/>
            <pc:sldMk cId="1395854422" sldId="269"/>
            <ac:spMk id="2" creationId="{307E50DE-A596-4547-AC5F-B36ADA737D9C}"/>
          </ac:spMkLst>
        </pc:spChg>
        <pc:spChg chg="mod">
          <ac:chgData name="Tony Toe" userId="8901cf30983edc6b" providerId="LiveId" clId="{C1442F02-3345-4BB8-8B0E-23C8E3F94CAE}" dt="2018-11-07T03:24:16.345" v="747" actId="20577"/>
          <ac:spMkLst>
            <pc:docMk/>
            <pc:sldMk cId="1395854422" sldId="269"/>
            <ac:spMk id="3" creationId="{4CCFF443-4F39-41CB-9279-D4203F0AA836}"/>
          </ac:spMkLst>
        </pc:spChg>
      </pc:sldChg>
      <pc:sldChg chg="addSp modSp add">
        <pc:chgData name="Tony Toe" userId="8901cf30983edc6b" providerId="LiveId" clId="{C1442F02-3345-4BB8-8B0E-23C8E3F94CAE}" dt="2018-11-07T03:25:47.010" v="804" actId="1076"/>
        <pc:sldMkLst>
          <pc:docMk/>
          <pc:sldMk cId="3231123048" sldId="270"/>
        </pc:sldMkLst>
        <pc:spChg chg="mod">
          <ac:chgData name="Tony Toe" userId="8901cf30983edc6b" providerId="LiveId" clId="{C1442F02-3345-4BB8-8B0E-23C8E3F94CAE}" dt="2018-11-07T03:25:10.275" v="782" actId="20577"/>
          <ac:spMkLst>
            <pc:docMk/>
            <pc:sldMk cId="3231123048" sldId="270"/>
            <ac:spMk id="2" creationId="{17D525A4-FA0D-4B6A-89EB-086373F965A4}"/>
          </ac:spMkLst>
        </pc:spChg>
        <pc:spChg chg="mod">
          <ac:chgData name="Tony Toe" userId="8901cf30983edc6b" providerId="LiveId" clId="{C1442F02-3345-4BB8-8B0E-23C8E3F94CAE}" dt="2018-11-07T03:25:17.129" v="802" actId="20577"/>
          <ac:spMkLst>
            <pc:docMk/>
            <pc:sldMk cId="3231123048" sldId="270"/>
            <ac:spMk id="3" creationId="{855CD4D5-F530-40B6-B0E4-2C0F3E49ADA0}"/>
          </ac:spMkLst>
        </pc:spChg>
        <pc:spChg chg="add mod">
          <ac:chgData name="Tony Toe" userId="8901cf30983edc6b" providerId="LiveId" clId="{C1442F02-3345-4BB8-8B0E-23C8E3F94CAE}" dt="2018-11-07T03:25:47.010" v="804" actId="1076"/>
          <ac:spMkLst>
            <pc:docMk/>
            <pc:sldMk cId="3231123048" sldId="270"/>
            <ac:spMk id="4" creationId="{B2929AF2-E606-4604-B7BE-09C0B9FC731D}"/>
          </ac:spMkLst>
        </pc:spChg>
      </pc:sldChg>
      <pc:sldChg chg="addSp modSp add">
        <pc:chgData name="Tony Toe" userId="8901cf30983edc6b" providerId="LiveId" clId="{C1442F02-3345-4BB8-8B0E-23C8E3F94CAE}" dt="2018-11-07T03:27:28.563" v="842" actId="313"/>
        <pc:sldMkLst>
          <pc:docMk/>
          <pc:sldMk cId="2226938883" sldId="271"/>
        </pc:sldMkLst>
        <pc:spChg chg="mod">
          <ac:chgData name="Tony Toe" userId="8901cf30983edc6b" providerId="LiveId" clId="{C1442F02-3345-4BB8-8B0E-23C8E3F94CAE}" dt="2018-11-07T03:27:28.563" v="842" actId="313"/>
          <ac:spMkLst>
            <pc:docMk/>
            <pc:sldMk cId="2226938883" sldId="271"/>
            <ac:spMk id="2" creationId="{A33D42EA-4F61-4A75-8A34-428F5477EE5B}"/>
          </ac:spMkLst>
        </pc:spChg>
        <pc:spChg chg="mod">
          <ac:chgData name="Tony Toe" userId="8901cf30983edc6b" providerId="LiveId" clId="{C1442F02-3345-4BB8-8B0E-23C8E3F94CAE}" dt="2018-11-07T03:26:56.939" v="833" actId="313"/>
          <ac:spMkLst>
            <pc:docMk/>
            <pc:sldMk cId="2226938883" sldId="271"/>
            <ac:spMk id="3" creationId="{D2898233-4A8B-4FC8-9357-7D461A4B2BA7}"/>
          </ac:spMkLst>
        </pc:spChg>
        <pc:spChg chg="add mod">
          <ac:chgData name="Tony Toe" userId="8901cf30983edc6b" providerId="LiveId" clId="{C1442F02-3345-4BB8-8B0E-23C8E3F94CAE}" dt="2018-11-07T03:27:26.223" v="841" actId="13926"/>
          <ac:spMkLst>
            <pc:docMk/>
            <pc:sldMk cId="2226938883" sldId="271"/>
            <ac:spMk id="4" creationId="{CB4F1EEB-0FB4-472A-9480-C01B4FDBD131}"/>
          </ac:spMkLst>
        </pc:spChg>
      </pc:sldChg>
      <pc:sldChg chg="modSp add">
        <pc:chgData name="Tony Toe" userId="8901cf30983edc6b" providerId="LiveId" clId="{C1442F02-3345-4BB8-8B0E-23C8E3F94CAE}" dt="2018-11-07T03:27:52.250" v="892" actId="20577"/>
        <pc:sldMkLst>
          <pc:docMk/>
          <pc:sldMk cId="1347873503" sldId="272"/>
        </pc:sldMkLst>
        <pc:spChg chg="mod">
          <ac:chgData name="Tony Toe" userId="8901cf30983edc6b" providerId="LiveId" clId="{C1442F02-3345-4BB8-8B0E-23C8E3F94CAE}" dt="2018-11-07T03:27:41.722" v="855" actId="20577"/>
          <ac:spMkLst>
            <pc:docMk/>
            <pc:sldMk cId="1347873503" sldId="272"/>
            <ac:spMk id="2" creationId="{BC1E6C45-5A91-4137-800A-D9BB4E569DD3}"/>
          </ac:spMkLst>
        </pc:spChg>
        <pc:spChg chg="mod">
          <ac:chgData name="Tony Toe" userId="8901cf30983edc6b" providerId="LiveId" clId="{C1442F02-3345-4BB8-8B0E-23C8E3F94CAE}" dt="2018-11-07T03:27:52.250" v="892" actId="20577"/>
          <ac:spMkLst>
            <pc:docMk/>
            <pc:sldMk cId="1347873503" sldId="272"/>
            <ac:spMk id="3" creationId="{63F16016-25AA-440C-9266-145D9817099E}"/>
          </ac:spMkLst>
        </pc:spChg>
      </pc:sldChg>
      <pc:sldChg chg="addSp modSp add">
        <pc:chgData name="Tony Toe" userId="8901cf30983edc6b" providerId="LiveId" clId="{C1442F02-3345-4BB8-8B0E-23C8E3F94CAE}" dt="2018-11-07T03:29:41.595" v="898" actId="1076"/>
        <pc:sldMkLst>
          <pc:docMk/>
          <pc:sldMk cId="3830724426" sldId="273"/>
        </pc:sldMkLst>
        <pc:spChg chg="mod">
          <ac:chgData name="Tony Toe" userId="8901cf30983edc6b" providerId="LiveId" clId="{C1442F02-3345-4BB8-8B0E-23C8E3F94CAE}" dt="2018-11-07T03:29:08.148" v="895" actId="20577"/>
          <ac:spMkLst>
            <pc:docMk/>
            <pc:sldMk cId="3830724426" sldId="273"/>
            <ac:spMk id="2" creationId="{0E765B06-95B3-4634-B01B-77D8EF067F87}"/>
          </ac:spMkLst>
        </pc:spChg>
        <pc:spChg chg="mod">
          <ac:chgData name="Tony Toe" userId="8901cf30983edc6b" providerId="LiveId" clId="{C1442F02-3345-4BB8-8B0E-23C8E3F94CAE}" dt="2018-11-07T03:29:25.043" v="896" actId="1076"/>
          <ac:spMkLst>
            <pc:docMk/>
            <pc:sldMk cId="3830724426" sldId="273"/>
            <ac:spMk id="3" creationId="{AD0BE510-A2FB-462A-A645-CD725DC831F5}"/>
          </ac:spMkLst>
        </pc:spChg>
        <pc:spChg chg="add mod">
          <ac:chgData name="Tony Toe" userId="8901cf30983edc6b" providerId="LiveId" clId="{C1442F02-3345-4BB8-8B0E-23C8E3F94CAE}" dt="2018-11-07T03:29:41.595" v="898" actId="1076"/>
          <ac:spMkLst>
            <pc:docMk/>
            <pc:sldMk cId="3830724426" sldId="273"/>
            <ac:spMk id="4" creationId="{ABF220DE-02F4-4CEE-BD55-E3AD5B70CBFA}"/>
          </ac:spMkLst>
        </pc:spChg>
      </pc:sldChg>
      <pc:sldChg chg="addSp delSp modSp add">
        <pc:chgData name="Tony Toe" userId="8901cf30983edc6b" providerId="LiveId" clId="{C1442F02-3345-4BB8-8B0E-23C8E3F94CAE}" dt="2018-11-07T03:30:14.895" v="926" actId="1076"/>
        <pc:sldMkLst>
          <pc:docMk/>
          <pc:sldMk cId="1251736921" sldId="274"/>
        </pc:sldMkLst>
        <pc:spChg chg="mod">
          <ac:chgData name="Tony Toe" userId="8901cf30983edc6b" providerId="LiveId" clId="{C1442F02-3345-4BB8-8B0E-23C8E3F94CAE}" dt="2018-11-07T03:29:59.266" v="922" actId="20577"/>
          <ac:spMkLst>
            <pc:docMk/>
            <pc:sldMk cId="1251736921" sldId="274"/>
            <ac:spMk id="2" creationId="{1C511B08-FC97-4809-BDBE-64B0651BFE8D}"/>
          </ac:spMkLst>
        </pc:spChg>
        <pc:spChg chg="del">
          <ac:chgData name="Tony Toe" userId="8901cf30983edc6b" providerId="LiveId" clId="{C1442F02-3345-4BB8-8B0E-23C8E3F94CAE}" dt="2018-11-07T03:30:11.345" v="925" actId="478"/>
          <ac:spMkLst>
            <pc:docMk/>
            <pc:sldMk cId="1251736921" sldId="274"/>
            <ac:spMk id="3" creationId="{5AB02C63-1A5A-4096-B978-1708337BA9AB}"/>
          </ac:spMkLst>
        </pc:spChg>
        <pc:spChg chg="add mod">
          <ac:chgData name="Tony Toe" userId="8901cf30983edc6b" providerId="LiveId" clId="{C1442F02-3345-4BB8-8B0E-23C8E3F94CAE}" dt="2018-11-07T03:30:14.895" v="926" actId="1076"/>
          <ac:spMkLst>
            <pc:docMk/>
            <pc:sldMk cId="1251736921" sldId="274"/>
            <ac:spMk id="4" creationId="{9D120C2A-7C72-47C6-85AD-36B172660C4A}"/>
          </ac:spMkLst>
        </pc:spChg>
      </pc:sldChg>
      <pc:sldChg chg="modSp add">
        <pc:chgData name="Tony Toe" userId="8901cf30983edc6b" providerId="LiveId" clId="{C1442F02-3345-4BB8-8B0E-23C8E3F94CAE}" dt="2018-11-07T03:30:50.653" v="954" actId="20577"/>
        <pc:sldMkLst>
          <pc:docMk/>
          <pc:sldMk cId="3084603823" sldId="275"/>
        </pc:sldMkLst>
        <pc:spChg chg="mod">
          <ac:chgData name="Tony Toe" userId="8901cf30983edc6b" providerId="LiveId" clId="{C1442F02-3345-4BB8-8B0E-23C8E3F94CAE}" dt="2018-11-07T03:30:35.721" v="951" actId="20577"/>
          <ac:spMkLst>
            <pc:docMk/>
            <pc:sldMk cId="3084603823" sldId="275"/>
            <ac:spMk id="2" creationId="{831DEFDB-D9B9-44D9-B481-729A02A77A05}"/>
          </ac:spMkLst>
        </pc:spChg>
        <pc:spChg chg="mod">
          <ac:chgData name="Tony Toe" userId="8901cf30983edc6b" providerId="LiveId" clId="{C1442F02-3345-4BB8-8B0E-23C8E3F94CAE}" dt="2018-11-07T03:30:50.653" v="954" actId="20577"/>
          <ac:spMkLst>
            <pc:docMk/>
            <pc:sldMk cId="3084603823" sldId="275"/>
            <ac:spMk id="3" creationId="{38805D42-842E-480E-BAB0-725A05CFE8E1}"/>
          </ac:spMkLst>
        </pc:spChg>
      </pc:sldChg>
      <pc:sldChg chg="addSp modSp add">
        <pc:chgData name="Tony Toe" userId="8901cf30983edc6b" providerId="LiveId" clId="{C1442F02-3345-4BB8-8B0E-23C8E3F94CAE}" dt="2018-11-07T03:31:40.113" v="978" actId="13926"/>
        <pc:sldMkLst>
          <pc:docMk/>
          <pc:sldMk cId="1438324259" sldId="276"/>
        </pc:sldMkLst>
        <pc:spChg chg="mod">
          <ac:chgData name="Tony Toe" userId="8901cf30983edc6b" providerId="LiveId" clId="{C1442F02-3345-4BB8-8B0E-23C8E3F94CAE}" dt="2018-11-07T03:31:12.585" v="971" actId="20577"/>
          <ac:spMkLst>
            <pc:docMk/>
            <pc:sldMk cId="1438324259" sldId="276"/>
            <ac:spMk id="2" creationId="{01A772CF-92EF-464C-85AE-5D6816092E33}"/>
          </ac:spMkLst>
        </pc:spChg>
        <pc:spChg chg="mod">
          <ac:chgData name="Tony Toe" userId="8901cf30983edc6b" providerId="LiveId" clId="{C1442F02-3345-4BB8-8B0E-23C8E3F94CAE}" dt="2018-11-07T03:31:21.164" v="972" actId="13926"/>
          <ac:spMkLst>
            <pc:docMk/>
            <pc:sldMk cId="1438324259" sldId="276"/>
            <ac:spMk id="3" creationId="{1080FF5B-12C0-4E71-A4AB-44C2777599A9}"/>
          </ac:spMkLst>
        </pc:spChg>
        <pc:spChg chg="add mod">
          <ac:chgData name="Tony Toe" userId="8901cf30983edc6b" providerId="LiveId" clId="{C1442F02-3345-4BB8-8B0E-23C8E3F94CAE}" dt="2018-11-07T03:31:40.113" v="978" actId="13926"/>
          <ac:spMkLst>
            <pc:docMk/>
            <pc:sldMk cId="1438324259" sldId="276"/>
            <ac:spMk id="4" creationId="{F65E28A2-8C94-4B19-B7B1-E84A7FA22D03}"/>
          </ac:spMkLst>
        </pc:spChg>
      </pc:sldChg>
      <pc:sldChg chg="addSp modSp add">
        <pc:chgData name="Tony Toe" userId="8901cf30983edc6b" providerId="LiveId" clId="{C1442F02-3345-4BB8-8B0E-23C8E3F94CAE}" dt="2018-11-07T03:39:27.803" v="1124" actId="1076"/>
        <pc:sldMkLst>
          <pc:docMk/>
          <pc:sldMk cId="3797467521" sldId="277"/>
        </pc:sldMkLst>
        <pc:spChg chg="mod">
          <ac:chgData name="Tony Toe" userId="8901cf30983edc6b" providerId="LiveId" clId="{C1442F02-3345-4BB8-8B0E-23C8E3F94CAE}" dt="2018-11-07T03:33:36.785" v="1035" actId="20577"/>
          <ac:spMkLst>
            <pc:docMk/>
            <pc:sldMk cId="3797467521" sldId="277"/>
            <ac:spMk id="2" creationId="{43D3CC60-1B8D-4160-B2C4-16837B745B18}"/>
          </ac:spMkLst>
        </pc:spChg>
        <pc:spChg chg="mod">
          <ac:chgData name="Tony Toe" userId="8901cf30983edc6b" providerId="LiveId" clId="{C1442F02-3345-4BB8-8B0E-23C8E3F94CAE}" dt="2018-11-07T03:39:13.191" v="1122" actId="20577"/>
          <ac:spMkLst>
            <pc:docMk/>
            <pc:sldMk cId="3797467521" sldId="277"/>
            <ac:spMk id="3" creationId="{D4BA7592-B468-4766-8160-AD8DF5A25C0D}"/>
          </ac:spMkLst>
        </pc:spChg>
        <pc:spChg chg="add mod">
          <ac:chgData name="Tony Toe" userId="8901cf30983edc6b" providerId="LiveId" clId="{C1442F02-3345-4BB8-8B0E-23C8E3F94CAE}" dt="2018-11-07T03:39:27.803" v="1124" actId="1076"/>
          <ac:spMkLst>
            <pc:docMk/>
            <pc:sldMk cId="3797467521" sldId="277"/>
            <ac:spMk id="4" creationId="{98AEF56F-4B54-491B-A4B7-14DCE9048D7B}"/>
          </ac:spMkLst>
        </pc:spChg>
      </pc:sldChg>
      <pc:sldChg chg="modSp add">
        <pc:chgData name="Tony Toe" userId="8901cf30983edc6b" providerId="LiveId" clId="{C1442F02-3345-4BB8-8B0E-23C8E3F94CAE}" dt="2018-11-07T03:39:58.521" v="1197" actId="20577"/>
        <pc:sldMkLst>
          <pc:docMk/>
          <pc:sldMk cId="870818330" sldId="278"/>
        </pc:sldMkLst>
        <pc:spChg chg="mod">
          <ac:chgData name="Tony Toe" userId="8901cf30983edc6b" providerId="LiveId" clId="{C1442F02-3345-4BB8-8B0E-23C8E3F94CAE}" dt="2018-11-07T03:39:41.025" v="1139" actId="20577"/>
          <ac:spMkLst>
            <pc:docMk/>
            <pc:sldMk cId="870818330" sldId="278"/>
            <ac:spMk id="2" creationId="{788B429D-28D7-429B-A1BA-00B451086C32}"/>
          </ac:spMkLst>
        </pc:spChg>
        <pc:spChg chg="mod">
          <ac:chgData name="Tony Toe" userId="8901cf30983edc6b" providerId="LiveId" clId="{C1442F02-3345-4BB8-8B0E-23C8E3F94CAE}" dt="2018-11-07T03:39:58.521" v="1197" actId="20577"/>
          <ac:spMkLst>
            <pc:docMk/>
            <pc:sldMk cId="870818330" sldId="278"/>
            <ac:spMk id="3" creationId="{1F301E4E-04E6-41DB-98AB-ABE1BD812B06}"/>
          </ac:spMkLst>
        </pc:spChg>
      </pc:sldChg>
      <pc:sldChg chg="addSp delSp modSp add">
        <pc:chgData name="Tony Toe" userId="8901cf30983edc6b" providerId="LiveId" clId="{C1442F02-3345-4BB8-8B0E-23C8E3F94CAE}" dt="2018-11-07T03:40:39.511" v="1216" actId="1076"/>
        <pc:sldMkLst>
          <pc:docMk/>
          <pc:sldMk cId="1756175335" sldId="279"/>
        </pc:sldMkLst>
        <pc:spChg chg="mod">
          <ac:chgData name="Tony Toe" userId="8901cf30983edc6b" providerId="LiveId" clId="{C1442F02-3345-4BB8-8B0E-23C8E3F94CAE}" dt="2018-11-07T03:40:30.265" v="1213" actId="20577"/>
          <ac:spMkLst>
            <pc:docMk/>
            <pc:sldMk cId="1756175335" sldId="279"/>
            <ac:spMk id="2" creationId="{F4726761-D2AC-4EE2-B8F8-CDA23138D106}"/>
          </ac:spMkLst>
        </pc:spChg>
        <pc:spChg chg="del">
          <ac:chgData name="Tony Toe" userId="8901cf30983edc6b" providerId="LiveId" clId="{C1442F02-3345-4BB8-8B0E-23C8E3F94CAE}" dt="2018-11-07T03:40:33.521" v="1214" actId="478"/>
          <ac:spMkLst>
            <pc:docMk/>
            <pc:sldMk cId="1756175335" sldId="279"/>
            <ac:spMk id="3" creationId="{3D4A8FE1-6858-4AF5-A3DC-EEDEA06D87B3}"/>
          </ac:spMkLst>
        </pc:spChg>
        <pc:spChg chg="add mod">
          <ac:chgData name="Tony Toe" userId="8901cf30983edc6b" providerId="LiveId" clId="{C1442F02-3345-4BB8-8B0E-23C8E3F94CAE}" dt="2018-11-07T03:40:39.511" v="1216" actId="1076"/>
          <ac:spMkLst>
            <pc:docMk/>
            <pc:sldMk cId="1756175335" sldId="279"/>
            <ac:spMk id="4" creationId="{0EA7A70B-D9C3-4E32-B520-4DF8FE4015B5}"/>
          </ac:spMkLst>
        </pc:spChg>
      </pc:sldChg>
      <pc:sldChg chg="addSp delSp modSp add">
        <pc:chgData name="Tony Toe" userId="8901cf30983edc6b" providerId="LiveId" clId="{C1442F02-3345-4BB8-8B0E-23C8E3F94CAE}" dt="2018-11-07T03:40:57.817" v="1238" actId="1076"/>
        <pc:sldMkLst>
          <pc:docMk/>
          <pc:sldMk cId="1845229966" sldId="280"/>
        </pc:sldMkLst>
        <pc:spChg chg="mod">
          <ac:chgData name="Tony Toe" userId="8901cf30983edc6b" providerId="LiveId" clId="{C1442F02-3345-4BB8-8B0E-23C8E3F94CAE}" dt="2018-11-07T03:40:46.561" v="1235" actId="20577"/>
          <ac:spMkLst>
            <pc:docMk/>
            <pc:sldMk cId="1845229966" sldId="280"/>
            <ac:spMk id="2" creationId="{57480F1F-F645-4AFD-98AD-1F1D58C1E7BD}"/>
          </ac:spMkLst>
        </pc:spChg>
        <pc:spChg chg="del">
          <ac:chgData name="Tony Toe" userId="8901cf30983edc6b" providerId="LiveId" clId="{C1442F02-3345-4BB8-8B0E-23C8E3F94CAE}" dt="2018-11-07T03:40:54.393" v="1237" actId="478"/>
          <ac:spMkLst>
            <pc:docMk/>
            <pc:sldMk cId="1845229966" sldId="280"/>
            <ac:spMk id="3" creationId="{3FE6BD24-8395-4D1B-9FBC-16B3640B1948}"/>
          </ac:spMkLst>
        </pc:spChg>
        <pc:spChg chg="add mod">
          <ac:chgData name="Tony Toe" userId="8901cf30983edc6b" providerId="LiveId" clId="{C1442F02-3345-4BB8-8B0E-23C8E3F94CAE}" dt="2018-11-07T03:40:57.817" v="1238" actId="1076"/>
          <ac:spMkLst>
            <pc:docMk/>
            <pc:sldMk cId="1845229966" sldId="280"/>
            <ac:spMk id="4" creationId="{C2884227-5DE1-4705-9E64-143E38DFD107}"/>
          </ac:spMkLst>
        </pc:spChg>
      </pc:sldChg>
      <pc:sldChg chg="addSp delSp modSp add mod setBg">
        <pc:chgData name="Tony Toe" userId="8901cf30983edc6b" providerId="LiveId" clId="{C1442F02-3345-4BB8-8B0E-23C8E3F94CAE}" dt="2018-11-07T03:43:49.182" v="1292" actId="13926"/>
        <pc:sldMkLst>
          <pc:docMk/>
          <pc:sldMk cId="2012060342" sldId="281"/>
        </pc:sldMkLst>
        <pc:spChg chg="mod">
          <ac:chgData name="Tony Toe" userId="8901cf30983edc6b" providerId="LiveId" clId="{C1442F02-3345-4BB8-8B0E-23C8E3F94CAE}" dt="2018-11-07T03:41:37.430" v="1281" actId="26606"/>
          <ac:spMkLst>
            <pc:docMk/>
            <pc:sldMk cId="2012060342" sldId="281"/>
            <ac:spMk id="2" creationId="{66A0CB76-ACF6-417C-8714-F84BE47CAF67}"/>
          </ac:spMkLst>
        </pc:spChg>
        <pc:spChg chg="add del">
          <ac:chgData name="Tony Toe" userId="8901cf30983edc6b" providerId="LiveId" clId="{C1442F02-3345-4BB8-8B0E-23C8E3F94CAE}" dt="2018-11-07T03:41:32.103" v="1279" actId="13926"/>
          <ac:spMkLst>
            <pc:docMk/>
            <pc:sldMk cId="2012060342" sldId="281"/>
            <ac:spMk id="3" creationId="{CA104CC2-8AD4-40BB-AD29-A01981FF1F31}"/>
          </ac:spMkLst>
        </pc:spChg>
        <pc:spChg chg="add del">
          <ac:chgData name="Tony Toe" userId="8901cf30983edc6b" providerId="LiveId" clId="{C1442F02-3345-4BB8-8B0E-23C8E3F94CAE}" dt="2018-11-07T03:41:14.793" v="1241" actId="13926"/>
          <ac:spMkLst>
            <pc:docMk/>
            <pc:sldMk cId="2012060342" sldId="281"/>
            <ac:spMk id="5" creationId="{5F1C5B7B-EE78-423E-8F19-7E8A66F339C1}"/>
          </ac:spMkLst>
        </pc:spChg>
        <pc:spChg chg="add mod">
          <ac:chgData name="Tony Toe" userId="8901cf30983edc6b" providerId="LiveId" clId="{C1442F02-3345-4BB8-8B0E-23C8E3F94CAE}" dt="2018-11-07T03:43:49.182" v="1292" actId="13926"/>
          <ac:spMkLst>
            <pc:docMk/>
            <pc:sldMk cId="2012060342" sldId="281"/>
            <ac:spMk id="7" creationId="{5500E125-A739-445A-A976-BF0C3E1B2C8A}"/>
          </ac:spMkLst>
        </pc:spChg>
        <pc:spChg chg="add mod">
          <ac:chgData name="Tony Toe" userId="8901cf30983edc6b" providerId="LiveId" clId="{C1442F02-3345-4BB8-8B0E-23C8E3F94CAE}" dt="2018-11-07T03:42:42.598" v="1290" actId="11529"/>
          <ac:spMkLst>
            <pc:docMk/>
            <pc:sldMk cId="2012060342" sldId="281"/>
            <ac:spMk id="8" creationId="{1C434B31-0DF0-450D-BB3D-A815E87F3BE5}"/>
          </ac:spMkLst>
        </pc:spChg>
        <pc:graphicFrameChg chg="add del mod">
          <ac:chgData name="Tony Toe" userId="8901cf30983edc6b" providerId="LiveId" clId="{C1442F02-3345-4BB8-8B0E-23C8E3F94CAE}" dt="2018-11-07T03:41:14.793" v="1241" actId="13926"/>
          <ac:graphicFrameMkLst>
            <pc:docMk/>
            <pc:sldMk cId="2012060342" sldId="281"/>
            <ac:graphicFrameMk id="4" creationId="{80857680-7C3B-42E6-ABAC-C090F0FA6C72}"/>
          </ac:graphicFrameMkLst>
        </pc:graphicFrameChg>
        <pc:graphicFrameChg chg="add mod modGraphic">
          <ac:chgData name="Tony Toe" userId="8901cf30983edc6b" providerId="LiveId" clId="{C1442F02-3345-4BB8-8B0E-23C8E3F94CAE}" dt="2018-11-07T03:43:43.368" v="1291" actId="13926"/>
          <ac:graphicFrameMkLst>
            <pc:docMk/>
            <pc:sldMk cId="2012060342" sldId="281"/>
            <ac:graphicFrameMk id="6" creationId="{EA7F043D-9C5E-4AB9-990E-B6787FFAB1F6}"/>
          </ac:graphicFrameMkLst>
        </pc:graphicFrameChg>
      </pc:sldChg>
      <pc:sldChg chg="addSp delSp modSp add">
        <pc:chgData name="Tony Toe" userId="8901cf30983edc6b" providerId="LiveId" clId="{C1442F02-3345-4BB8-8B0E-23C8E3F94CAE}" dt="2018-11-07T03:46:21.533" v="1312" actId="1076"/>
        <pc:sldMkLst>
          <pc:docMk/>
          <pc:sldMk cId="2731599334" sldId="282"/>
        </pc:sldMkLst>
        <pc:spChg chg="mod">
          <ac:chgData name="Tony Toe" userId="8901cf30983edc6b" providerId="LiveId" clId="{C1442F02-3345-4BB8-8B0E-23C8E3F94CAE}" dt="2018-11-07T03:44:01.900" v="1294" actId="1076"/>
          <ac:spMkLst>
            <pc:docMk/>
            <pc:sldMk cId="2731599334" sldId="282"/>
            <ac:spMk id="2" creationId="{82E46549-2BF2-49DC-94E1-AB1C80B67F5B}"/>
          </ac:spMkLst>
        </pc:spChg>
        <pc:spChg chg="del">
          <ac:chgData name="Tony Toe" userId="8901cf30983edc6b" providerId="LiveId" clId="{C1442F02-3345-4BB8-8B0E-23C8E3F94CAE}" dt="2018-11-07T03:44:10.784" v="1295" actId="478"/>
          <ac:spMkLst>
            <pc:docMk/>
            <pc:sldMk cId="2731599334" sldId="282"/>
            <ac:spMk id="3" creationId="{E80BD6E0-4760-46E4-A115-836CD89F0C03}"/>
          </ac:spMkLst>
        </pc:spChg>
        <pc:spChg chg="add mod">
          <ac:chgData name="Tony Toe" userId="8901cf30983edc6b" providerId="LiveId" clId="{C1442F02-3345-4BB8-8B0E-23C8E3F94CAE}" dt="2018-11-07T03:45:39.098" v="1308" actId="13926"/>
          <ac:spMkLst>
            <pc:docMk/>
            <pc:sldMk cId="2731599334" sldId="282"/>
            <ac:spMk id="5" creationId="{C7A88ABA-E7FF-48FA-90FA-236DFE77513F}"/>
          </ac:spMkLst>
        </pc:spChg>
        <pc:spChg chg="add mod">
          <ac:chgData name="Tony Toe" userId="8901cf30983edc6b" providerId="LiveId" clId="{C1442F02-3345-4BB8-8B0E-23C8E3F94CAE}" dt="2018-11-07T03:45:18.955" v="1306" actId="11529"/>
          <ac:spMkLst>
            <pc:docMk/>
            <pc:sldMk cId="2731599334" sldId="282"/>
            <ac:spMk id="6" creationId="{80CC9286-5D88-4997-B5DE-EC62946F42BA}"/>
          </ac:spMkLst>
        </pc:spChg>
        <pc:spChg chg="add mod">
          <ac:chgData name="Tony Toe" userId="8901cf30983edc6b" providerId="LiveId" clId="{C1442F02-3345-4BB8-8B0E-23C8E3F94CAE}" dt="2018-11-07T03:46:21.533" v="1312" actId="1076"/>
          <ac:spMkLst>
            <pc:docMk/>
            <pc:sldMk cId="2731599334" sldId="282"/>
            <ac:spMk id="7" creationId="{48C477FB-E3CD-484A-A319-69D7A1BCC76C}"/>
          </ac:spMkLst>
        </pc:spChg>
        <pc:graphicFrameChg chg="add mod modGraphic">
          <ac:chgData name="Tony Toe" userId="8901cf30983edc6b" providerId="LiveId" clId="{C1442F02-3345-4BB8-8B0E-23C8E3F94CAE}" dt="2018-11-07T03:44:42.164" v="1300" actId="13926"/>
          <ac:graphicFrameMkLst>
            <pc:docMk/>
            <pc:sldMk cId="2731599334" sldId="282"/>
            <ac:graphicFrameMk id="4" creationId="{C8705313-9BAF-46D7-BDD3-BF42C029BF80}"/>
          </ac:graphicFrameMkLst>
        </pc:graphicFrameChg>
      </pc:sldChg>
      <pc:sldChg chg="addSp delSp modSp add">
        <pc:chgData name="Tony Toe" userId="8901cf30983edc6b" providerId="LiveId" clId="{C1442F02-3345-4BB8-8B0E-23C8E3F94CAE}" dt="2018-11-07T03:47:43.289" v="1336" actId="11529"/>
        <pc:sldMkLst>
          <pc:docMk/>
          <pc:sldMk cId="224454288" sldId="283"/>
        </pc:sldMkLst>
        <pc:spChg chg="mod">
          <ac:chgData name="Tony Toe" userId="8901cf30983edc6b" providerId="LiveId" clId="{C1442F02-3345-4BB8-8B0E-23C8E3F94CAE}" dt="2018-11-07T03:46:36.728" v="1328" actId="20577"/>
          <ac:spMkLst>
            <pc:docMk/>
            <pc:sldMk cId="224454288" sldId="283"/>
            <ac:spMk id="2" creationId="{8C6843A6-A07F-4D10-A33D-9F9125BB865E}"/>
          </ac:spMkLst>
        </pc:spChg>
        <pc:spChg chg="del">
          <ac:chgData name="Tony Toe" userId="8901cf30983edc6b" providerId="LiveId" clId="{C1442F02-3345-4BB8-8B0E-23C8E3F94CAE}" dt="2018-11-07T03:46:43.888" v="1329" actId="478"/>
          <ac:spMkLst>
            <pc:docMk/>
            <pc:sldMk cId="224454288" sldId="283"/>
            <ac:spMk id="3" creationId="{38B80C75-8FB6-45DE-A341-B20E0A3EE076}"/>
          </ac:spMkLst>
        </pc:spChg>
        <pc:graphicFrameChg chg="add mod modGraphic">
          <ac:chgData name="Tony Toe" userId="8901cf30983edc6b" providerId="LiveId" clId="{C1442F02-3345-4BB8-8B0E-23C8E3F94CAE}" dt="2018-11-07T03:47:31.465" v="1335" actId="1076"/>
          <ac:graphicFrameMkLst>
            <pc:docMk/>
            <pc:sldMk cId="224454288" sldId="283"/>
            <ac:graphicFrameMk id="4" creationId="{195B6503-894C-4CD4-A82B-AC29E1B75DD7}"/>
          </ac:graphicFrameMkLst>
        </pc:graphicFrameChg>
        <pc:cxnChg chg="add mod">
          <ac:chgData name="Tony Toe" userId="8901cf30983edc6b" providerId="LiveId" clId="{C1442F02-3345-4BB8-8B0E-23C8E3F94CAE}" dt="2018-11-07T03:47:43.289" v="1336" actId="11529"/>
          <ac:cxnSpMkLst>
            <pc:docMk/>
            <pc:sldMk cId="224454288" sldId="283"/>
            <ac:cxnSpMk id="6" creationId="{C8ABCF21-64EE-448A-B4E5-CB7B047819F1}"/>
          </ac:cxnSpMkLst>
        </pc:cxnChg>
      </pc:sldChg>
      <pc:sldChg chg="addSp delSp modSp add">
        <pc:chgData name="Tony Toe" userId="8901cf30983edc6b" providerId="LiveId" clId="{C1442F02-3345-4BB8-8B0E-23C8E3F94CAE}" dt="2018-11-07T03:48:44.486" v="1366" actId="11529"/>
        <pc:sldMkLst>
          <pc:docMk/>
          <pc:sldMk cId="1353420490" sldId="284"/>
        </pc:sldMkLst>
        <pc:spChg chg="mod">
          <ac:chgData name="Tony Toe" userId="8901cf30983edc6b" providerId="LiveId" clId="{C1442F02-3345-4BB8-8B0E-23C8E3F94CAE}" dt="2018-11-07T03:48:07.102" v="1359" actId="313"/>
          <ac:spMkLst>
            <pc:docMk/>
            <pc:sldMk cId="1353420490" sldId="284"/>
            <ac:spMk id="2" creationId="{59CC1552-B16F-43C9-96C2-1F34D60FB217}"/>
          </ac:spMkLst>
        </pc:spChg>
        <pc:spChg chg="del">
          <ac:chgData name="Tony Toe" userId="8901cf30983edc6b" providerId="LiveId" clId="{C1442F02-3345-4BB8-8B0E-23C8E3F94CAE}" dt="2018-11-07T03:47:58.512" v="1357" actId="478"/>
          <ac:spMkLst>
            <pc:docMk/>
            <pc:sldMk cId="1353420490" sldId="284"/>
            <ac:spMk id="3" creationId="{FEBD7888-0B1E-4F9A-8969-CCA2CD033303}"/>
          </ac:spMkLst>
        </pc:spChg>
        <pc:graphicFrameChg chg="add mod modGraphic">
          <ac:chgData name="Tony Toe" userId="8901cf30983edc6b" providerId="LiveId" clId="{C1442F02-3345-4BB8-8B0E-23C8E3F94CAE}" dt="2018-11-07T03:48:36.819" v="1365" actId="1076"/>
          <ac:graphicFrameMkLst>
            <pc:docMk/>
            <pc:sldMk cId="1353420490" sldId="284"/>
            <ac:graphicFrameMk id="4" creationId="{2AACF460-ECA9-4BC9-881A-AA8A6D676B32}"/>
          </ac:graphicFrameMkLst>
        </pc:graphicFrameChg>
        <pc:cxnChg chg="add mod">
          <ac:chgData name="Tony Toe" userId="8901cf30983edc6b" providerId="LiveId" clId="{C1442F02-3345-4BB8-8B0E-23C8E3F94CAE}" dt="2018-11-07T03:48:44.486" v="1366" actId="11529"/>
          <ac:cxnSpMkLst>
            <pc:docMk/>
            <pc:sldMk cId="1353420490" sldId="284"/>
            <ac:cxnSpMk id="6" creationId="{5D2B5455-F3D5-4063-8979-A2D587E37E58}"/>
          </ac:cxnSpMkLst>
        </pc:cxnChg>
      </pc:sldChg>
      <pc:sldChg chg="modSp add">
        <pc:chgData name="Tony Toe" userId="8901cf30983edc6b" providerId="LiveId" clId="{C1442F02-3345-4BB8-8B0E-23C8E3F94CAE}" dt="2018-11-07T03:49:15.072" v="1414" actId="20577"/>
        <pc:sldMkLst>
          <pc:docMk/>
          <pc:sldMk cId="842387938" sldId="285"/>
        </pc:sldMkLst>
        <pc:spChg chg="mod">
          <ac:chgData name="Tony Toe" userId="8901cf30983edc6b" providerId="LiveId" clId="{C1442F02-3345-4BB8-8B0E-23C8E3F94CAE}" dt="2018-11-07T03:49:05.617" v="1379" actId="20577"/>
          <ac:spMkLst>
            <pc:docMk/>
            <pc:sldMk cId="842387938" sldId="285"/>
            <ac:spMk id="2" creationId="{87CC4303-961B-4F9E-8A46-0F809C33ED94}"/>
          </ac:spMkLst>
        </pc:spChg>
        <pc:spChg chg="mod">
          <ac:chgData name="Tony Toe" userId="8901cf30983edc6b" providerId="LiveId" clId="{C1442F02-3345-4BB8-8B0E-23C8E3F94CAE}" dt="2018-11-07T03:49:15.072" v="1414" actId="20577"/>
          <ac:spMkLst>
            <pc:docMk/>
            <pc:sldMk cId="842387938" sldId="285"/>
            <ac:spMk id="3" creationId="{D3635190-C5CA-45F1-B3DE-3ED97404023E}"/>
          </ac:spMkLst>
        </pc:spChg>
      </pc:sldChg>
      <pc:sldChg chg="modSp add">
        <pc:chgData name="Tony Toe" userId="8901cf30983edc6b" providerId="LiveId" clId="{C1442F02-3345-4BB8-8B0E-23C8E3F94CAE}" dt="2018-11-09T08:53:22.890" v="1735" actId="20577"/>
        <pc:sldMkLst>
          <pc:docMk/>
          <pc:sldMk cId="1800740791" sldId="286"/>
        </pc:sldMkLst>
        <pc:spChg chg="mod">
          <ac:chgData name="Tony Toe" userId="8901cf30983edc6b" providerId="LiveId" clId="{C1442F02-3345-4BB8-8B0E-23C8E3F94CAE}" dt="2018-11-09T08:51:20.450" v="1552" actId="20577"/>
          <ac:spMkLst>
            <pc:docMk/>
            <pc:sldMk cId="1800740791" sldId="286"/>
            <ac:spMk id="2" creationId="{B5015436-C8EC-4095-8DF1-C55DFC3843E5}"/>
          </ac:spMkLst>
        </pc:spChg>
        <pc:spChg chg="mod">
          <ac:chgData name="Tony Toe" userId="8901cf30983edc6b" providerId="LiveId" clId="{C1442F02-3345-4BB8-8B0E-23C8E3F94CAE}" dt="2018-11-09T08:53:22.890" v="1735" actId="20577"/>
          <ac:spMkLst>
            <pc:docMk/>
            <pc:sldMk cId="1800740791" sldId="286"/>
            <ac:spMk id="3" creationId="{63C27EF6-3248-4E49-A5C5-7826FDFEAB5D}"/>
          </ac:spMkLst>
        </pc:spChg>
      </pc:sldChg>
      <pc:sldMasterChg chg="modSldLayout">
        <pc:chgData name="Tony Toe" userId="8901cf30983edc6b" providerId="LiveId" clId="{C1442F02-3345-4BB8-8B0E-23C8E3F94CAE}" dt="2018-11-07T03:59:46.980" v="1540" actId="20577"/>
        <pc:sldMasterMkLst>
          <pc:docMk/>
          <pc:sldMasterMk cId="236828940" sldId="2147483648"/>
        </pc:sldMasterMkLst>
        <pc:sldLayoutChg chg="addSp">
          <pc:chgData name="Tony Toe" userId="8901cf30983edc6b" providerId="LiveId" clId="{C1442F02-3345-4BB8-8B0E-23C8E3F94CAE}" dt="2018-11-07T03:59:46.980" v="1540" actId="20577"/>
          <pc:sldLayoutMkLst>
            <pc:docMk/>
            <pc:sldMasterMk cId="236828940" sldId="2147483648"/>
            <pc:sldLayoutMk cId="4054162043" sldId="2147483649"/>
          </pc:sldLayoutMkLst>
          <pc:spChg chg="add">
            <ac:chgData name="Tony Toe" userId="8901cf30983edc6b" providerId="LiveId" clId="{C1442F02-3345-4BB8-8B0E-23C8E3F94CAE}" dt="2018-11-07T03:59:46.980" v="1540" actId="20577"/>
            <ac:spMkLst>
              <pc:docMk/>
              <pc:sldMasterMk cId="236828940" sldId="2147483648"/>
              <pc:sldLayoutMk cId="4054162043" sldId="2147483649"/>
              <ac:spMk id="8" creationId="{B9059644-BD68-48DA-B90B-E97D932F04F4}"/>
            </ac:spMkLst>
          </pc:spChg>
          <pc:spChg chg="add">
            <ac:chgData name="Tony Toe" userId="8901cf30983edc6b" providerId="LiveId" clId="{C1442F02-3345-4BB8-8B0E-23C8E3F94CAE}" dt="2018-11-07T03:59:46.980" v="1540" actId="20577"/>
            <ac:spMkLst>
              <pc:docMk/>
              <pc:sldMasterMk cId="236828940" sldId="2147483648"/>
              <pc:sldLayoutMk cId="4054162043" sldId="2147483649"/>
              <ac:spMk id="9" creationId="{3AEF5720-1197-40C8-BFBA-5BF0AC560111}"/>
            </ac:spMkLst>
          </pc:spChg>
          <pc:picChg chg="add">
            <ac:chgData name="Tony Toe" userId="8901cf30983edc6b" providerId="LiveId" clId="{C1442F02-3345-4BB8-8B0E-23C8E3F94CAE}" dt="2018-11-07T03:59:46.980" v="1540" actId="20577"/>
            <ac:picMkLst>
              <pc:docMk/>
              <pc:sldMasterMk cId="236828940" sldId="2147483648"/>
              <pc:sldLayoutMk cId="4054162043" sldId="2147483649"/>
              <ac:picMk id="10" creationId="{81CE94B4-04F5-4161-95DF-2EB53BA97E45}"/>
            </ac:picMkLst>
          </pc:picChg>
          <pc:cxnChg chg="add">
            <ac:chgData name="Tony Toe" userId="8901cf30983edc6b" providerId="LiveId" clId="{C1442F02-3345-4BB8-8B0E-23C8E3F94CAE}" dt="2018-11-07T03:59:46.980" v="1540" actId="20577"/>
            <ac:cxnSpMkLst>
              <pc:docMk/>
              <pc:sldMasterMk cId="236828940" sldId="2147483648"/>
              <pc:sldLayoutMk cId="4054162043" sldId="2147483649"/>
              <ac:cxnSpMk id="7" creationId="{35D354F6-1E43-4FE2-9416-04E184CE86D7}"/>
            </ac:cxnSpMkLst>
          </pc:cxnChg>
        </pc:sldLayoutChg>
        <pc:sldLayoutChg chg="addSp delSp modSp">
          <pc:chgData name="Tony Toe" userId="8901cf30983edc6b" providerId="LiveId" clId="{C1442F02-3345-4BB8-8B0E-23C8E3F94CAE}" dt="2018-11-07T03:59:12.708" v="1539" actId="167"/>
          <pc:sldLayoutMkLst>
            <pc:docMk/>
            <pc:sldMasterMk cId="236828940" sldId="2147483648"/>
            <pc:sldLayoutMk cId="1864361372" sldId="2147483650"/>
          </pc:sldLayoutMkLst>
          <pc:spChg chg="add mod">
            <ac:chgData name="Tony Toe" userId="8901cf30983edc6b" providerId="LiveId" clId="{C1442F02-3345-4BB8-8B0E-23C8E3F94CAE}" dt="2018-11-07T03:56:20.415" v="1462" actId="14100"/>
            <ac:spMkLst>
              <pc:docMk/>
              <pc:sldMasterMk cId="236828940" sldId="2147483648"/>
              <pc:sldLayoutMk cId="1864361372" sldId="2147483650"/>
              <ac:spMk id="9" creationId="{7F2E3DB5-B764-4A40-95A7-3FCFC0735F10}"/>
            </ac:spMkLst>
          </pc:spChg>
          <pc:spChg chg="add mod">
            <ac:chgData name="Tony Toe" userId="8901cf30983edc6b" providerId="LiveId" clId="{C1442F02-3345-4BB8-8B0E-23C8E3F94CAE}" dt="2018-11-07T03:57:48.350" v="1474" actId="14100"/>
            <ac:spMkLst>
              <pc:docMk/>
              <pc:sldMasterMk cId="236828940" sldId="2147483648"/>
              <pc:sldLayoutMk cId="1864361372" sldId="2147483650"/>
              <ac:spMk id="12" creationId="{8DDA959D-3244-40DF-8C39-48899F94628E}"/>
            </ac:spMkLst>
          </pc:spChg>
          <pc:picChg chg="add mod ord">
            <ac:chgData name="Tony Toe" userId="8901cf30983edc6b" providerId="LiveId" clId="{C1442F02-3345-4BB8-8B0E-23C8E3F94CAE}" dt="2018-11-07T03:57:53.712" v="1479" actId="1038"/>
            <ac:picMkLst>
              <pc:docMk/>
              <pc:sldMasterMk cId="236828940" sldId="2147483648"/>
              <pc:sldLayoutMk cId="1864361372" sldId="2147483650"/>
              <ac:picMk id="11" creationId="{0E49D956-4E7D-4FF0-9764-CA5EA52DF041}"/>
            </ac:picMkLst>
          </pc:picChg>
          <pc:cxnChg chg="add del mod">
            <ac:chgData name="Tony Toe" userId="8901cf30983edc6b" providerId="LiveId" clId="{C1442F02-3345-4BB8-8B0E-23C8E3F94CAE}" dt="2018-11-07T03:58:16.759" v="1526" actId="478"/>
            <ac:cxnSpMkLst>
              <pc:docMk/>
              <pc:sldMasterMk cId="236828940" sldId="2147483648"/>
              <pc:sldLayoutMk cId="1864361372" sldId="2147483650"/>
              <ac:cxnSpMk id="14" creationId="{5E4C11DD-567C-46CF-8316-3D294DCDDC45}"/>
            </ac:cxnSpMkLst>
          </pc:cxnChg>
          <pc:cxnChg chg="add mod ord">
            <ac:chgData name="Tony Toe" userId="8901cf30983edc6b" providerId="LiveId" clId="{C1442F02-3345-4BB8-8B0E-23C8E3F94CAE}" dt="2018-11-07T03:59:12.708" v="1539" actId="167"/>
            <ac:cxnSpMkLst>
              <pc:docMk/>
              <pc:sldMasterMk cId="236828940" sldId="2147483648"/>
              <pc:sldLayoutMk cId="1864361372" sldId="2147483650"/>
              <ac:cxnSpMk id="16" creationId="{3572CAD7-C006-4353-A7EB-D4461834FFBC}"/>
            </ac:cxnSpMkLst>
          </pc:cxnChg>
        </pc:sldLayoutChg>
      </pc:sldMasterChg>
    </pc:docChg>
  </pc:docChgLst>
  <pc:docChgLst>
    <pc:chgData name="Marie Chris Soque" userId="9ebdbcbf79932a9a" providerId="LiveId" clId="{42FF80A0-1C15-4979-895D-1CAEF23F9227}"/>
    <pc:docChg chg="undo custSel mod addSld delSld modSld sldOrd modMainMaster">
      <pc:chgData name="Marie Chris Soque" userId="9ebdbcbf79932a9a" providerId="LiveId" clId="{42FF80A0-1C15-4979-895D-1CAEF23F9227}" dt="2020-04-07T08:04:27.531" v="9121" actId="1076"/>
      <pc:docMkLst>
        <pc:docMk/>
      </pc:docMkLst>
      <pc:sldChg chg="modSp">
        <pc:chgData name="Marie Chris Soque" userId="9ebdbcbf79932a9a" providerId="LiveId" clId="{42FF80A0-1C15-4979-895D-1CAEF23F9227}" dt="2020-04-07T05:25:24.533" v="7283" actId="108"/>
        <pc:sldMkLst>
          <pc:docMk/>
          <pc:sldMk cId="93666556" sldId="259"/>
        </pc:sldMkLst>
        <pc:spChg chg="mod">
          <ac:chgData name="Marie Chris Soque" userId="9ebdbcbf79932a9a" providerId="LiveId" clId="{42FF80A0-1C15-4979-895D-1CAEF23F9227}" dt="2020-04-07T05:25:24.533" v="7283" actId="108"/>
          <ac:spMkLst>
            <pc:docMk/>
            <pc:sldMk cId="93666556" sldId="259"/>
            <ac:spMk id="3" creationId="{9CFBBF98-B871-409A-8CB6-BC84E28C7AB4}"/>
          </ac:spMkLst>
        </pc:spChg>
      </pc:sldChg>
      <pc:sldChg chg="addSp modSp mod setBg">
        <pc:chgData name="Marie Chris Soque" userId="9ebdbcbf79932a9a" providerId="LiveId" clId="{42FF80A0-1C15-4979-895D-1CAEF23F9227}" dt="2020-04-07T01:58:02.905" v="122" actId="1076"/>
        <pc:sldMkLst>
          <pc:docMk/>
          <pc:sldMk cId="565728073" sldId="260"/>
        </pc:sldMkLst>
        <pc:spChg chg="mod">
          <ac:chgData name="Marie Chris Soque" userId="9ebdbcbf79932a9a" providerId="LiveId" clId="{42FF80A0-1C15-4979-895D-1CAEF23F9227}" dt="2020-04-07T01:57:55.088" v="121" actId="27636"/>
          <ac:spMkLst>
            <pc:docMk/>
            <pc:sldMk cId="565728073" sldId="260"/>
            <ac:spMk id="2" creationId="{7101BC42-E337-4B6C-9F2A-B6D6890CDB55}"/>
          </ac:spMkLst>
        </pc:spChg>
        <pc:spChg chg="mod">
          <ac:chgData name="Marie Chris Soque" userId="9ebdbcbf79932a9a" providerId="LiveId" clId="{42FF80A0-1C15-4979-895D-1CAEF23F9227}" dt="2020-04-07T01:58:02.905" v="122" actId="1076"/>
          <ac:spMkLst>
            <pc:docMk/>
            <pc:sldMk cId="565728073" sldId="260"/>
            <ac:spMk id="3" creationId="{F06033BC-761E-42FB-A59E-DCF4855E69BF}"/>
          </ac:spMkLst>
        </pc:spChg>
        <pc:spChg chg="add">
          <ac:chgData name="Marie Chris Soque" userId="9ebdbcbf79932a9a" providerId="LiveId" clId="{42FF80A0-1C15-4979-895D-1CAEF23F9227}" dt="2020-04-07T01:56:45.328" v="77" actId="26606"/>
          <ac:spMkLst>
            <pc:docMk/>
            <pc:sldMk cId="565728073" sldId="260"/>
            <ac:spMk id="10" creationId="{2B566528-1B12-4246-9431-5C2D7D081168}"/>
          </ac:spMkLst>
        </pc:spChg>
        <pc:grpChg chg="add">
          <ac:chgData name="Marie Chris Soque" userId="9ebdbcbf79932a9a" providerId="LiveId" clId="{42FF80A0-1C15-4979-895D-1CAEF23F9227}" dt="2020-04-07T01:56:45.328" v="77" actId="26606"/>
          <ac:grpSpMkLst>
            <pc:docMk/>
            <pc:sldMk cId="565728073" sldId="260"/>
            <ac:grpSpMk id="12" creationId="{8E77C8C8-0B5F-40A4-8AE7-665FECB46FFE}"/>
          </ac:grpSpMkLst>
        </pc:grpChg>
        <pc:grpChg chg="add">
          <ac:chgData name="Marie Chris Soque" userId="9ebdbcbf79932a9a" providerId="LiveId" clId="{42FF80A0-1C15-4979-895D-1CAEF23F9227}" dt="2020-04-07T01:56:45.328" v="77" actId="26606"/>
          <ac:grpSpMkLst>
            <pc:docMk/>
            <pc:sldMk cId="565728073" sldId="260"/>
            <ac:grpSpMk id="16" creationId="{3EA7D759-6BEF-4CBD-A325-BCFA77832B3F}"/>
          </ac:grpSpMkLst>
        </pc:grpChg>
        <pc:picChg chg="add">
          <ac:chgData name="Marie Chris Soque" userId="9ebdbcbf79932a9a" providerId="LiveId" clId="{42FF80A0-1C15-4979-895D-1CAEF23F9227}" dt="2020-04-07T01:56:45.328" v="77" actId="26606"/>
          <ac:picMkLst>
            <pc:docMk/>
            <pc:sldMk cId="565728073" sldId="260"/>
            <ac:picMk id="7" creationId="{A409497E-B2BF-4CD3-B1EA-1DB85E8B267E}"/>
          </ac:picMkLst>
        </pc:picChg>
      </pc:sldChg>
      <pc:sldChg chg="modSp add">
        <pc:chgData name="Marie Chris Soque" userId="9ebdbcbf79932a9a" providerId="LiveId" clId="{42FF80A0-1C15-4979-895D-1CAEF23F9227}" dt="2020-04-07T02:08:51.492" v="418" actId="20577"/>
        <pc:sldMkLst>
          <pc:docMk/>
          <pc:sldMk cId="1919798364" sldId="261"/>
        </pc:sldMkLst>
        <pc:spChg chg="mod">
          <ac:chgData name="Marie Chris Soque" userId="9ebdbcbf79932a9a" providerId="LiveId" clId="{42FF80A0-1C15-4979-895D-1CAEF23F9227}" dt="2020-04-07T02:08:51.492" v="418" actId="20577"/>
          <ac:spMkLst>
            <pc:docMk/>
            <pc:sldMk cId="1919798364" sldId="261"/>
            <ac:spMk id="3" creationId="{F06033BC-761E-42FB-A59E-DCF4855E69BF}"/>
          </ac:spMkLst>
        </pc:spChg>
      </pc:sldChg>
      <pc:sldChg chg="add del">
        <pc:chgData name="Marie Chris Soque" userId="9ebdbcbf79932a9a" providerId="LiveId" clId="{42FF80A0-1C15-4979-895D-1CAEF23F9227}" dt="2020-04-07T01:58:44.760" v="124" actId="47"/>
        <pc:sldMkLst>
          <pc:docMk/>
          <pc:sldMk cId="2495055572" sldId="261"/>
        </pc:sldMkLst>
      </pc:sldChg>
      <pc:sldChg chg="addSp delSp modSp add mod setBg">
        <pc:chgData name="Marie Chris Soque" userId="9ebdbcbf79932a9a" providerId="LiveId" clId="{42FF80A0-1C15-4979-895D-1CAEF23F9227}" dt="2020-04-07T05:27:07.603" v="7296" actId="207"/>
        <pc:sldMkLst>
          <pc:docMk/>
          <pc:sldMk cId="3058560504" sldId="262"/>
        </pc:sldMkLst>
        <pc:spChg chg="mod">
          <ac:chgData name="Marie Chris Soque" userId="9ebdbcbf79932a9a" providerId="LiveId" clId="{42FF80A0-1C15-4979-895D-1CAEF23F9227}" dt="2020-04-07T02:16:23.979" v="480" actId="14100"/>
          <ac:spMkLst>
            <pc:docMk/>
            <pc:sldMk cId="3058560504" sldId="262"/>
            <ac:spMk id="2" creationId="{A0E47F22-7227-4C1E-87D7-8C9D4093A1DF}"/>
          </ac:spMkLst>
        </pc:spChg>
        <pc:spChg chg="del mod">
          <ac:chgData name="Marie Chris Soque" userId="9ebdbcbf79932a9a" providerId="LiveId" clId="{42FF80A0-1C15-4979-895D-1CAEF23F9227}" dt="2020-04-07T02:16:04.477" v="475" actId="26606"/>
          <ac:spMkLst>
            <pc:docMk/>
            <pc:sldMk cId="3058560504" sldId="262"/>
            <ac:spMk id="3" creationId="{AF3CEF2C-7DBE-4A50-8A14-24A5C105C655}"/>
          </ac:spMkLst>
        </pc:spChg>
        <pc:spChg chg="add mod">
          <ac:chgData name="Marie Chris Soque" userId="9ebdbcbf79932a9a" providerId="LiveId" clId="{42FF80A0-1C15-4979-895D-1CAEF23F9227}" dt="2020-04-07T05:27:07.603" v="7296" actId="207"/>
          <ac:spMkLst>
            <pc:docMk/>
            <pc:sldMk cId="3058560504" sldId="262"/>
            <ac:spMk id="4" creationId="{08EBE83A-F0DE-4587-9F66-CDC297BBC869}"/>
          </ac:spMkLst>
        </pc:spChg>
        <pc:spChg chg="add del">
          <ac:chgData name="Marie Chris Soque" userId="9ebdbcbf79932a9a" providerId="LiveId" clId="{42FF80A0-1C15-4979-895D-1CAEF23F9227}" dt="2020-04-07T02:16:15.918" v="478" actId="26606"/>
          <ac:spMkLst>
            <pc:docMk/>
            <pc:sldMk cId="3058560504" sldId="262"/>
            <ac:spMk id="10" creationId="{46C2E80F-49A6-4372-B103-219D417A55ED}"/>
          </ac:spMkLst>
        </pc:spChg>
        <pc:graphicFrameChg chg="add mod modGraphic">
          <ac:chgData name="Marie Chris Soque" userId="9ebdbcbf79932a9a" providerId="LiveId" clId="{42FF80A0-1C15-4979-895D-1CAEF23F9227}" dt="2020-04-07T03:24:46.976" v="2608" actId="1076"/>
          <ac:graphicFrameMkLst>
            <pc:docMk/>
            <pc:sldMk cId="3058560504" sldId="262"/>
            <ac:graphicFrameMk id="5" creationId="{1ADC0449-8735-430D-8327-730A0EDBEC93}"/>
          </ac:graphicFrameMkLst>
        </pc:graphicFrameChg>
      </pc:sldChg>
      <pc:sldChg chg="addSp delSp modSp add mod setBg">
        <pc:chgData name="Marie Chris Soque" userId="9ebdbcbf79932a9a" providerId="LiveId" clId="{42FF80A0-1C15-4979-895D-1CAEF23F9227}" dt="2020-04-07T05:28:06.652" v="7309" actId="1076"/>
        <pc:sldMkLst>
          <pc:docMk/>
          <pc:sldMk cId="3461407556" sldId="263"/>
        </pc:sldMkLst>
        <pc:spChg chg="mod ord">
          <ac:chgData name="Marie Chris Soque" userId="9ebdbcbf79932a9a" providerId="LiveId" clId="{42FF80A0-1C15-4979-895D-1CAEF23F9227}" dt="2020-04-07T05:28:00.015" v="7306" actId="1076"/>
          <ac:spMkLst>
            <pc:docMk/>
            <pc:sldMk cId="3461407556" sldId="263"/>
            <ac:spMk id="2" creationId="{9599CB54-6C9D-41E0-9A41-4AE9FBBD56AA}"/>
          </ac:spMkLst>
        </pc:spChg>
        <pc:spChg chg="del">
          <ac:chgData name="Marie Chris Soque" userId="9ebdbcbf79932a9a" providerId="LiveId" clId="{42FF80A0-1C15-4979-895D-1CAEF23F9227}" dt="2020-04-07T02:16:41.823" v="503" actId="478"/>
          <ac:spMkLst>
            <pc:docMk/>
            <pc:sldMk cId="3461407556" sldId="263"/>
            <ac:spMk id="3" creationId="{EDCA4F2F-3209-4906-8406-A0400B0E6FAF}"/>
          </ac:spMkLst>
        </pc:spChg>
        <pc:spChg chg="add mod">
          <ac:chgData name="Marie Chris Soque" userId="9ebdbcbf79932a9a" providerId="LiveId" clId="{42FF80A0-1C15-4979-895D-1CAEF23F9227}" dt="2020-04-07T05:28:06.652" v="7309" actId="1076"/>
          <ac:spMkLst>
            <pc:docMk/>
            <pc:sldMk cId="3461407556" sldId="263"/>
            <ac:spMk id="4" creationId="{550D50AA-F4DB-48B5-8469-10088C37AA31}"/>
          </ac:spMkLst>
        </pc:spChg>
        <pc:spChg chg="add mod">
          <ac:chgData name="Marie Chris Soque" userId="9ebdbcbf79932a9a" providerId="LiveId" clId="{42FF80A0-1C15-4979-895D-1CAEF23F9227}" dt="2020-04-07T05:27:52.935" v="7305" actId="1076"/>
          <ac:spMkLst>
            <pc:docMk/>
            <pc:sldMk cId="3461407556" sldId="263"/>
            <ac:spMk id="5" creationId="{36084F20-AB3D-4B74-BD0C-9F61A924FE5B}"/>
          </ac:spMkLst>
        </pc:spChg>
        <pc:picChg chg="add del">
          <ac:chgData name="Marie Chris Soque" userId="9ebdbcbf79932a9a" providerId="LiveId" clId="{42FF80A0-1C15-4979-895D-1CAEF23F9227}" dt="2020-04-07T02:17:09.592" v="505" actId="478"/>
          <ac:picMkLst>
            <pc:docMk/>
            <pc:sldMk cId="3461407556" sldId="263"/>
            <ac:picMk id="1026" creationId="{56CA4B4F-C7F3-423B-8963-72FB5410CE93}"/>
          </ac:picMkLst>
        </pc:picChg>
        <pc:picChg chg="add del mod">
          <ac:chgData name="Marie Chris Soque" userId="9ebdbcbf79932a9a" providerId="LiveId" clId="{42FF80A0-1C15-4979-895D-1CAEF23F9227}" dt="2020-04-07T02:17:52.349" v="510" actId="478"/>
          <ac:picMkLst>
            <pc:docMk/>
            <pc:sldMk cId="3461407556" sldId="263"/>
            <ac:picMk id="1028" creationId="{8C6FC4B2-B0C0-439E-8474-6E01C3B04C96}"/>
          </ac:picMkLst>
        </pc:picChg>
        <pc:picChg chg="add del mod">
          <ac:chgData name="Marie Chris Soque" userId="9ebdbcbf79932a9a" providerId="LiveId" clId="{42FF80A0-1C15-4979-895D-1CAEF23F9227}" dt="2020-04-07T02:18:41.521" v="516" actId="478"/>
          <ac:picMkLst>
            <pc:docMk/>
            <pc:sldMk cId="3461407556" sldId="263"/>
            <ac:picMk id="1030" creationId="{43899CBF-B3BF-4616-BFEC-910627EA4B77}"/>
          </ac:picMkLst>
        </pc:picChg>
        <pc:picChg chg="add del mod">
          <ac:chgData name="Marie Chris Soque" userId="9ebdbcbf79932a9a" providerId="LiveId" clId="{42FF80A0-1C15-4979-895D-1CAEF23F9227}" dt="2020-04-07T02:22:12.730" v="544" actId="478"/>
          <ac:picMkLst>
            <pc:docMk/>
            <pc:sldMk cId="3461407556" sldId="263"/>
            <ac:picMk id="1032" creationId="{13C44042-BF9F-40BB-A86A-C2EE26C8FB44}"/>
          </ac:picMkLst>
        </pc:picChg>
        <pc:picChg chg="add mod">
          <ac:chgData name="Marie Chris Soque" userId="9ebdbcbf79932a9a" providerId="LiveId" clId="{42FF80A0-1C15-4979-895D-1CAEF23F9227}" dt="2020-04-07T05:28:02.609" v="7308" actId="1076"/>
          <ac:picMkLst>
            <pc:docMk/>
            <pc:sldMk cId="3461407556" sldId="263"/>
            <ac:picMk id="1034" creationId="{30F58BD5-E58F-46FC-80BC-7BB602B20765}"/>
          </ac:picMkLst>
        </pc:picChg>
      </pc:sldChg>
      <pc:sldChg chg="modSp add">
        <pc:chgData name="Marie Chris Soque" userId="9ebdbcbf79932a9a" providerId="LiveId" clId="{42FF80A0-1C15-4979-895D-1CAEF23F9227}" dt="2020-04-07T02:29:23.187" v="799" actId="20577"/>
        <pc:sldMkLst>
          <pc:docMk/>
          <pc:sldMk cId="2547927662" sldId="264"/>
        </pc:sldMkLst>
        <pc:spChg chg="mod">
          <ac:chgData name="Marie Chris Soque" userId="9ebdbcbf79932a9a" providerId="LiveId" clId="{42FF80A0-1C15-4979-895D-1CAEF23F9227}" dt="2020-04-07T02:29:20.896" v="797" actId="20577"/>
          <ac:spMkLst>
            <pc:docMk/>
            <pc:sldMk cId="2547927662" sldId="264"/>
            <ac:spMk id="2" creationId="{26AD339F-CD4B-4FCC-AADD-4449CCA42FB7}"/>
          </ac:spMkLst>
        </pc:spChg>
        <pc:spChg chg="mod">
          <ac:chgData name="Marie Chris Soque" userId="9ebdbcbf79932a9a" providerId="LiveId" clId="{42FF80A0-1C15-4979-895D-1CAEF23F9227}" dt="2020-04-07T02:29:23.187" v="799" actId="20577"/>
          <ac:spMkLst>
            <pc:docMk/>
            <pc:sldMk cId="2547927662" sldId="264"/>
            <ac:spMk id="3" creationId="{1040C2EB-69A2-43FE-875B-BD02C0C4F430}"/>
          </ac:spMkLst>
        </pc:spChg>
      </pc:sldChg>
      <pc:sldChg chg="addSp delSp modSp add mod setBg setClrOvrMap">
        <pc:chgData name="Marie Chris Soque" userId="9ebdbcbf79932a9a" providerId="LiveId" clId="{42FF80A0-1C15-4979-895D-1CAEF23F9227}" dt="2020-04-07T05:31:05.114" v="7365" actId="1076"/>
        <pc:sldMkLst>
          <pc:docMk/>
          <pc:sldMk cId="613314253" sldId="265"/>
        </pc:sldMkLst>
        <pc:spChg chg="mod ord">
          <ac:chgData name="Marie Chris Soque" userId="9ebdbcbf79932a9a" providerId="LiveId" clId="{42FF80A0-1C15-4979-895D-1CAEF23F9227}" dt="2020-04-07T05:30:29.335" v="7353" actId="207"/>
          <ac:spMkLst>
            <pc:docMk/>
            <pc:sldMk cId="613314253" sldId="265"/>
            <ac:spMk id="2" creationId="{B71ED486-BABA-401D-96BC-55276ADC62EA}"/>
          </ac:spMkLst>
        </pc:spChg>
        <pc:spChg chg="mod ord">
          <ac:chgData name="Marie Chris Soque" userId="9ebdbcbf79932a9a" providerId="LiveId" clId="{42FF80A0-1C15-4979-895D-1CAEF23F9227}" dt="2020-04-07T05:30:14.634" v="7346" actId="1076"/>
          <ac:spMkLst>
            <pc:docMk/>
            <pc:sldMk cId="613314253" sldId="265"/>
            <ac:spMk id="3" creationId="{8AF1F16F-92A0-43A0-BD93-85609F44D430}"/>
          </ac:spMkLst>
        </pc:spChg>
        <pc:spChg chg="add mod">
          <ac:chgData name="Marie Chris Soque" userId="9ebdbcbf79932a9a" providerId="LiveId" clId="{42FF80A0-1C15-4979-895D-1CAEF23F9227}" dt="2020-04-07T05:31:05.114" v="7365" actId="1076"/>
          <ac:spMkLst>
            <pc:docMk/>
            <pc:sldMk cId="613314253" sldId="265"/>
            <ac:spMk id="14" creationId="{C92C4C19-9522-43D1-A28E-4B1765BB46FF}"/>
          </ac:spMkLst>
        </pc:spChg>
        <pc:spChg chg="add del">
          <ac:chgData name="Marie Chris Soque" userId="9ebdbcbf79932a9a" providerId="LiveId" clId="{42FF80A0-1C15-4979-895D-1CAEF23F9227}" dt="2020-04-07T02:35:29.562" v="1001" actId="26606"/>
          <ac:spMkLst>
            <pc:docMk/>
            <pc:sldMk cId="613314253" sldId="265"/>
            <ac:spMk id="71" creationId="{D4993743-B10A-433C-9996-3035D2C3ABC6}"/>
          </ac:spMkLst>
        </pc:spChg>
        <pc:spChg chg="add del">
          <ac:chgData name="Marie Chris Soque" userId="9ebdbcbf79932a9a" providerId="LiveId" clId="{42FF80A0-1C15-4979-895D-1CAEF23F9227}" dt="2020-04-07T02:35:29.562" v="1001" actId="26606"/>
          <ac:spMkLst>
            <pc:docMk/>
            <pc:sldMk cId="613314253" sldId="265"/>
            <ac:spMk id="73" creationId="{BB3B8946-A0AA-42D4-8A24-639DC6EA170E}"/>
          </ac:spMkLst>
        </pc:spChg>
        <pc:spChg chg="add del">
          <ac:chgData name="Marie Chris Soque" userId="9ebdbcbf79932a9a" providerId="LiveId" clId="{42FF80A0-1C15-4979-895D-1CAEF23F9227}" dt="2020-04-07T02:35:29.562" v="1001" actId="26606"/>
          <ac:spMkLst>
            <pc:docMk/>
            <pc:sldMk cId="613314253" sldId="265"/>
            <ac:spMk id="75" creationId="{AB1038E6-06EF-4DCB-B52E-D3825C50F7C6}"/>
          </ac:spMkLst>
        </pc:spChg>
        <pc:spChg chg="add del">
          <ac:chgData name="Marie Chris Soque" userId="9ebdbcbf79932a9a" providerId="LiveId" clId="{42FF80A0-1C15-4979-895D-1CAEF23F9227}" dt="2020-04-07T02:35:29.562" v="1001" actId="26606"/>
          <ac:spMkLst>
            <pc:docMk/>
            <pc:sldMk cId="613314253" sldId="265"/>
            <ac:spMk id="77" creationId="{5C7EF35C-8B7D-4026-8F09-8B2B2250579B}"/>
          </ac:spMkLst>
        </pc:spChg>
        <pc:spChg chg="add del">
          <ac:chgData name="Marie Chris Soque" userId="9ebdbcbf79932a9a" providerId="LiveId" clId="{42FF80A0-1C15-4979-895D-1CAEF23F9227}" dt="2020-04-07T02:35:29.562" v="1001" actId="26606"/>
          <ac:spMkLst>
            <pc:docMk/>
            <pc:sldMk cId="613314253" sldId="265"/>
            <ac:spMk id="79" creationId="{5F24A71D-C0A9-49AC-B2D1-5A9EA2BD383E}"/>
          </ac:spMkLst>
        </pc:spChg>
        <pc:spChg chg="add del">
          <ac:chgData name="Marie Chris Soque" userId="9ebdbcbf79932a9a" providerId="LiveId" clId="{42FF80A0-1C15-4979-895D-1CAEF23F9227}" dt="2020-04-07T02:35:29.562" v="1001" actId="26606"/>
          <ac:spMkLst>
            <pc:docMk/>
            <pc:sldMk cId="613314253" sldId="265"/>
            <ac:spMk id="81" creationId="{14280C55-570C-4284-9850-B2BA33DB6726}"/>
          </ac:spMkLst>
        </pc:spChg>
        <pc:spChg chg="add del">
          <ac:chgData name="Marie Chris Soque" userId="9ebdbcbf79932a9a" providerId="LiveId" clId="{42FF80A0-1C15-4979-895D-1CAEF23F9227}" dt="2020-04-07T02:37:18.415" v="1013" actId="26606"/>
          <ac:spMkLst>
            <pc:docMk/>
            <pc:sldMk cId="613314253" sldId="265"/>
            <ac:spMk id="83" creationId="{08108C16-F4C0-44AA-999D-17BD39219B24}"/>
          </ac:spMkLst>
        </pc:spChg>
        <pc:spChg chg="add del">
          <ac:chgData name="Marie Chris Soque" userId="9ebdbcbf79932a9a" providerId="LiveId" clId="{42FF80A0-1C15-4979-895D-1CAEF23F9227}" dt="2020-04-07T02:37:18.415" v="1013" actId="26606"/>
          <ac:spMkLst>
            <pc:docMk/>
            <pc:sldMk cId="613314253" sldId="265"/>
            <ac:spMk id="85" creationId="{C8F10CB3-3B5E-4C7A-98CF-B87454DDFA39}"/>
          </ac:spMkLst>
        </pc:spChg>
        <pc:spChg chg="add">
          <ac:chgData name="Marie Chris Soque" userId="9ebdbcbf79932a9a" providerId="LiveId" clId="{42FF80A0-1C15-4979-895D-1CAEF23F9227}" dt="2020-04-07T02:37:41.402" v="1025" actId="26606"/>
          <ac:spMkLst>
            <pc:docMk/>
            <pc:sldMk cId="613314253" sldId="265"/>
            <ac:spMk id="86" creationId="{9425D4AB-CD98-4DD6-9398-3C8961DE032F}"/>
          </ac:spMkLst>
        </pc:spChg>
        <pc:spChg chg="add">
          <ac:chgData name="Marie Chris Soque" userId="9ebdbcbf79932a9a" providerId="LiveId" clId="{42FF80A0-1C15-4979-895D-1CAEF23F9227}" dt="2020-04-07T02:37:41.402" v="1025" actId="26606"/>
          <ac:spMkLst>
            <pc:docMk/>
            <pc:sldMk cId="613314253" sldId="265"/>
            <ac:spMk id="90" creationId="{D8B47C9F-A960-4902-8507-38F18DD3D00E}"/>
          </ac:spMkLst>
        </pc:spChg>
        <pc:spChg chg="add">
          <ac:chgData name="Marie Chris Soque" userId="9ebdbcbf79932a9a" providerId="LiveId" clId="{42FF80A0-1C15-4979-895D-1CAEF23F9227}" dt="2020-04-07T02:37:41.402" v="1025" actId="26606"/>
          <ac:spMkLst>
            <pc:docMk/>
            <pc:sldMk cId="613314253" sldId="265"/>
            <ac:spMk id="92" creationId="{D4E15E95-445D-4A45-BC1E-8468CE17050B}"/>
          </ac:spMkLst>
        </pc:spChg>
        <pc:spChg chg="add">
          <ac:chgData name="Marie Chris Soque" userId="9ebdbcbf79932a9a" providerId="LiveId" clId="{42FF80A0-1C15-4979-895D-1CAEF23F9227}" dt="2020-04-07T02:37:41.402" v="1025" actId="26606"/>
          <ac:spMkLst>
            <pc:docMk/>
            <pc:sldMk cId="613314253" sldId="265"/>
            <ac:spMk id="94" creationId="{133B9781-B73C-44F8-97CB-D1807A63BB41}"/>
          </ac:spMkLst>
        </pc:spChg>
        <pc:spChg chg="add">
          <ac:chgData name="Marie Chris Soque" userId="9ebdbcbf79932a9a" providerId="LiveId" clId="{42FF80A0-1C15-4979-895D-1CAEF23F9227}" dt="2020-04-07T02:37:41.402" v="1025" actId="26606"/>
          <ac:spMkLst>
            <pc:docMk/>
            <pc:sldMk cId="613314253" sldId="265"/>
            <ac:spMk id="96" creationId="{1FCEDCAD-7B1A-4AE2-818E-D93A48758C20}"/>
          </ac:spMkLst>
        </pc:spChg>
        <pc:spChg chg="add del">
          <ac:chgData name="Marie Chris Soque" userId="9ebdbcbf79932a9a" providerId="LiveId" clId="{42FF80A0-1C15-4979-895D-1CAEF23F9227}" dt="2020-04-07T02:37:18.415" v="1013" actId="26606"/>
          <ac:spMkLst>
            <pc:docMk/>
            <pc:sldMk cId="613314253" sldId="265"/>
            <ac:spMk id="2062" creationId="{07977D39-626F-40D7-B00F-16E02602DD5A}"/>
          </ac:spMkLst>
        </pc:spChg>
        <pc:spChg chg="add del">
          <ac:chgData name="Marie Chris Soque" userId="9ebdbcbf79932a9a" providerId="LiveId" clId="{42FF80A0-1C15-4979-895D-1CAEF23F9227}" dt="2020-04-07T02:37:18.415" v="1013" actId="26606"/>
          <ac:spMkLst>
            <pc:docMk/>
            <pc:sldMk cId="613314253" sldId="265"/>
            <ac:spMk id="2063" creationId="{B905CDE4-B751-4B3E-B625-6E59F8903414}"/>
          </ac:spMkLst>
        </pc:spChg>
        <pc:picChg chg="add mod ord">
          <ac:chgData name="Marie Chris Soque" userId="9ebdbcbf79932a9a" providerId="LiveId" clId="{42FF80A0-1C15-4979-895D-1CAEF23F9227}" dt="2020-04-07T02:37:41.402" v="1026" actId="27636"/>
          <ac:picMkLst>
            <pc:docMk/>
            <pc:sldMk cId="613314253" sldId="265"/>
            <ac:picMk id="6" creationId="{10C56EBC-A13C-4817-B5F6-6755E48B8F19}"/>
          </ac:picMkLst>
        </pc:picChg>
        <pc:picChg chg="add">
          <ac:chgData name="Marie Chris Soque" userId="9ebdbcbf79932a9a" providerId="LiveId" clId="{42FF80A0-1C15-4979-895D-1CAEF23F9227}" dt="2020-04-07T02:37:41.402" v="1025" actId="26606"/>
          <ac:picMkLst>
            <pc:docMk/>
            <pc:sldMk cId="613314253" sldId="265"/>
            <ac:picMk id="88" creationId="{97818316-E7CB-4E73-AF79-E9CAB873E723}"/>
          </ac:picMkLst>
        </pc:picChg>
        <pc:picChg chg="add mod ord">
          <ac:chgData name="Marie Chris Soque" userId="9ebdbcbf79932a9a" providerId="LiveId" clId="{42FF80A0-1C15-4979-895D-1CAEF23F9227}" dt="2020-04-07T02:37:41.402" v="1025" actId="26606"/>
          <ac:picMkLst>
            <pc:docMk/>
            <pc:sldMk cId="613314253" sldId="265"/>
            <ac:picMk id="2050" creationId="{AF7E24FC-7B59-4A14-8A15-4D6C4DBA9483}"/>
          </ac:picMkLst>
        </pc:picChg>
        <pc:picChg chg="add del mod">
          <ac:chgData name="Marie Chris Soque" userId="9ebdbcbf79932a9a" providerId="LiveId" clId="{42FF80A0-1C15-4979-895D-1CAEF23F9227}" dt="2020-04-07T02:34:59.868" v="995" actId="478"/>
          <ac:picMkLst>
            <pc:docMk/>
            <pc:sldMk cId="613314253" sldId="265"/>
            <ac:picMk id="2052" creationId="{E6222460-757C-48B8-8E9F-2B6A09EC7D33}"/>
          </ac:picMkLst>
        </pc:picChg>
        <pc:picChg chg="add del">
          <ac:chgData name="Marie Chris Soque" userId="9ebdbcbf79932a9a" providerId="LiveId" clId="{42FF80A0-1C15-4979-895D-1CAEF23F9227}" dt="2020-04-07T02:36:30.102" v="1003" actId="478"/>
          <ac:picMkLst>
            <pc:docMk/>
            <pc:sldMk cId="613314253" sldId="265"/>
            <ac:picMk id="2054" creationId="{B2447E7D-0E89-4704-821D-51E992D15051}"/>
          </ac:picMkLst>
        </pc:picChg>
        <pc:picChg chg="add mod ord">
          <ac:chgData name="Marie Chris Soque" userId="9ebdbcbf79932a9a" providerId="LiveId" clId="{42FF80A0-1C15-4979-895D-1CAEF23F9227}" dt="2020-04-07T02:37:41.402" v="1025" actId="26606"/>
          <ac:picMkLst>
            <pc:docMk/>
            <pc:sldMk cId="613314253" sldId="265"/>
            <ac:picMk id="2056" creationId="{BD87CE4C-C036-446D-B3CA-67B352664A7D}"/>
          </ac:picMkLst>
        </pc:picChg>
        <pc:picChg chg="add mod">
          <ac:chgData name="Marie Chris Soque" userId="9ebdbcbf79932a9a" providerId="LiveId" clId="{42FF80A0-1C15-4979-895D-1CAEF23F9227}" dt="2020-04-07T02:37:41.402" v="1025" actId="26606"/>
          <ac:picMkLst>
            <pc:docMk/>
            <pc:sldMk cId="613314253" sldId="265"/>
            <ac:picMk id="2058" creationId="{8C77D01A-9E00-4BEF-B01E-4677621BCC0A}"/>
          </ac:picMkLst>
        </pc:picChg>
        <pc:picChg chg="add del">
          <ac:chgData name="Marie Chris Soque" userId="9ebdbcbf79932a9a" providerId="LiveId" clId="{42FF80A0-1C15-4979-895D-1CAEF23F9227}" dt="2020-04-07T02:37:15.184" v="1011" actId="26606"/>
          <ac:picMkLst>
            <pc:docMk/>
            <pc:sldMk cId="613314253" sldId="265"/>
            <ac:picMk id="2060" creationId="{D198BA7A-A80E-4128-8A01-0F5D26B880FF}"/>
          </ac:picMkLst>
        </pc:picChg>
        <pc:picChg chg="add del">
          <ac:chgData name="Marie Chris Soque" userId="9ebdbcbf79932a9a" providerId="LiveId" clId="{42FF80A0-1C15-4979-895D-1CAEF23F9227}" dt="2020-04-07T02:37:41.402" v="1025" actId="26606"/>
          <ac:picMkLst>
            <pc:docMk/>
            <pc:sldMk cId="613314253" sldId="265"/>
            <ac:picMk id="2065" creationId="{8557749F-B943-4D30-8F08-8AA92F25A8AF}"/>
          </ac:picMkLst>
        </pc:picChg>
      </pc:sldChg>
      <pc:sldChg chg="addSp delSp modSp add">
        <pc:chgData name="Marie Chris Soque" userId="9ebdbcbf79932a9a" providerId="LiveId" clId="{42FF80A0-1C15-4979-895D-1CAEF23F9227}" dt="2020-04-07T05:26:52.706" v="7293" actId="207"/>
        <pc:sldMkLst>
          <pc:docMk/>
          <pc:sldMk cId="2241245597" sldId="266"/>
        </pc:sldMkLst>
        <pc:spChg chg="mod">
          <ac:chgData name="Marie Chris Soque" userId="9ebdbcbf79932a9a" providerId="LiveId" clId="{42FF80A0-1C15-4979-895D-1CAEF23F9227}" dt="2020-04-07T05:26:52.706" v="7293" actId="207"/>
          <ac:spMkLst>
            <pc:docMk/>
            <pc:sldMk cId="2241245597" sldId="266"/>
            <ac:spMk id="2" creationId="{9542718B-699E-459E-B7E5-8D94B0759AA5}"/>
          </ac:spMkLst>
        </pc:spChg>
        <pc:spChg chg="del mod">
          <ac:chgData name="Marie Chris Soque" userId="9ebdbcbf79932a9a" providerId="LiveId" clId="{42FF80A0-1C15-4979-895D-1CAEF23F9227}" dt="2020-04-07T02:39:14.372" v="1116" actId="478"/>
          <ac:spMkLst>
            <pc:docMk/>
            <pc:sldMk cId="2241245597" sldId="266"/>
            <ac:spMk id="3" creationId="{D5F340A5-D81D-482B-BBC0-0BC1620ED06F}"/>
          </ac:spMkLst>
        </pc:spChg>
        <pc:spChg chg="add">
          <ac:chgData name="Marie Chris Soque" userId="9ebdbcbf79932a9a" providerId="LiveId" clId="{42FF80A0-1C15-4979-895D-1CAEF23F9227}" dt="2020-04-07T05:26:29.756" v="7287"/>
          <ac:spMkLst>
            <pc:docMk/>
            <pc:sldMk cId="2241245597" sldId="266"/>
            <ac:spMk id="4" creationId="{41107D56-8DE0-494E-A01E-996CB03297E3}"/>
          </ac:spMkLst>
        </pc:spChg>
        <pc:spChg chg="add del mod">
          <ac:chgData name="Marie Chris Soque" userId="9ebdbcbf79932a9a" providerId="LiveId" clId="{42FF80A0-1C15-4979-895D-1CAEF23F9227}" dt="2020-04-07T02:39:16.380" v="1117" actId="478"/>
          <ac:spMkLst>
            <pc:docMk/>
            <pc:sldMk cId="2241245597" sldId="266"/>
            <ac:spMk id="5" creationId="{77FA0844-0DB5-486A-A5B2-2103BFD25958}"/>
          </ac:spMkLst>
        </pc:spChg>
        <pc:spChg chg="add mod">
          <ac:chgData name="Marie Chris Soque" userId="9ebdbcbf79932a9a" providerId="LiveId" clId="{42FF80A0-1C15-4979-895D-1CAEF23F9227}" dt="2020-04-07T05:26:15.363" v="7284" actId="1076"/>
          <ac:spMkLst>
            <pc:docMk/>
            <pc:sldMk cId="2241245597" sldId="266"/>
            <ac:spMk id="6" creationId="{0EE7C267-54DA-4464-8024-AEEF1CA2B1D8}"/>
          </ac:spMkLst>
        </pc:spChg>
      </pc:sldChg>
      <pc:sldChg chg="addSp delSp modSp add mod ord setBg">
        <pc:chgData name="Marie Chris Soque" userId="9ebdbcbf79932a9a" providerId="LiveId" clId="{42FF80A0-1C15-4979-895D-1CAEF23F9227}" dt="2020-04-07T05:29:00.709" v="7323" actId="1076"/>
        <pc:sldMkLst>
          <pc:docMk/>
          <pc:sldMk cId="2627885705" sldId="267"/>
        </pc:sldMkLst>
        <pc:spChg chg="mod">
          <ac:chgData name="Marie Chris Soque" userId="9ebdbcbf79932a9a" providerId="LiveId" clId="{42FF80A0-1C15-4979-895D-1CAEF23F9227}" dt="2020-04-07T05:28:56.329" v="7322" actId="1076"/>
          <ac:spMkLst>
            <pc:docMk/>
            <pc:sldMk cId="2627885705" sldId="267"/>
            <ac:spMk id="2" creationId="{18805E90-4CAA-44DB-9673-80F4610D4B2D}"/>
          </ac:spMkLst>
        </pc:spChg>
        <pc:spChg chg="add del mod">
          <ac:chgData name="Marie Chris Soque" userId="9ebdbcbf79932a9a" providerId="LiveId" clId="{42FF80A0-1C15-4979-895D-1CAEF23F9227}" dt="2020-04-07T02:57:33.202" v="1994" actId="26606"/>
          <ac:spMkLst>
            <pc:docMk/>
            <pc:sldMk cId="2627885705" sldId="267"/>
            <ac:spMk id="3" creationId="{C46E9A90-6F6D-4B16-BD91-7E38F9105468}"/>
          </ac:spMkLst>
        </pc:spChg>
        <pc:spChg chg="add mod">
          <ac:chgData name="Marie Chris Soque" userId="9ebdbcbf79932a9a" providerId="LiveId" clId="{42FF80A0-1C15-4979-895D-1CAEF23F9227}" dt="2020-04-07T05:29:00.709" v="7323" actId="1076"/>
          <ac:spMkLst>
            <pc:docMk/>
            <pc:sldMk cId="2627885705" sldId="267"/>
            <ac:spMk id="8" creationId="{D33DC46F-523C-4195-AFA4-06C825EC1ADF}"/>
          </ac:spMkLst>
        </pc:spChg>
        <pc:spChg chg="add del">
          <ac:chgData name="Marie Chris Soque" userId="9ebdbcbf79932a9a" providerId="LiveId" clId="{42FF80A0-1C15-4979-895D-1CAEF23F9227}" dt="2020-04-07T02:57:28.330" v="1991" actId="26606"/>
          <ac:spMkLst>
            <pc:docMk/>
            <pc:sldMk cId="2627885705" sldId="267"/>
            <ac:spMk id="10" creationId="{73DE2CFE-42F2-48F0-8706-5264E012B10C}"/>
          </ac:spMkLst>
        </pc:spChg>
        <pc:spChg chg="add del">
          <ac:chgData name="Marie Chris Soque" userId="9ebdbcbf79932a9a" providerId="LiveId" clId="{42FF80A0-1C15-4979-895D-1CAEF23F9227}" dt="2020-04-07T02:57:33.171" v="1993" actId="26606"/>
          <ac:spMkLst>
            <pc:docMk/>
            <pc:sldMk cId="2627885705" sldId="267"/>
            <ac:spMk id="12" creationId="{46C2E80F-49A6-4372-B103-219D417A55ED}"/>
          </ac:spMkLst>
        </pc:spChg>
        <pc:spChg chg="add del">
          <ac:chgData name="Marie Chris Soque" userId="9ebdbcbf79932a9a" providerId="LiveId" clId="{42FF80A0-1C15-4979-895D-1CAEF23F9227}" dt="2020-04-07T02:59:30.476" v="2028" actId="26606"/>
          <ac:spMkLst>
            <pc:docMk/>
            <pc:sldMk cId="2627885705" sldId="267"/>
            <ac:spMk id="14" creationId="{339C8D78-A644-462F-B674-F440635E5353}"/>
          </ac:spMkLst>
        </pc:spChg>
        <pc:spChg chg="add del">
          <ac:chgData name="Marie Chris Soque" userId="9ebdbcbf79932a9a" providerId="LiveId" clId="{42FF80A0-1C15-4979-895D-1CAEF23F9227}" dt="2020-04-07T02:59:30.476" v="2028" actId="26606"/>
          <ac:spMkLst>
            <pc:docMk/>
            <pc:sldMk cId="2627885705" sldId="267"/>
            <ac:spMk id="15" creationId="{AFA67CD3-AB4E-4A7A-BEB8-53C445D8C44E}"/>
          </ac:spMkLst>
        </pc:spChg>
        <pc:spChg chg="add mod">
          <ac:chgData name="Marie Chris Soque" userId="9ebdbcbf79932a9a" providerId="LiveId" clId="{42FF80A0-1C15-4979-895D-1CAEF23F9227}" dt="2020-04-07T05:28:53.668" v="7321" actId="1076"/>
          <ac:spMkLst>
            <pc:docMk/>
            <pc:sldMk cId="2627885705" sldId="267"/>
            <ac:spMk id="17" creationId="{C46E9A90-6F6D-4B16-BD91-7E38F9105468}"/>
          </ac:spMkLst>
        </pc:spChg>
        <pc:spChg chg="add del mod">
          <ac:chgData name="Marie Chris Soque" userId="9ebdbcbf79932a9a" providerId="LiveId" clId="{42FF80A0-1C15-4979-895D-1CAEF23F9227}" dt="2020-04-07T03:00:59.743" v="2057" actId="478"/>
          <ac:spMkLst>
            <pc:docMk/>
            <pc:sldMk cId="2627885705" sldId="267"/>
            <ac:spMk id="18" creationId="{B7FA2305-234F-440A-A792-2FE5B4826ADC}"/>
          </ac:spMkLst>
        </pc:spChg>
        <pc:spChg chg="add">
          <ac:chgData name="Marie Chris Soque" userId="9ebdbcbf79932a9a" providerId="LiveId" clId="{42FF80A0-1C15-4979-895D-1CAEF23F9227}" dt="2020-04-07T02:59:30.476" v="2028" actId="26606"/>
          <ac:spMkLst>
            <pc:docMk/>
            <pc:sldMk cId="2627885705" sldId="267"/>
            <ac:spMk id="23" creationId="{AFA67CD3-AB4E-4A7A-BEB8-53C445D8C44E}"/>
          </ac:spMkLst>
        </pc:spChg>
        <pc:spChg chg="add">
          <ac:chgData name="Marie Chris Soque" userId="9ebdbcbf79932a9a" providerId="LiveId" clId="{42FF80A0-1C15-4979-895D-1CAEF23F9227}" dt="2020-04-07T02:59:30.476" v="2028" actId="26606"/>
          <ac:spMkLst>
            <pc:docMk/>
            <pc:sldMk cId="2627885705" sldId="267"/>
            <ac:spMk id="27" creationId="{339C8D78-A644-462F-B674-F440635E5353}"/>
          </ac:spMkLst>
        </pc:spChg>
        <pc:graphicFrameChg chg="add del">
          <ac:chgData name="Marie Chris Soque" userId="9ebdbcbf79932a9a" providerId="LiveId" clId="{42FF80A0-1C15-4979-895D-1CAEF23F9227}" dt="2020-04-07T02:57:28.330" v="1991" actId="26606"/>
          <ac:graphicFrameMkLst>
            <pc:docMk/>
            <pc:sldMk cId="2627885705" sldId="267"/>
            <ac:graphicFrameMk id="5" creationId="{4536BB74-5307-48A2-A535-F0633C174511}"/>
          </ac:graphicFrameMkLst>
        </pc:graphicFrameChg>
        <pc:graphicFrameChg chg="add del">
          <ac:chgData name="Marie Chris Soque" userId="9ebdbcbf79932a9a" providerId="LiveId" clId="{42FF80A0-1C15-4979-895D-1CAEF23F9227}" dt="2020-04-07T02:57:33.171" v="1993" actId="26606"/>
          <ac:graphicFrameMkLst>
            <pc:docMk/>
            <pc:sldMk cId="2627885705" sldId="267"/>
            <ac:graphicFrameMk id="13" creationId="{9BE01972-55BF-4943-9B7E-92E7E682C97D}"/>
          </ac:graphicFrameMkLst>
        </pc:graphicFrameChg>
        <pc:picChg chg="add mod ord">
          <ac:chgData name="Marie Chris Soque" userId="9ebdbcbf79932a9a" providerId="LiveId" clId="{42FF80A0-1C15-4979-895D-1CAEF23F9227}" dt="2020-04-07T02:59:30.476" v="2028" actId="26606"/>
          <ac:picMkLst>
            <pc:docMk/>
            <pc:sldMk cId="2627885705" sldId="267"/>
            <ac:picMk id="7" creationId="{129BF4A6-3948-4A6A-9FD8-006219EE7FCB}"/>
          </ac:picMkLst>
        </pc:picChg>
        <pc:picChg chg="add del">
          <ac:chgData name="Marie Chris Soque" userId="9ebdbcbf79932a9a" providerId="LiveId" clId="{42FF80A0-1C15-4979-895D-1CAEF23F9227}" dt="2020-04-07T02:59:30.476" v="2028" actId="26606"/>
          <ac:picMkLst>
            <pc:docMk/>
            <pc:sldMk cId="2627885705" sldId="267"/>
            <ac:picMk id="16" creationId="{07CF545F-9C2E-4446-97CD-AD92990C2B68}"/>
          </ac:picMkLst>
        </pc:picChg>
        <pc:picChg chg="add">
          <ac:chgData name="Marie Chris Soque" userId="9ebdbcbf79932a9a" providerId="LiveId" clId="{42FF80A0-1C15-4979-895D-1CAEF23F9227}" dt="2020-04-07T02:59:30.476" v="2028" actId="26606"/>
          <ac:picMkLst>
            <pc:docMk/>
            <pc:sldMk cId="2627885705" sldId="267"/>
            <ac:picMk id="25" creationId="{07CF545F-9C2E-4446-97CD-AD92990C2B68}"/>
          </ac:picMkLst>
        </pc:picChg>
      </pc:sldChg>
      <pc:sldChg chg="addSp delSp modSp add mod ord setBg">
        <pc:chgData name="Marie Chris Soque" userId="9ebdbcbf79932a9a" providerId="LiveId" clId="{42FF80A0-1C15-4979-895D-1CAEF23F9227}" dt="2020-04-07T05:29:57.792" v="7342" actId="1076"/>
        <pc:sldMkLst>
          <pc:docMk/>
          <pc:sldMk cId="3221816514" sldId="268"/>
        </pc:sldMkLst>
        <pc:spChg chg="mod">
          <ac:chgData name="Marie Chris Soque" userId="9ebdbcbf79932a9a" providerId="LiveId" clId="{42FF80A0-1C15-4979-895D-1CAEF23F9227}" dt="2020-04-07T05:29:33.896" v="7330" actId="207"/>
          <ac:spMkLst>
            <pc:docMk/>
            <pc:sldMk cId="3221816514" sldId="268"/>
            <ac:spMk id="2" creationId="{398A1685-AA2E-4C8F-8635-56E8B4A97750}"/>
          </ac:spMkLst>
        </pc:spChg>
        <pc:spChg chg="mod ord">
          <ac:chgData name="Marie Chris Soque" userId="9ebdbcbf79932a9a" providerId="LiveId" clId="{42FF80A0-1C15-4979-895D-1CAEF23F9227}" dt="2020-04-07T05:29:17.100" v="7325" actId="1076"/>
          <ac:spMkLst>
            <pc:docMk/>
            <pc:sldMk cId="3221816514" sldId="268"/>
            <ac:spMk id="3" creationId="{0BD242CB-1818-4D33-893A-5DBDD429F075}"/>
          </ac:spMkLst>
        </pc:spChg>
        <pc:spChg chg="add mod">
          <ac:chgData name="Marie Chris Soque" userId="9ebdbcbf79932a9a" providerId="LiveId" clId="{42FF80A0-1C15-4979-895D-1CAEF23F9227}" dt="2020-04-07T05:29:57.792" v="7342" actId="1076"/>
          <ac:spMkLst>
            <pc:docMk/>
            <pc:sldMk cId="3221816514" sldId="268"/>
            <ac:spMk id="8" creationId="{A45F5765-2AF0-4244-9FD4-510D42B0BB9D}"/>
          </ac:spMkLst>
        </pc:spChg>
        <pc:spChg chg="add del">
          <ac:chgData name="Marie Chris Soque" userId="9ebdbcbf79932a9a" providerId="LiveId" clId="{42FF80A0-1C15-4979-895D-1CAEF23F9227}" dt="2020-04-07T03:03:40.561" v="2271" actId="26606"/>
          <ac:spMkLst>
            <pc:docMk/>
            <pc:sldMk cId="3221816514" sldId="268"/>
            <ac:spMk id="71" creationId="{F56F5174-31D9-4DBB-AAB7-A1FD7BDB1352}"/>
          </ac:spMkLst>
        </pc:spChg>
        <pc:spChg chg="add del">
          <ac:chgData name="Marie Chris Soque" userId="9ebdbcbf79932a9a" providerId="LiveId" clId="{42FF80A0-1C15-4979-895D-1CAEF23F9227}" dt="2020-04-07T03:03:40.561" v="2271" actId="26606"/>
          <ac:spMkLst>
            <pc:docMk/>
            <pc:sldMk cId="3221816514" sldId="268"/>
            <ac:spMk id="75" creationId="{F9A95BEE-6BB1-4A28-A8E6-A34B2E42EF87}"/>
          </ac:spMkLst>
        </pc:spChg>
        <pc:spChg chg="add del">
          <ac:chgData name="Marie Chris Soque" userId="9ebdbcbf79932a9a" providerId="LiveId" clId="{42FF80A0-1C15-4979-895D-1CAEF23F9227}" dt="2020-04-07T03:03:41.311" v="2273" actId="26606"/>
          <ac:spMkLst>
            <pc:docMk/>
            <pc:sldMk cId="3221816514" sldId="268"/>
            <ac:spMk id="3076" creationId="{AFA67CD3-AB4E-4A7A-BEB8-53C445D8C44E}"/>
          </ac:spMkLst>
        </pc:spChg>
        <pc:spChg chg="add del">
          <ac:chgData name="Marie Chris Soque" userId="9ebdbcbf79932a9a" providerId="LiveId" clId="{42FF80A0-1C15-4979-895D-1CAEF23F9227}" dt="2020-04-07T03:03:41.311" v="2273" actId="26606"/>
          <ac:spMkLst>
            <pc:docMk/>
            <pc:sldMk cId="3221816514" sldId="268"/>
            <ac:spMk id="3078" creationId="{339C8D78-A644-462F-B674-F440635E5353}"/>
          </ac:spMkLst>
        </pc:spChg>
        <pc:spChg chg="add del">
          <ac:chgData name="Marie Chris Soque" userId="9ebdbcbf79932a9a" providerId="LiveId" clId="{42FF80A0-1C15-4979-895D-1CAEF23F9227}" dt="2020-04-07T03:03:43.012" v="2275" actId="26606"/>
          <ac:spMkLst>
            <pc:docMk/>
            <pc:sldMk cId="3221816514" sldId="268"/>
            <ac:spMk id="3080" creationId="{B05E4F47-B148-49E0-B472-BBF149315524}"/>
          </ac:spMkLst>
        </pc:spChg>
        <pc:spChg chg="add del">
          <ac:chgData name="Marie Chris Soque" userId="9ebdbcbf79932a9a" providerId="LiveId" clId="{42FF80A0-1C15-4979-895D-1CAEF23F9227}" dt="2020-04-07T03:03:43.012" v="2275" actId="26606"/>
          <ac:spMkLst>
            <pc:docMk/>
            <pc:sldMk cId="3221816514" sldId="268"/>
            <ac:spMk id="3082" creationId="{684BF3E1-C321-4F38-85CF-FEBBEEC15E2D}"/>
          </ac:spMkLst>
        </pc:spChg>
        <pc:spChg chg="add">
          <ac:chgData name="Marie Chris Soque" userId="9ebdbcbf79932a9a" providerId="LiveId" clId="{42FF80A0-1C15-4979-895D-1CAEF23F9227}" dt="2020-04-07T03:03:43.075" v="2276" actId="26606"/>
          <ac:spMkLst>
            <pc:docMk/>
            <pc:sldMk cId="3221816514" sldId="268"/>
            <ac:spMk id="3084" creationId="{F56F5174-31D9-4DBB-AAB7-A1FD7BDB1352}"/>
          </ac:spMkLst>
        </pc:spChg>
        <pc:spChg chg="add">
          <ac:chgData name="Marie Chris Soque" userId="9ebdbcbf79932a9a" providerId="LiveId" clId="{42FF80A0-1C15-4979-895D-1CAEF23F9227}" dt="2020-04-07T03:03:43.075" v="2276" actId="26606"/>
          <ac:spMkLst>
            <pc:docMk/>
            <pc:sldMk cId="3221816514" sldId="268"/>
            <ac:spMk id="3086" creationId="{F9A95BEE-6BB1-4A28-A8E6-A34B2E42EF87}"/>
          </ac:spMkLst>
        </pc:spChg>
        <pc:picChg chg="add del">
          <ac:chgData name="Marie Chris Soque" userId="9ebdbcbf79932a9a" providerId="LiveId" clId="{42FF80A0-1C15-4979-895D-1CAEF23F9227}" dt="2020-04-07T03:03:40.561" v="2271" actId="26606"/>
          <ac:picMkLst>
            <pc:docMk/>
            <pc:sldMk cId="3221816514" sldId="268"/>
            <ac:picMk id="73" creationId="{AE113210-7872-481A-ADE6-3A05CCAF5EB2}"/>
          </ac:picMkLst>
        </pc:picChg>
        <pc:picChg chg="add mod">
          <ac:chgData name="Marie Chris Soque" userId="9ebdbcbf79932a9a" providerId="LiveId" clId="{42FF80A0-1C15-4979-895D-1CAEF23F9227}" dt="2020-04-07T03:03:43.075" v="2276" actId="26606"/>
          <ac:picMkLst>
            <pc:docMk/>
            <pc:sldMk cId="3221816514" sldId="268"/>
            <ac:picMk id="3074" creationId="{8AFE0AE7-D556-4AB5-B94E-72ADF8582253}"/>
          </ac:picMkLst>
        </pc:picChg>
        <pc:picChg chg="add del">
          <ac:chgData name="Marie Chris Soque" userId="9ebdbcbf79932a9a" providerId="LiveId" clId="{42FF80A0-1C15-4979-895D-1CAEF23F9227}" dt="2020-04-07T03:03:41.311" v="2273" actId="26606"/>
          <ac:picMkLst>
            <pc:docMk/>
            <pc:sldMk cId="3221816514" sldId="268"/>
            <ac:picMk id="3077" creationId="{07CF545F-9C2E-4446-97CD-AD92990C2B68}"/>
          </ac:picMkLst>
        </pc:picChg>
        <pc:picChg chg="add del">
          <ac:chgData name="Marie Chris Soque" userId="9ebdbcbf79932a9a" providerId="LiveId" clId="{42FF80A0-1C15-4979-895D-1CAEF23F9227}" dt="2020-04-07T03:03:43.012" v="2275" actId="26606"/>
          <ac:picMkLst>
            <pc:docMk/>
            <pc:sldMk cId="3221816514" sldId="268"/>
            <ac:picMk id="3081" creationId="{7A2CE8EB-F719-4F84-9E91-F538438CAC76}"/>
          </ac:picMkLst>
        </pc:picChg>
        <pc:picChg chg="add">
          <ac:chgData name="Marie Chris Soque" userId="9ebdbcbf79932a9a" providerId="LiveId" clId="{42FF80A0-1C15-4979-895D-1CAEF23F9227}" dt="2020-04-07T03:03:43.075" v="2276" actId="26606"/>
          <ac:picMkLst>
            <pc:docMk/>
            <pc:sldMk cId="3221816514" sldId="268"/>
            <ac:picMk id="3085" creationId="{AE113210-7872-481A-ADE6-3A05CCAF5EB2}"/>
          </ac:picMkLst>
        </pc:picChg>
      </pc:sldChg>
      <pc:sldChg chg="addSp delSp modSp add mod setBg">
        <pc:chgData name="Marie Chris Soque" userId="9ebdbcbf79932a9a" providerId="LiveId" clId="{42FF80A0-1C15-4979-895D-1CAEF23F9227}" dt="2020-04-07T03:13:04.393" v="2365" actId="1076"/>
        <pc:sldMkLst>
          <pc:docMk/>
          <pc:sldMk cId="665290952" sldId="269"/>
        </pc:sldMkLst>
        <pc:spChg chg="del mod">
          <ac:chgData name="Marie Chris Soque" userId="9ebdbcbf79932a9a" providerId="LiveId" clId="{42FF80A0-1C15-4979-895D-1CAEF23F9227}" dt="2020-04-07T03:08:04.931" v="2348" actId="478"/>
          <ac:spMkLst>
            <pc:docMk/>
            <pc:sldMk cId="665290952" sldId="269"/>
            <ac:spMk id="2" creationId="{28EB5919-A9D1-489A-9FE6-5402B1DA0439}"/>
          </ac:spMkLst>
        </pc:spChg>
        <pc:spChg chg="del">
          <ac:chgData name="Marie Chris Soque" userId="9ebdbcbf79932a9a" providerId="LiveId" clId="{42FF80A0-1C15-4979-895D-1CAEF23F9227}" dt="2020-04-07T03:05:58.162" v="2317" actId="478"/>
          <ac:spMkLst>
            <pc:docMk/>
            <pc:sldMk cId="665290952" sldId="269"/>
            <ac:spMk id="3" creationId="{88530D62-0DB7-4568-A4BD-A346E4A5DDE5}"/>
          </ac:spMkLst>
        </pc:spChg>
        <pc:spChg chg="add del mod">
          <ac:chgData name="Marie Chris Soque" userId="9ebdbcbf79932a9a" providerId="LiveId" clId="{42FF80A0-1C15-4979-895D-1CAEF23F9227}" dt="2020-04-07T03:08:07.370" v="2349" actId="478"/>
          <ac:spMkLst>
            <pc:docMk/>
            <pc:sldMk cId="665290952" sldId="269"/>
            <ac:spMk id="5" creationId="{382EAC43-573F-4A7C-BD30-AA93B1DC1DAA}"/>
          </ac:spMkLst>
        </pc:spChg>
        <pc:spChg chg="add del">
          <ac:chgData name="Marie Chris Soque" userId="9ebdbcbf79932a9a" providerId="LiveId" clId="{42FF80A0-1C15-4979-895D-1CAEF23F9227}" dt="2020-04-07T03:06:28.649" v="2324" actId="26606"/>
          <ac:spMkLst>
            <pc:docMk/>
            <pc:sldMk cId="665290952" sldId="269"/>
            <ac:spMk id="71" creationId="{044BA92B-6F92-4771-A734-15FBC3D1F136}"/>
          </ac:spMkLst>
        </pc:spChg>
        <pc:spChg chg="add del">
          <ac:chgData name="Marie Chris Soque" userId="9ebdbcbf79932a9a" providerId="LiveId" clId="{42FF80A0-1C15-4979-895D-1CAEF23F9227}" dt="2020-04-07T03:06:28.649" v="2324" actId="26606"/>
          <ac:spMkLst>
            <pc:docMk/>
            <pc:sldMk cId="665290952" sldId="269"/>
            <ac:spMk id="75" creationId="{E560862D-53F8-492B-8D51-2EFABD5A7542}"/>
          </ac:spMkLst>
        </pc:spChg>
        <pc:spChg chg="add del">
          <ac:chgData name="Marie Chris Soque" userId="9ebdbcbf79932a9a" providerId="LiveId" clId="{42FF80A0-1C15-4979-895D-1CAEF23F9227}" dt="2020-04-07T03:06:28.649" v="2324" actId="26606"/>
          <ac:spMkLst>
            <pc:docMk/>
            <pc:sldMk cId="665290952" sldId="269"/>
            <ac:spMk id="77" creationId="{C71F3981-D61C-4F66-90E5-4A9418E56A8B}"/>
          </ac:spMkLst>
        </pc:spChg>
        <pc:spChg chg="add del">
          <ac:chgData name="Marie Chris Soque" userId="9ebdbcbf79932a9a" providerId="LiveId" clId="{42FF80A0-1C15-4979-895D-1CAEF23F9227}" dt="2020-04-07T03:07:42.537" v="2341" actId="26606"/>
          <ac:spMkLst>
            <pc:docMk/>
            <pc:sldMk cId="665290952" sldId="269"/>
            <ac:spMk id="79" creationId="{E560862D-53F8-492B-8D51-2EFABD5A7542}"/>
          </ac:spMkLst>
        </pc:spChg>
        <pc:spChg chg="add del">
          <ac:chgData name="Marie Chris Soque" userId="9ebdbcbf79932a9a" providerId="LiveId" clId="{42FF80A0-1C15-4979-895D-1CAEF23F9227}" dt="2020-04-07T03:07:42.537" v="2341" actId="26606"/>
          <ac:spMkLst>
            <pc:docMk/>
            <pc:sldMk cId="665290952" sldId="269"/>
            <ac:spMk id="81" creationId="{C71F3981-D61C-4F66-90E5-4A9418E56A8B}"/>
          </ac:spMkLst>
        </pc:spChg>
        <pc:spChg chg="add del">
          <ac:chgData name="Marie Chris Soque" userId="9ebdbcbf79932a9a" providerId="LiveId" clId="{42FF80A0-1C15-4979-895D-1CAEF23F9227}" dt="2020-04-07T03:06:26.855" v="2323" actId="26606"/>
          <ac:spMkLst>
            <pc:docMk/>
            <pc:sldMk cId="665290952" sldId="269"/>
            <ac:spMk id="135" creationId="{0BC9EFE1-D8CB-4668-9980-DB108327A794}"/>
          </ac:spMkLst>
        </pc:spChg>
        <pc:spChg chg="add del">
          <ac:chgData name="Marie Chris Soque" userId="9ebdbcbf79932a9a" providerId="LiveId" clId="{42FF80A0-1C15-4979-895D-1CAEF23F9227}" dt="2020-04-07T03:06:26.855" v="2323" actId="26606"/>
          <ac:spMkLst>
            <pc:docMk/>
            <pc:sldMk cId="665290952" sldId="269"/>
            <ac:spMk id="139" creationId="{77DA6D33-2D62-458C-BF5D-DBF612FD557E}"/>
          </ac:spMkLst>
        </pc:spChg>
        <pc:spChg chg="add del">
          <ac:chgData name="Marie Chris Soque" userId="9ebdbcbf79932a9a" providerId="LiveId" clId="{42FF80A0-1C15-4979-895D-1CAEF23F9227}" dt="2020-04-07T03:07:52.467" v="2344" actId="26606"/>
          <ac:spMkLst>
            <pc:docMk/>
            <pc:sldMk cId="665290952" sldId="269"/>
            <ac:spMk id="4100" creationId="{0BC9EFE1-D8CB-4668-9980-DB108327A794}"/>
          </ac:spMkLst>
        </pc:spChg>
        <pc:spChg chg="add del">
          <ac:chgData name="Marie Chris Soque" userId="9ebdbcbf79932a9a" providerId="LiveId" clId="{42FF80A0-1C15-4979-895D-1CAEF23F9227}" dt="2020-04-07T03:07:52.467" v="2344" actId="26606"/>
          <ac:spMkLst>
            <pc:docMk/>
            <pc:sldMk cId="665290952" sldId="269"/>
            <ac:spMk id="4102" creationId="{77DA6D33-2D62-458C-BF5D-DBF612FD557E}"/>
          </ac:spMkLst>
        </pc:spChg>
        <pc:spChg chg="add del">
          <ac:chgData name="Marie Chris Soque" userId="9ebdbcbf79932a9a" providerId="LiveId" clId="{42FF80A0-1C15-4979-895D-1CAEF23F9227}" dt="2020-04-07T03:08:13.059" v="2351" actId="26606"/>
          <ac:spMkLst>
            <pc:docMk/>
            <pc:sldMk cId="665290952" sldId="269"/>
            <ac:spMk id="4103" creationId="{32BC26D8-82FB-445E-AA49-62A77D7C1EE0}"/>
          </ac:spMkLst>
        </pc:spChg>
        <pc:spChg chg="add del">
          <ac:chgData name="Marie Chris Soque" userId="9ebdbcbf79932a9a" providerId="LiveId" clId="{42FF80A0-1C15-4979-895D-1CAEF23F9227}" dt="2020-04-07T03:07:42.537" v="2341" actId="26606"/>
          <ac:spMkLst>
            <pc:docMk/>
            <pc:sldMk cId="665290952" sldId="269"/>
            <ac:spMk id="4104" creationId="{044BA92B-6F92-4771-A734-15FBC3D1F136}"/>
          </ac:spMkLst>
        </pc:spChg>
        <pc:spChg chg="add del">
          <ac:chgData name="Marie Chris Soque" userId="9ebdbcbf79932a9a" providerId="LiveId" clId="{42FF80A0-1C15-4979-895D-1CAEF23F9227}" dt="2020-04-07T03:08:13.059" v="2351" actId="26606"/>
          <ac:spMkLst>
            <pc:docMk/>
            <pc:sldMk cId="665290952" sldId="269"/>
            <ac:spMk id="4106" creationId="{CB44330D-EA18-4254-AA95-EB49948539B8}"/>
          </ac:spMkLst>
        </pc:spChg>
        <pc:spChg chg="add del">
          <ac:chgData name="Marie Chris Soque" userId="9ebdbcbf79932a9a" providerId="LiveId" clId="{42FF80A0-1C15-4979-895D-1CAEF23F9227}" dt="2020-04-07T03:07:52.435" v="2343" actId="26606"/>
          <ac:spMkLst>
            <pc:docMk/>
            <pc:sldMk cId="665290952" sldId="269"/>
            <ac:spMk id="4107" creationId="{031EA4A4-5D79-4817-B146-24029A2F3CC7}"/>
          </ac:spMkLst>
        </pc:spChg>
        <pc:spChg chg="add del">
          <ac:chgData name="Marie Chris Soque" userId="9ebdbcbf79932a9a" providerId="LiveId" clId="{42FF80A0-1C15-4979-895D-1CAEF23F9227}" dt="2020-04-07T03:07:52.435" v="2343" actId="26606"/>
          <ac:spMkLst>
            <pc:docMk/>
            <pc:sldMk cId="665290952" sldId="269"/>
            <ac:spMk id="4108" creationId="{AF2F604E-43BE-4DC3-B983-E071523364F8}"/>
          </ac:spMkLst>
        </pc:spChg>
        <pc:spChg chg="add del">
          <ac:chgData name="Marie Chris Soque" userId="9ebdbcbf79932a9a" providerId="LiveId" clId="{42FF80A0-1C15-4979-895D-1CAEF23F9227}" dt="2020-04-07T03:07:52.435" v="2343" actId="26606"/>
          <ac:spMkLst>
            <pc:docMk/>
            <pc:sldMk cId="665290952" sldId="269"/>
            <ac:spMk id="4109" creationId="{08C9B587-E65E-4B52-B37C-ABEBB6E87928}"/>
          </ac:spMkLst>
        </pc:spChg>
        <pc:spChg chg="add del">
          <ac:chgData name="Marie Chris Soque" userId="9ebdbcbf79932a9a" providerId="LiveId" clId="{42FF80A0-1C15-4979-895D-1CAEF23F9227}" dt="2020-04-07T03:08:21.843" v="2361" actId="26606"/>
          <ac:spMkLst>
            <pc:docMk/>
            <pc:sldMk cId="665290952" sldId="269"/>
            <ac:spMk id="4111" creationId="{8ECBFEF8-9038-4E5E-A5F1-E4DC2303553E}"/>
          </ac:spMkLst>
        </pc:spChg>
        <pc:spChg chg="add del">
          <ac:chgData name="Marie Chris Soque" userId="9ebdbcbf79932a9a" providerId="LiveId" clId="{42FF80A0-1C15-4979-895D-1CAEF23F9227}" dt="2020-04-07T03:08:21.843" v="2361" actId="26606"/>
          <ac:spMkLst>
            <pc:docMk/>
            <pc:sldMk cId="665290952" sldId="269"/>
            <ac:spMk id="4113" creationId="{F37E8EB2-7BE0-4F3D-921C-F4E9C2C14929}"/>
          </ac:spMkLst>
        </pc:spChg>
        <pc:spChg chg="add del">
          <ac:chgData name="Marie Chris Soque" userId="9ebdbcbf79932a9a" providerId="LiveId" clId="{42FF80A0-1C15-4979-895D-1CAEF23F9227}" dt="2020-04-07T03:08:16.542" v="2357" actId="26606"/>
          <ac:spMkLst>
            <pc:docMk/>
            <pc:sldMk cId="665290952" sldId="269"/>
            <ac:spMk id="4114" creationId="{32BC26D8-82FB-445E-AA49-62A77D7C1EE0}"/>
          </ac:spMkLst>
        </pc:spChg>
        <pc:spChg chg="add del">
          <ac:chgData name="Marie Chris Soque" userId="9ebdbcbf79932a9a" providerId="LiveId" clId="{42FF80A0-1C15-4979-895D-1CAEF23F9227}" dt="2020-04-07T03:08:16.542" v="2357" actId="26606"/>
          <ac:spMkLst>
            <pc:docMk/>
            <pc:sldMk cId="665290952" sldId="269"/>
            <ac:spMk id="4115" creationId="{CB44330D-EA18-4254-AA95-EB49948539B8}"/>
          </ac:spMkLst>
        </pc:spChg>
        <pc:spChg chg="add del">
          <ac:chgData name="Marie Chris Soque" userId="9ebdbcbf79932a9a" providerId="LiveId" clId="{42FF80A0-1C15-4979-895D-1CAEF23F9227}" dt="2020-04-07T03:08:21.843" v="2361" actId="26606"/>
          <ac:spMkLst>
            <pc:docMk/>
            <pc:sldMk cId="665290952" sldId="269"/>
            <ac:spMk id="4116" creationId="{E77AE46B-A945-4A7E-9911-903176079DD0}"/>
          </ac:spMkLst>
        </pc:spChg>
        <pc:picChg chg="add del">
          <ac:chgData name="Marie Chris Soque" userId="9ebdbcbf79932a9a" providerId="LiveId" clId="{42FF80A0-1C15-4979-895D-1CAEF23F9227}" dt="2020-04-07T03:06:28.649" v="2324" actId="26606"/>
          <ac:picMkLst>
            <pc:docMk/>
            <pc:sldMk cId="665290952" sldId="269"/>
            <ac:picMk id="73" creationId="{886309BE-2E90-40A5-BF91-70F0402C73A3}"/>
          </ac:picMkLst>
        </pc:picChg>
        <pc:picChg chg="add del">
          <ac:chgData name="Marie Chris Soque" userId="9ebdbcbf79932a9a" providerId="LiveId" clId="{42FF80A0-1C15-4979-895D-1CAEF23F9227}" dt="2020-04-07T03:06:26.855" v="2323" actId="26606"/>
          <ac:picMkLst>
            <pc:docMk/>
            <pc:sldMk cId="665290952" sldId="269"/>
            <ac:picMk id="137" creationId="{7CBAE1BD-B8E4-4029-8AA2-C77E4FED9864}"/>
          </ac:picMkLst>
        </pc:picChg>
        <pc:picChg chg="add mod">
          <ac:chgData name="Marie Chris Soque" userId="9ebdbcbf79932a9a" providerId="LiveId" clId="{42FF80A0-1C15-4979-895D-1CAEF23F9227}" dt="2020-04-07T03:13:04.393" v="2365" actId="1076"/>
          <ac:picMkLst>
            <pc:docMk/>
            <pc:sldMk cId="665290952" sldId="269"/>
            <ac:picMk id="4098" creationId="{0D269024-3A50-4095-A30D-DAB21305E7E3}"/>
          </ac:picMkLst>
        </pc:picChg>
        <pc:picChg chg="add del">
          <ac:chgData name="Marie Chris Soque" userId="9ebdbcbf79932a9a" providerId="LiveId" clId="{42FF80A0-1C15-4979-895D-1CAEF23F9227}" dt="2020-04-07T03:07:52.467" v="2344" actId="26606"/>
          <ac:picMkLst>
            <pc:docMk/>
            <pc:sldMk cId="665290952" sldId="269"/>
            <ac:picMk id="4101" creationId="{7CBAE1BD-B8E4-4029-8AA2-C77E4FED9864}"/>
          </ac:picMkLst>
        </pc:picChg>
        <pc:picChg chg="add del">
          <ac:chgData name="Marie Chris Soque" userId="9ebdbcbf79932a9a" providerId="LiveId" clId="{42FF80A0-1C15-4979-895D-1CAEF23F9227}" dt="2020-04-07T03:07:42.537" v="2341" actId="26606"/>
          <ac:picMkLst>
            <pc:docMk/>
            <pc:sldMk cId="665290952" sldId="269"/>
            <ac:picMk id="4105" creationId="{886309BE-2E90-40A5-BF91-70F0402C73A3}"/>
          </ac:picMkLst>
        </pc:picChg>
        <pc:picChg chg="add del">
          <ac:chgData name="Marie Chris Soque" userId="9ebdbcbf79932a9a" providerId="LiveId" clId="{42FF80A0-1C15-4979-895D-1CAEF23F9227}" dt="2020-04-07T03:08:14.432" v="2353" actId="26606"/>
          <ac:picMkLst>
            <pc:docMk/>
            <pc:sldMk cId="665290952" sldId="269"/>
            <ac:picMk id="4110" creationId="{7309214B-9B60-4A94-88B5-44CB8D263285}"/>
          </ac:picMkLst>
        </pc:picChg>
        <pc:picChg chg="add del">
          <ac:chgData name="Marie Chris Soque" userId="9ebdbcbf79932a9a" providerId="LiveId" clId="{42FF80A0-1C15-4979-895D-1CAEF23F9227}" dt="2020-04-07T03:08:15.010" v="2355" actId="26606"/>
          <ac:picMkLst>
            <pc:docMk/>
            <pc:sldMk cId="665290952" sldId="269"/>
            <ac:picMk id="4112" creationId="{CB607B98-7700-4DC9-8BE8-A876255F9C52}"/>
          </ac:picMkLst>
        </pc:picChg>
      </pc:sldChg>
      <pc:sldChg chg="add del">
        <pc:chgData name="Marie Chris Soque" userId="9ebdbcbf79932a9a" providerId="LiveId" clId="{42FF80A0-1C15-4979-895D-1CAEF23F9227}" dt="2020-04-07T03:15:25.400" v="2367" actId="47"/>
        <pc:sldMkLst>
          <pc:docMk/>
          <pc:sldMk cId="139107798" sldId="270"/>
        </pc:sldMkLst>
      </pc:sldChg>
      <pc:sldChg chg="modSp add">
        <pc:chgData name="Marie Chris Soque" userId="9ebdbcbf79932a9a" providerId="LiveId" clId="{42FF80A0-1C15-4979-895D-1CAEF23F9227}" dt="2020-04-07T03:15:36.043" v="2372" actId="20577"/>
        <pc:sldMkLst>
          <pc:docMk/>
          <pc:sldMk cId="1543352620" sldId="270"/>
        </pc:sldMkLst>
        <pc:spChg chg="mod">
          <ac:chgData name="Marie Chris Soque" userId="9ebdbcbf79932a9a" providerId="LiveId" clId="{42FF80A0-1C15-4979-895D-1CAEF23F9227}" dt="2020-04-07T03:15:33.677" v="2370" actId="20577"/>
          <ac:spMkLst>
            <pc:docMk/>
            <pc:sldMk cId="1543352620" sldId="270"/>
            <ac:spMk id="2" creationId="{26AD339F-CD4B-4FCC-AADD-4449CCA42FB7}"/>
          </ac:spMkLst>
        </pc:spChg>
        <pc:spChg chg="mod">
          <ac:chgData name="Marie Chris Soque" userId="9ebdbcbf79932a9a" providerId="LiveId" clId="{42FF80A0-1C15-4979-895D-1CAEF23F9227}" dt="2020-04-07T03:15:36.043" v="2372" actId="20577"/>
          <ac:spMkLst>
            <pc:docMk/>
            <pc:sldMk cId="1543352620" sldId="270"/>
            <ac:spMk id="3" creationId="{1040C2EB-69A2-43FE-875B-BD02C0C4F430}"/>
          </ac:spMkLst>
        </pc:spChg>
      </pc:sldChg>
      <pc:sldChg chg="addSp delSp modSp add mod setBg">
        <pc:chgData name="Marie Chris Soque" userId="9ebdbcbf79932a9a" providerId="LiveId" clId="{42FF80A0-1C15-4979-895D-1CAEF23F9227}" dt="2020-04-07T05:32:37.399" v="7390" actId="207"/>
        <pc:sldMkLst>
          <pc:docMk/>
          <pc:sldMk cId="330223254" sldId="271"/>
        </pc:sldMkLst>
        <pc:spChg chg="mod">
          <ac:chgData name="Marie Chris Soque" userId="9ebdbcbf79932a9a" providerId="LiveId" clId="{42FF80A0-1C15-4979-895D-1CAEF23F9227}" dt="2020-04-07T05:32:37.399" v="7390" actId="207"/>
          <ac:spMkLst>
            <pc:docMk/>
            <pc:sldMk cId="330223254" sldId="271"/>
            <ac:spMk id="2" creationId="{E675B5F6-80C3-4873-A471-A38172D8DAA2}"/>
          </ac:spMkLst>
        </pc:spChg>
        <pc:spChg chg="mod">
          <ac:chgData name="Marie Chris Soque" userId="9ebdbcbf79932a9a" providerId="LiveId" clId="{42FF80A0-1C15-4979-895D-1CAEF23F9227}" dt="2020-04-07T05:32:02.253" v="7376" actId="1076"/>
          <ac:spMkLst>
            <pc:docMk/>
            <pc:sldMk cId="330223254" sldId="271"/>
            <ac:spMk id="3" creationId="{5F7AA3B7-775E-4C5F-9BDD-68BBD1EFC28F}"/>
          </ac:spMkLst>
        </pc:spChg>
        <pc:spChg chg="add mod">
          <ac:chgData name="Marie Chris Soque" userId="9ebdbcbf79932a9a" providerId="LiveId" clId="{42FF80A0-1C15-4979-895D-1CAEF23F9227}" dt="2020-04-07T05:32:19.766" v="7383" actId="1076"/>
          <ac:spMkLst>
            <pc:docMk/>
            <pc:sldMk cId="330223254" sldId="271"/>
            <ac:spMk id="8" creationId="{48AB1192-2E22-489E-9751-272FAD0DD4AE}"/>
          </ac:spMkLst>
        </pc:spChg>
        <pc:spChg chg="add del">
          <ac:chgData name="Marie Chris Soque" userId="9ebdbcbf79932a9a" providerId="LiveId" clId="{42FF80A0-1C15-4979-895D-1CAEF23F9227}" dt="2020-04-07T03:22:35.875" v="2590" actId="26606"/>
          <ac:spMkLst>
            <pc:docMk/>
            <pc:sldMk cId="330223254" sldId="271"/>
            <ac:spMk id="10" creationId="{35177758-12DD-4CC9-902C-4B9C51CB4063}"/>
          </ac:spMkLst>
        </pc:spChg>
        <pc:spChg chg="add del">
          <ac:chgData name="Marie Chris Soque" userId="9ebdbcbf79932a9a" providerId="LiveId" clId="{42FF80A0-1C15-4979-895D-1CAEF23F9227}" dt="2020-04-07T03:22:35.875" v="2590" actId="26606"/>
          <ac:spMkLst>
            <pc:docMk/>
            <pc:sldMk cId="330223254" sldId="271"/>
            <ac:spMk id="12" creationId="{107B74A1-AC23-4029-85C2-6C2D4C277227}"/>
          </ac:spMkLst>
        </pc:spChg>
        <pc:spChg chg="add del">
          <ac:chgData name="Marie Chris Soque" userId="9ebdbcbf79932a9a" providerId="LiveId" clId="{42FF80A0-1C15-4979-895D-1CAEF23F9227}" dt="2020-04-07T03:22:35.875" v="2590" actId="26606"/>
          <ac:spMkLst>
            <pc:docMk/>
            <pc:sldMk cId="330223254" sldId="271"/>
            <ac:spMk id="14" creationId="{30FF6FEE-5B11-4DDB-8635-80A97984417A}"/>
          </ac:spMkLst>
        </pc:spChg>
        <pc:spChg chg="add del">
          <ac:chgData name="Marie Chris Soque" userId="9ebdbcbf79932a9a" providerId="LiveId" clId="{42FF80A0-1C15-4979-895D-1CAEF23F9227}" dt="2020-04-07T03:22:35.875" v="2590" actId="26606"/>
          <ac:spMkLst>
            <pc:docMk/>
            <pc:sldMk cId="330223254" sldId="271"/>
            <ac:spMk id="16" creationId="{AD949E97-66D7-467B-BDD7-5166EF523B2A}"/>
          </ac:spMkLst>
        </pc:spChg>
        <pc:spChg chg="add del">
          <ac:chgData name="Marie Chris Soque" userId="9ebdbcbf79932a9a" providerId="LiveId" clId="{42FF80A0-1C15-4979-895D-1CAEF23F9227}" dt="2020-04-07T03:22:35.875" v="2590" actId="26606"/>
          <ac:spMkLst>
            <pc:docMk/>
            <pc:sldMk cId="330223254" sldId="271"/>
            <ac:spMk id="18" creationId="{29C6353F-64ED-4D08-9A61-1E27D87466EB}"/>
          </ac:spMkLst>
        </pc:spChg>
        <pc:spChg chg="add del">
          <ac:chgData name="Marie Chris Soque" userId="9ebdbcbf79932a9a" providerId="LiveId" clId="{42FF80A0-1C15-4979-895D-1CAEF23F9227}" dt="2020-04-07T03:22:35.875" v="2590" actId="26606"/>
          <ac:spMkLst>
            <pc:docMk/>
            <pc:sldMk cId="330223254" sldId="271"/>
            <ac:spMk id="20" creationId="{F611A8EB-A9A5-412E-B620-0BFA41C65F06}"/>
          </ac:spMkLst>
        </pc:spChg>
        <pc:spChg chg="add">
          <ac:chgData name="Marie Chris Soque" userId="9ebdbcbf79932a9a" providerId="LiveId" clId="{42FF80A0-1C15-4979-895D-1CAEF23F9227}" dt="2020-04-07T03:22:35.875" v="2590" actId="26606"/>
          <ac:spMkLst>
            <pc:docMk/>
            <pc:sldMk cId="330223254" sldId="271"/>
            <ac:spMk id="25" creationId="{91F32EBA-ED97-466E-8CFA-8382584155D0}"/>
          </ac:spMkLst>
        </pc:spChg>
        <pc:spChg chg="add">
          <ac:chgData name="Marie Chris Soque" userId="9ebdbcbf79932a9a" providerId="LiveId" clId="{42FF80A0-1C15-4979-895D-1CAEF23F9227}" dt="2020-04-07T03:22:35.875" v="2590" actId="26606"/>
          <ac:spMkLst>
            <pc:docMk/>
            <pc:sldMk cId="330223254" sldId="271"/>
            <ac:spMk id="27" creationId="{62A38935-BB53-4DF7-A56E-48DD25B685D7}"/>
          </ac:spMkLst>
        </pc:spChg>
        <pc:picChg chg="add mod ord">
          <ac:chgData name="Marie Chris Soque" userId="9ebdbcbf79932a9a" providerId="LiveId" clId="{42FF80A0-1C15-4979-895D-1CAEF23F9227}" dt="2020-04-07T03:22:35.875" v="2590" actId="26606"/>
          <ac:picMkLst>
            <pc:docMk/>
            <pc:sldMk cId="330223254" sldId="271"/>
            <ac:picMk id="7" creationId="{35C147F7-C5F6-47B9-BC50-C19807884CFB}"/>
          </ac:picMkLst>
        </pc:picChg>
      </pc:sldChg>
      <pc:sldChg chg="add del">
        <pc:chgData name="Marie Chris Soque" userId="9ebdbcbf79932a9a" providerId="LiveId" clId="{42FF80A0-1C15-4979-895D-1CAEF23F9227}" dt="2020-04-07T03:22:56.665" v="2604" actId="47"/>
        <pc:sldMkLst>
          <pc:docMk/>
          <pc:sldMk cId="619432533" sldId="272"/>
        </pc:sldMkLst>
      </pc:sldChg>
      <pc:sldChg chg="addSp delSp modSp add mod setBg">
        <pc:chgData name="Marie Chris Soque" userId="9ebdbcbf79932a9a" providerId="LiveId" clId="{42FF80A0-1C15-4979-895D-1CAEF23F9227}" dt="2020-04-07T07:00:26.248" v="7460" actId="207"/>
        <pc:sldMkLst>
          <pc:docMk/>
          <pc:sldMk cId="2536301213" sldId="272"/>
        </pc:sldMkLst>
        <pc:spChg chg="del mod">
          <ac:chgData name="Marie Chris Soque" userId="9ebdbcbf79932a9a" providerId="LiveId" clId="{42FF80A0-1C15-4979-895D-1CAEF23F9227}" dt="2020-04-07T05:31:28.690" v="7368" actId="478"/>
          <ac:spMkLst>
            <pc:docMk/>
            <pc:sldMk cId="2536301213" sldId="272"/>
            <ac:spMk id="2" creationId="{49D1700D-FBC1-487D-A0BD-CB53E40B43D2}"/>
          </ac:spMkLst>
        </pc:spChg>
        <pc:spChg chg="del mod">
          <ac:chgData name="Marie Chris Soque" userId="9ebdbcbf79932a9a" providerId="LiveId" clId="{42FF80A0-1C15-4979-895D-1CAEF23F9227}" dt="2020-04-07T03:31:10.879" v="2953" actId="26606"/>
          <ac:spMkLst>
            <pc:docMk/>
            <pc:sldMk cId="2536301213" sldId="272"/>
            <ac:spMk id="3" creationId="{95D412B2-55A1-4FAD-86C6-841A92202FCF}"/>
          </ac:spMkLst>
        </pc:spChg>
        <pc:spChg chg="add mod">
          <ac:chgData name="Marie Chris Soque" userId="9ebdbcbf79932a9a" providerId="LiveId" clId="{42FF80A0-1C15-4979-895D-1CAEF23F9227}" dt="2020-04-07T07:00:26.248" v="7460" actId="207"/>
          <ac:spMkLst>
            <pc:docMk/>
            <pc:sldMk cId="2536301213" sldId="272"/>
            <ac:spMk id="4" creationId="{2E3277F8-B2E3-4238-94F1-92BC5FF9098A}"/>
          </ac:spMkLst>
        </pc:spChg>
        <pc:spChg chg="add del mod">
          <ac:chgData name="Marie Chris Soque" userId="9ebdbcbf79932a9a" providerId="LiveId" clId="{42FF80A0-1C15-4979-895D-1CAEF23F9227}" dt="2020-04-07T05:31:30.881" v="7369" actId="478"/>
          <ac:spMkLst>
            <pc:docMk/>
            <pc:sldMk cId="2536301213" sldId="272"/>
            <ac:spMk id="6" creationId="{626C106A-B68F-4B0D-9196-01CE5E6C412F}"/>
          </ac:spMkLst>
        </pc:spChg>
        <pc:spChg chg="add mod">
          <ac:chgData name="Marie Chris Soque" userId="9ebdbcbf79932a9a" providerId="LiveId" clId="{42FF80A0-1C15-4979-895D-1CAEF23F9227}" dt="2020-04-07T05:31:40.206" v="7374" actId="403"/>
          <ac:spMkLst>
            <pc:docMk/>
            <pc:sldMk cId="2536301213" sldId="272"/>
            <ac:spMk id="7" creationId="{D4BDDCA1-4A98-4EB2-8E10-A46BD01EF234}"/>
          </ac:spMkLst>
        </pc:spChg>
        <pc:spChg chg="add del">
          <ac:chgData name="Marie Chris Soque" userId="9ebdbcbf79932a9a" providerId="LiveId" clId="{42FF80A0-1C15-4979-895D-1CAEF23F9227}" dt="2020-04-07T03:31:22.994" v="2954" actId="26606"/>
          <ac:spMkLst>
            <pc:docMk/>
            <pc:sldMk cId="2536301213" sldId="272"/>
            <ac:spMk id="10" creationId="{46C2E80F-49A6-4372-B103-219D417A55ED}"/>
          </ac:spMkLst>
        </pc:spChg>
        <pc:graphicFrameChg chg="add mod modGraphic">
          <ac:chgData name="Marie Chris Soque" userId="9ebdbcbf79932a9a" providerId="LiveId" clId="{42FF80A0-1C15-4979-895D-1CAEF23F9227}" dt="2020-04-07T05:31:17.930" v="7366" actId="1076"/>
          <ac:graphicFrameMkLst>
            <pc:docMk/>
            <pc:sldMk cId="2536301213" sldId="272"/>
            <ac:graphicFrameMk id="5" creationId="{C7B8DD45-5F0D-49B3-BBD9-A3D8189BAEA1}"/>
          </ac:graphicFrameMkLst>
        </pc:graphicFrameChg>
      </pc:sldChg>
      <pc:sldChg chg="addSp delSp modSp add mod setBg">
        <pc:chgData name="Marie Chris Soque" userId="9ebdbcbf79932a9a" providerId="LiveId" clId="{42FF80A0-1C15-4979-895D-1CAEF23F9227}" dt="2020-04-07T03:36:07.421" v="3227" actId="26606"/>
        <pc:sldMkLst>
          <pc:docMk/>
          <pc:sldMk cId="1173593146" sldId="273"/>
        </pc:sldMkLst>
        <pc:spChg chg="mod">
          <ac:chgData name="Marie Chris Soque" userId="9ebdbcbf79932a9a" providerId="LiveId" clId="{42FF80A0-1C15-4979-895D-1CAEF23F9227}" dt="2020-04-07T03:36:07.421" v="3227" actId="26606"/>
          <ac:spMkLst>
            <pc:docMk/>
            <pc:sldMk cId="1173593146" sldId="273"/>
            <ac:spMk id="2" creationId="{5B4092F5-34D4-4D65-BCF7-532A76CF9C44}"/>
          </ac:spMkLst>
        </pc:spChg>
        <pc:spChg chg="del">
          <ac:chgData name="Marie Chris Soque" userId="9ebdbcbf79932a9a" providerId="LiveId" clId="{42FF80A0-1C15-4979-895D-1CAEF23F9227}" dt="2020-04-07T03:35:07.154" v="3224" actId="478"/>
          <ac:spMkLst>
            <pc:docMk/>
            <pc:sldMk cId="1173593146" sldId="273"/>
            <ac:spMk id="3" creationId="{5B379BBC-87F6-4155-B005-01C1C4F1807B}"/>
          </ac:spMkLst>
        </pc:spChg>
        <pc:spChg chg="add">
          <ac:chgData name="Marie Chris Soque" userId="9ebdbcbf79932a9a" providerId="LiveId" clId="{42FF80A0-1C15-4979-895D-1CAEF23F9227}" dt="2020-04-07T03:36:07.421" v="3227" actId="26606"/>
          <ac:spMkLst>
            <pc:docMk/>
            <pc:sldMk cId="1173593146" sldId="273"/>
            <ac:spMk id="71" creationId="{936CFC0A-8C37-453C-9488-1B30FBC3B3B0}"/>
          </ac:spMkLst>
        </pc:spChg>
        <pc:spChg chg="add">
          <ac:chgData name="Marie Chris Soque" userId="9ebdbcbf79932a9a" providerId="LiveId" clId="{42FF80A0-1C15-4979-895D-1CAEF23F9227}" dt="2020-04-07T03:36:07.421" v="3227" actId="26606"/>
          <ac:spMkLst>
            <pc:docMk/>
            <pc:sldMk cId="1173593146" sldId="273"/>
            <ac:spMk id="73" creationId="{FBC3EAFD-A275-4F9B-8F62-72B6678F35A8}"/>
          </ac:spMkLst>
        </pc:spChg>
        <pc:spChg chg="add">
          <ac:chgData name="Marie Chris Soque" userId="9ebdbcbf79932a9a" providerId="LiveId" clId="{42FF80A0-1C15-4979-895D-1CAEF23F9227}" dt="2020-04-07T03:36:07.421" v="3227" actId="26606"/>
          <ac:spMkLst>
            <pc:docMk/>
            <pc:sldMk cId="1173593146" sldId="273"/>
            <ac:spMk id="75" creationId="{06E64A6D-2B9F-4AAD-AB42-A61BAF01AC12}"/>
          </ac:spMkLst>
        </pc:spChg>
        <pc:picChg chg="add">
          <ac:chgData name="Marie Chris Soque" userId="9ebdbcbf79932a9a" providerId="LiveId" clId="{42FF80A0-1C15-4979-895D-1CAEF23F9227}" dt="2020-04-07T03:36:07.421" v="3227" actId="26606"/>
          <ac:picMkLst>
            <pc:docMk/>
            <pc:sldMk cId="1173593146" sldId="273"/>
            <ac:picMk id="77" creationId="{C51881DD-AD85-41BE-8A49-C2FB45800E10}"/>
          </ac:picMkLst>
        </pc:picChg>
        <pc:picChg chg="add mod">
          <ac:chgData name="Marie Chris Soque" userId="9ebdbcbf79932a9a" providerId="LiveId" clId="{42FF80A0-1C15-4979-895D-1CAEF23F9227}" dt="2020-04-07T03:36:07.421" v="3227" actId="26606"/>
          <ac:picMkLst>
            <pc:docMk/>
            <pc:sldMk cId="1173593146" sldId="273"/>
            <ac:picMk id="5122" creationId="{3B5CCA64-F245-41E2-A9E2-2B0DC85EF485}"/>
          </ac:picMkLst>
        </pc:picChg>
        <pc:cxnChg chg="add">
          <ac:chgData name="Marie Chris Soque" userId="9ebdbcbf79932a9a" providerId="LiveId" clId="{42FF80A0-1C15-4979-895D-1CAEF23F9227}" dt="2020-04-07T03:36:07.421" v="3227" actId="26606"/>
          <ac:cxnSpMkLst>
            <pc:docMk/>
            <pc:sldMk cId="1173593146" sldId="273"/>
            <ac:cxnSpMk id="79" creationId="{9AD20FE8-ED02-4CDE-83B1-A1436305C3DC}"/>
          </ac:cxnSpMkLst>
        </pc:cxnChg>
      </pc:sldChg>
      <pc:sldChg chg="add del">
        <pc:chgData name="Marie Chris Soque" userId="9ebdbcbf79932a9a" providerId="LiveId" clId="{42FF80A0-1C15-4979-895D-1CAEF23F9227}" dt="2020-04-07T03:22:56.665" v="2604" actId="47"/>
        <pc:sldMkLst>
          <pc:docMk/>
          <pc:sldMk cId="3461418981" sldId="273"/>
        </pc:sldMkLst>
      </pc:sldChg>
      <pc:sldChg chg="addSp delSp modSp add mod setBg">
        <pc:chgData name="Marie Chris Soque" userId="9ebdbcbf79932a9a" providerId="LiveId" clId="{42FF80A0-1C15-4979-895D-1CAEF23F9227}" dt="2020-04-07T08:03:37.565" v="9111" actId="207"/>
        <pc:sldMkLst>
          <pc:docMk/>
          <pc:sldMk cId="3896264477" sldId="274"/>
        </pc:sldMkLst>
        <pc:spChg chg="mod">
          <ac:chgData name="Marie Chris Soque" userId="9ebdbcbf79932a9a" providerId="LiveId" clId="{42FF80A0-1C15-4979-895D-1CAEF23F9227}" dt="2020-04-07T08:03:37.565" v="9111" actId="207"/>
          <ac:spMkLst>
            <pc:docMk/>
            <pc:sldMk cId="3896264477" sldId="274"/>
            <ac:spMk id="2" creationId="{96B335CD-2132-4A97-9274-DBD8893912FA}"/>
          </ac:spMkLst>
        </pc:spChg>
        <pc:spChg chg="add del mod">
          <ac:chgData name="Marie Chris Soque" userId="9ebdbcbf79932a9a" providerId="LiveId" clId="{42FF80A0-1C15-4979-895D-1CAEF23F9227}" dt="2020-04-07T03:57:35.762" v="3698" actId="26606"/>
          <ac:spMkLst>
            <pc:docMk/>
            <pc:sldMk cId="3896264477" sldId="274"/>
            <ac:spMk id="3" creationId="{3078DF17-DC05-4980-9E47-E9254D8C17A3}"/>
          </ac:spMkLst>
        </pc:spChg>
        <pc:spChg chg="add">
          <ac:chgData name="Marie Chris Soque" userId="9ebdbcbf79932a9a" providerId="LiveId" clId="{42FF80A0-1C15-4979-895D-1CAEF23F9227}" dt="2020-04-07T08:03:21.293" v="9107"/>
          <ac:spMkLst>
            <pc:docMk/>
            <pc:sldMk cId="3896264477" sldId="274"/>
            <ac:spMk id="4" creationId="{90D03B28-B187-4CE3-8FA6-FEC3F2EFC4E1}"/>
          </ac:spMkLst>
        </pc:spChg>
        <pc:spChg chg="add del">
          <ac:chgData name="Marie Chris Soque" userId="9ebdbcbf79932a9a" providerId="LiveId" clId="{42FF80A0-1C15-4979-895D-1CAEF23F9227}" dt="2020-04-07T03:57:16.513" v="3693" actId="26606"/>
          <ac:spMkLst>
            <pc:docMk/>
            <pc:sldMk cId="3896264477" sldId="274"/>
            <ac:spMk id="8" creationId="{122F9423-F4B1-45D4-8445-E9991ECCBCCF}"/>
          </ac:spMkLst>
        </pc:spChg>
        <pc:spChg chg="add del">
          <ac:chgData name="Marie Chris Soque" userId="9ebdbcbf79932a9a" providerId="LiveId" clId="{42FF80A0-1C15-4979-895D-1CAEF23F9227}" dt="2020-04-07T03:56:50.818" v="3689" actId="26606"/>
          <ac:spMkLst>
            <pc:docMk/>
            <pc:sldMk cId="3896264477" sldId="274"/>
            <ac:spMk id="10" creationId="{122F9423-F4B1-45D4-8445-E9991ECCBCCF}"/>
          </ac:spMkLst>
        </pc:spChg>
        <pc:spChg chg="add del">
          <ac:chgData name="Marie Chris Soque" userId="9ebdbcbf79932a9a" providerId="LiveId" clId="{42FF80A0-1C15-4979-895D-1CAEF23F9227}" dt="2020-04-07T03:57:29.725" v="3697" actId="26606"/>
          <ac:spMkLst>
            <pc:docMk/>
            <pc:sldMk cId="3896264477" sldId="274"/>
            <ac:spMk id="13" creationId="{AFA67CD3-AB4E-4A7A-BEB8-53C445D8C44E}"/>
          </ac:spMkLst>
        </pc:spChg>
        <pc:spChg chg="add del">
          <ac:chgData name="Marie Chris Soque" userId="9ebdbcbf79932a9a" providerId="LiveId" clId="{42FF80A0-1C15-4979-895D-1CAEF23F9227}" dt="2020-04-07T03:57:29.725" v="3697" actId="26606"/>
          <ac:spMkLst>
            <pc:docMk/>
            <pc:sldMk cId="3896264477" sldId="274"/>
            <ac:spMk id="14" creationId="{339C8D78-A644-462F-B674-F440635E5353}"/>
          </ac:spMkLst>
        </pc:spChg>
        <pc:spChg chg="add del">
          <ac:chgData name="Marie Chris Soque" userId="9ebdbcbf79932a9a" providerId="LiveId" clId="{42FF80A0-1C15-4979-895D-1CAEF23F9227}" dt="2020-04-07T03:57:29.725" v="3697" actId="26606"/>
          <ac:spMkLst>
            <pc:docMk/>
            <pc:sldMk cId="3896264477" sldId="274"/>
            <ac:spMk id="17" creationId="{3078DF17-DC05-4980-9E47-E9254D8C17A3}"/>
          </ac:spMkLst>
        </pc:spChg>
        <pc:spChg chg="add del">
          <ac:chgData name="Marie Chris Soque" userId="9ebdbcbf79932a9a" providerId="LiveId" clId="{42FF80A0-1C15-4979-895D-1CAEF23F9227}" dt="2020-04-07T03:57:55.006" v="3703" actId="26606"/>
          <ac:spMkLst>
            <pc:docMk/>
            <pc:sldMk cId="3896264477" sldId="274"/>
            <ac:spMk id="18" creationId="{122F9423-F4B1-45D4-8445-E9991ECCBCCF}"/>
          </ac:spMkLst>
        </pc:spChg>
        <pc:spChg chg="add del">
          <ac:chgData name="Marie Chris Soque" userId="9ebdbcbf79932a9a" providerId="LiveId" clId="{42FF80A0-1C15-4979-895D-1CAEF23F9227}" dt="2020-04-07T03:55:44.635" v="3658" actId="26606"/>
          <ac:spMkLst>
            <pc:docMk/>
            <pc:sldMk cId="3896264477" sldId="274"/>
            <ac:spMk id="19" creationId="{122F9423-F4B1-45D4-8445-E9991ECCBCCF}"/>
          </ac:spMkLst>
        </pc:spChg>
        <pc:spChg chg="add del">
          <ac:chgData name="Marie Chris Soque" userId="9ebdbcbf79932a9a" providerId="LiveId" clId="{42FF80A0-1C15-4979-895D-1CAEF23F9227}" dt="2020-04-07T03:57:51.767" v="3700" actId="26606"/>
          <ac:spMkLst>
            <pc:docMk/>
            <pc:sldMk cId="3896264477" sldId="274"/>
            <ac:spMk id="29" creationId="{2B566528-1B12-4246-9431-5C2D7D081168}"/>
          </ac:spMkLst>
        </pc:spChg>
        <pc:spChg chg="add del">
          <ac:chgData name="Marie Chris Soque" userId="9ebdbcbf79932a9a" providerId="LiveId" clId="{42FF80A0-1C15-4979-895D-1CAEF23F9227}" dt="2020-04-07T03:57:51.767" v="3700" actId="26606"/>
          <ac:spMkLst>
            <pc:docMk/>
            <pc:sldMk cId="3896264477" sldId="274"/>
            <ac:spMk id="31" creationId="{2E80C965-DB6D-4F81-9E9E-B027384D0BD6}"/>
          </ac:spMkLst>
        </pc:spChg>
        <pc:spChg chg="add del">
          <ac:chgData name="Marie Chris Soque" userId="9ebdbcbf79932a9a" providerId="LiveId" clId="{42FF80A0-1C15-4979-895D-1CAEF23F9227}" dt="2020-04-07T03:57:51.767" v="3700" actId="26606"/>
          <ac:spMkLst>
            <pc:docMk/>
            <pc:sldMk cId="3896264477" sldId="274"/>
            <ac:spMk id="33" creationId="{A580F890-B085-4E95-96AA-55AEBEC5CE6E}"/>
          </ac:spMkLst>
        </pc:spChg>
        <pc:spChg chg="add del">
          <ac:chgData name="Marie Chris Soque" userId="9ebdbcbf79932a9a" providerId="LiveId" clId="{42FF80A0-1C15-4979-895D-1CAEF23F9227}" dt="2020-04-07T03:57:51.767" v="3700" actId="26606"/>
          <ac:spMkLst>
            <pc:docMk/>
            <pc:sldMk cId="3896264477" sldId="274"/>
            <ac:spMk id="35" creationId="{D3F51FEB-38FB-4F6C-9F7B-2F2AFAB65463}"/>
          </ac:spMkLst>
        </pc:spChg>
        <pc:spChg chg="add del">
          <ac:chgData name="Marie Chris Soque" userId="9ebdbcbf79932a9a" providerId="LiveId" clId="{42FF80A0-1C15-4979-895D-1CAEF23F9227}" dt="2020-04-07T03:57:51.767" v="3700" actId="26606"/>
          <ac:spMkLst>
            <pc:docMk/>
            <pc:sldMk cId="3896264477" sldId="274"/>
            <ac:spMk id="37" creationId="{1E547BA6-BAE0-43BB-A7CA-60F69CE252F0}"/>
          </ac:spMkLst>
        </pc:spChg>
        <pc:spChg chg="add del">
          <ac:chgData name="Marie Chris Soque" userId="9ebdbcbf79932a9a" providerId="LiveId" clId="{42FF80A0-1C15-4979-895D-1CAEF23F9227}" dt="2020-04-07T03:57:54.928" v="3702" actId="26606"/>
          <ac:spMkLst>
            <pc:docMk/>
            <pc:sldMk cId="3896264477" sldId="274"/>
            <ac:spMk id="39" creationId="{2B566528-1B12-4246-9431-5C2D7D081168}"/>
          </ac:spMkLst>
        </pc:spChg>
        <pc:spChg chg="add del">
          <ac:chgData name="Marie Chris Soque" userId="9ebdbcbf79932a9a" providerId="LiveId" clId="{42FF80A0-1C15-4979-895D-1CAEF23F9227}" dt="2020-04-07T03:57:54.928" v="3702" actId="26606"/>
          <ac:spMkLst>
            <pc:docMk/>
            <pc:sldMk cId="3896264477" sldId="274"/>
            <ac:spMk id="40" creationId="{2E80C965-DB6D-4F81-9E9E-B027384D0BD6}"/>
          </ac:spMkLst>
        </pc:spChg>
        <pc:spChg chg="add del">
          <ac:chgData name="Marie Chris Soque" userId="9ebdbcbf79932a9a" providerId="LiveId" clId="{42FF80A0-1C15-4979-895D-1CAEF23F9227}" dt="2020-04-07T03:57:54.928" v="3702" actId="26606"/>
          <ac:spMkLst>
            <pc:docMk/>
            <pc:sldMk cId="3896264477" sldId="274"/>
            <ac:spMk id="41" creationId="{A580F890-B085-4E95-96AA-55AEBEC5CE6E}"/>
          </ac:spMkLst>
        </pc:spChg>
        <pc:spChg chg="add del">
          <ac:chgData name="Marie Chris Soque" userId="9ebdbcbf79932a9a" providerId="LiveId" clId="{42FF80A0-1C15-4979-895D-1CAEF23F9227}" dt="2020-04-07T03:57:54.928" v="3702" actId="26606"/>
          <ac:spMkLst>
            <pc:docMk/>
            <pc:sldMk cId="3896264477" sldId="274"/>
            <ac:spMk id="42" creationId="{D3F51FEB-38FB-4F6C-9F7B-2F2AFAB65463}"/>
          </ac:spMkLst>
        </pc:spChg>
        <pc:spChg chg="add del">
          <ac:chgData name="Marie Chris Soque" userId="9ebdbcbf79932a9a" providerId="LiveId" clId="{42FF80A0-1C15-4979-895D-1CAEF23F9227}" dt="2020-04-07T03:57:54.928" v="3702" actId="26606"/>
          <ac:spMkLst>
            <pc:docMk/>
            <pc:sldMk cId="3896264477" sldId="274"/>
            <ac:spMk id="43" creationId="{1E547BA6-BAE0-43BB-A7CA-60F69CE252F0}"/>
          </ac:spMkLst>
        </pc:spChg>
        <pc:grpChg chg="add del">
          <ac:chgData name="Marie Chris Soque" userId="9ebdbcbf79932a9a" providerId="LiveId" clId="{42FF80A0-1C15-4979-895D-1CAEF23F9227}" dt="2020-04-07T03:57:16.513" v="3693" actId="26606"/>
          <ac:grpSpMkLst>
            <pc:docMk/>
            <pc:sldMk cId="3896264477" sldId="274"/>
            <ac:grpSpMk id="9" creationId="{770AE191-D2EA-45C9-A44D-830C188F74CB}"/>
          </ac:grpSpMkLst>
        </pc:grpChg>
        <pc:grpChg chg="add del">
          <ac:chgData name="Marie Chris Soque" userId="9ebdbcbf79932a9a" providerId="LiveId" clId="{42FF80A0-1C15-4979-895D-1CAEF23F9227}" dt="2020-04-07T03:56:50.818" v="3689" actId="26606"/>
          <ac:grpSpMkLst>
            <pc:docMk/>
            <pc:sldMk cId="3896264477" sldId="274"/>
            <ac:grpSpMk id="12" creationId="{770AE191-D2EA-45C9-A44D-830C188F74CB}"/>
          </ac:grpSpMkLst>
        </pc:grpChg>
        <pc:grpChg chg="add del">
          <ac:chgData name="Marie Chris Soque" userId="9ebdbcbf79932a9a" providerId="LiveId" clId="{42FF80A0-1C15-4979-895D-1CAEF23F9227}" dt="2020-04-07T03:57:55.006" v="3703" actId="26606"/>
          <ac:grpSpMkLst>
            <pc:docMk/>
            <pc:sldMk cId="3896264477" sldId="274"/>
            <ac:grpSpMk id="20" creationId="{770AE191-D2EA-45C9-A44D-830C188F74CB}"/>
          </ac:grpSpMkLst>
        </pc:grpChg>
        <pc:grpChg chg="add del">
          <ac:chgData name="Marie Chris Soque" userId="9ebdbcbf79932a9a" providerId="LiveId" clId="{42FF80A0-1C15-4979-895D-1CAEF23F9227}" dt="2020-04-07T03:55:44.635" v="3658" actId="26606"/>
          <ac:grpSpMkLst>
            <pc:docMk/>
            <pc:sldMk cId="3896264477" sldId="274"/>
            <ac:grpSpMk id="21" creationId="{770AE191-D2EA-45C9-A44D-830C188F74CB}"/>
          </ac:grpSpMkLst>
        </pc:grpChg>
        <pc:graphicFrameChg chg="add del mod modGraphic">
          <ac:chgData name="Marie Chris Soque" userId="9ebdbcbf79932a9a" providerId="LiveId" clId="{42FF80A0-1C15-4979-895D-1CAEF23F9227}" dt="2020-04-07T03:56:50.818" v="3689" actId="26606"/>
          <ac:graphicFrameMkLst>
            <pc:docMk/>
            <pc:sldMk cId="3896264477" sldId="274"/>
            <ac:graphicFrameMk id="5" creationId="{E597B483-9F2B-4B10-959F-BF1F8461EA0A}"/>
          </ac:graphicFrameMkLst>
        </pc:graphicFrameChg>
        <pc:graphicFrameChg chg="add del">
          <ac:chgData name="Marie Chris Soque" userId="9ebdbcbf79932a9a" providerId="LiveId" clId="{42FF80A0-1C15-4979-895D-1CAEF23F9227}" dt="2020-04-07T03:57:12.404" v="3691" actId="26606"/>
          <ac:graphicFrameMkLst>
            <pc:docMk/>
            <pc:sldMk cId="3896264477" sldId="274"/>
            <ac:graphicFrameMk id="6" creationId="{3AF34399-8200-4889-BDF0-FFE74CA6FC0C}"/>
          </ac:graphicFrameMkLst>
        </pc:graphicFrameChg>
        <pc:graphicFrameChg chg="add del">
          <ac:chgData name="Marie Chris Soque" userId="9ebdbcbf79932a9a" providerId="LiveId" clId="{42FF80A0-1C15-4979-895D-1CAEF23F9227}" dt="2020-04-07T03:57:24.503" v="3695" actId="26606"/>
          <ac:graphicFrameMkLst>
            <pc:docMk/>
            <pc:sldMk cId="3896264477" sldId="274"/>
            <ac:graphicFrameMk id="7" creationId="{3AF34399-8200-4889-BDF0-FFE74CA6FC0C}"/>
          </ac:graphicFrameMkLst>
        </pc:graphicFrameChg>
        <pc:graphicFrameChg chg="add del">
          <ac:chgData name="Marie Chris Soque" userId="9ebdbcbf79932a9a" providerId="LiveId" clId="{42FF80A0-1C15-4979-895D-1CAEF23F9227}" dt="2020-04-07T03:57:16.513" v="3693" actId="26606"/>
          <ac:graphicFrameMkLst>
            <pc:docMk/>
            <pc:sldMk cId="3896264477" sldId="274"/>
            <ac:graphicFrameMk id="11" creationId="{45A7EE0C-E845-4703-8FA6-D4068A836117}"/>
          </ac:graphicFrameMkLst>
        </pc:graphicFrameChg>
        <pc:graphicFrameChg chg="add mod modGraphic">
          <ac:chgData name="Marie Chris Soque" userId="9ebdbcbf79932a9a" providerId="LiveId" clId="{42FF80A0-1C15-4979-895D-1CAEF23F9227}" dt="2020-04-07T04:04:06.163" v="3819" actId="1076"/>
          <ac:graphicFrameMkLst>
            <pc:docMk/>
            <pc:sldMk cId="3896264477" sldId="274"/>
            <ac:graphicFrameMk id="24" creationId="{45A7EE0C-E845-4703-8FA6-D4068A836117}"/>
          </ac:graphicFrameMkLst>
        </pc:graphicFrameChg>
        <pc:picChg chg="add del">
          <ac:chgData name="Marie Chris Soque" userId="9ebdbcbf79932a9a" providerId="LiveId" clId="{42FF80A0-1C15-4979-895D-1CAEF23F9227}" dt="2020-04-07T03:57:29.725" v="3697" actId="26606"/>
          <ac:picMkLst>
            <pc:docMk/>
            <pc:sldMk cId="3896264477" sldId="274"/>
            <ac:picMk id="15" creationId="{07CF545F-9C2E-4446-97CD-AD92990C2B68}"/>
          </ac:picMkLst>
        </pc:picChg>
        <pc:picChg chg="add del">
          <ac:chgData name="Marie Chris Soque" userId="9ebdbcbf79932a9a" providerId="LiveId" clId="{42FF80A0-1C15-4979-895D-1CAEF23F9227}" dt="2020-04-07T03:57:29.725" v="3697" actId="26606"/>
          <ac:picMkLst>
            <pc:docMk/>
            <pc:sldMk cId="3896264477" sldId="274"/>
            <ac:picMk id="16" creationId="{4AFE09D0-30FD-41BC-ADB4-B386C614DE1E}"/>
          </ac:picMkLst>
        </pc:picChg>
      </pc:sldChg>
      <pc:sldChg chg="addSp delSp modSp add mod setBg">
        <pc:chgData name="Marie Chris Soque" userId="9ebdbcbf79932a9a" providerId="LiveId" clId="{42FF80A0-1C15-4979-895D-1CAEF23F9227}" dt="2020-04-07T05:34:23.648" v="7459" actId="1076"/>
        <pc:sldMkLst>
          <pc:docMk/>
          <pc:sldMk cId="3838525994" sldId="275"/>
        </pc:sldMkLst>
        <pc:spChg chg="mod">
          <ac:chgData name="Marie Chris Soque" userId="9ebdbcbf79932a9a" providerId="LiveId" clId="{42FF80A0-1C15-4979-895D-1CAEF23F9227}" dt="2020-04-07T05:34:23.648" v="7459" actId="1076"/>
          <ac:spMkLst>
            <pc:docMk/>
            <pc:sldMk cId="3838525994" sldId="275"/>
            <ac:spMk id="2" creationId="{F1BF86A8-114D-4906-9F89-22B0EFA55BE3}"/>
          </ac:spMkLst>
        </pc:spChg>
        <pc:spChg chg="del mod">
          <ac:chgData name="Marie Chris Soque" userId="9ebdbcbf79932a9a" providerId="LiveId" clId="{42FF80A0-1C15-4979-895D-1CAEF23F9227}" dt="2020-04-07T04:03:49.057" v="3815" actId="26606"/>
          <ac:spMkLst>
            <pc:docMk/>
            <pc:sldMk cId="3838525994" sldId="275"/>
            <ac:spMk id="3" creationId="{8EE44E9C-302E-44A7-A835-30EB17C86F61}"/>
          </ac:spMkLst>
        </pc:spChg>
        <pc:spChg chg="add mod">
          <ac:chgData name="Marie Chris Soque" userId="9ebdbcbf79932a9a" providerId="LiveId" clId="{42FF80A0-1C15-4979-895D-1CAEF23F9227}" dt="2020-04-07T05:33:03.403" v="7391" actId="164"/>
          <ac:spMkLst>
            <pc:docMk/>
            <pc:sldMk cId="3838525994" sldId="275"/>
            <ac:spMk id="3" creationId="{D7CFA4E8-AAE6-43A3-A780-17281F36F72A}"/>
          </ac:spMkLst>
        </pc:spChg>
        <pc:spChg chg="add mod">
          <ac:chgData name="Marie Chris Soque" userId="9ebdbcbf79932a9a" providerId="LiveId" clId="{42FF80A0-1C15-4979-895D-1CAEF23F9227}" dt="2020-04-07T05:33:03.403" v="7391" actId="164"/>
          <ac:spMkLst>
            <pc:docMk/>
            <pc:sldMk cId="3838525994" sldId="275"/>
            <ac:spMk id="6" creationId="{C7E4354D-D365-43F8-B733-FE591B2BB80E}"/>
          </ac:spMkLst>
        </pc:spChg>
        <pc:spChg chg="add mod">
          <ac:chgData name="Marie Chris Soque" userId="9ebdbcbf79932a9a" providerId="LiveId" clId="{42FF80A0-1C15-4979-895D-1CAEF23F9227}" dt="2020-04-07T05:33:03.403" v="7391" actId="164"/>
          <ac:spMkLst>
            <pc:docMk/>
            <pc:sldMk cId="3838525994" sldId="275"/>
            <ac:spMk id="7" creationId="{2D7F1008-2C12-4481-8F56-BADD33B39575}"/>
          </ac:spMkLst>
        </pc:spChg>
        <pc:spChg chg="add mod">
          <ac:chgData name="Marie Chris Soque" userId="9ebdbcbf79932a9a" providerId="LiveId" clId="{42FF80A0-1C15-4979-895D-1CAEF23F9227}" dt="2020-04-07T05:33:03.403" v="7391" actId="164"/>
          <ac:spMkLst>
            <pc:docMk/>
            <pc:sldMk cId="3838525994" sldId="275"/>
            <ac:spMk id="8" creationId="{BBD75CF4-6ABC-4566-8515-F8D837A19DD1}"/>
          </ac:spMkLst>
        </pc:spChg>
        <pc:spChg chg="add mod">
          <ac:chgData name="Marie Chris Soque" userId="9ebdbcbf79932a9a" providerId="LiveId" clId="{42FF80A0-1C15-4979-895D-1CAEF23F9227}" dt="2020-04-07T05:34:02.899" v="7455" actId="20577"/>
          <ac:spMkLst>
            <pc:docMk/>
            <pc:sldMk cId="3838525994" sldId="275"/>
            <ac:spMk id="9" creationId="{E577B7D4-9438-413F-A81C-1C8A6958FCC3}"/>
          </ac:spMkLst>
        </pc:spChg>
        <pc:grpChg chg="add mod">
          <ac:chgData name="Marie Chris Soque" userId="9ebdbcbf79932a9a" providerId="LiveId" clId="{42FF80A0-1C15-4979-895D-1CAEF23F9227}" dt="2020-04-07T05:33:14.291" v="7394" actId="1076"/>
          <ac:grpSpMkLst>
            <pc:docMk/>
            <pc:sldMk cId="3838525994" sldId="275"/>
            <ac:grpSpMk id="4" creationId="{5061AB59-97D6-4F04-BFEC-81F840F07DFB}"/>
          </ac:grpSpMkLst>
        </pc:grpChg>
        <pc:graphicFrameChg chg="add mod modGraphic">
          <ac:chgData name="Marie Chris Soque" userId="9ebdbcbf79932a9a" providerId="LiveId" clId="{42FF80A0-1C15-4979-895D-1CAEF23F9227}" dt="2020-04-07T05:33:18.468" v="7395" actId="1076"/>
          <ac:graphicFrameMkLst>
            <pc:docMk/>
            <pc:sldMk cId="3838525994" sldId="275"/>
            <ac:graphicFrameMk id="5" creationId="{AFC2D7B8-B5BF-475C-9157-5B5F5AF3F434}"/>
          </ac:graphicFrameMkLst>
        </pc:graphicFrameChg>
      </pc:sldChg>
      <pc:sldChg chg="addSp delSp modSp add mod setBg">
        <pc:chgData name="Marie Chris Soque" userId="9ebdbcbf79932a9a" providerId="LiveId" clId="{42FF80A0-1C15-4979-895D-1CAEF23F9227}" dt="2020-04-07T08:03:46.807" v="9112" actId="1076"/>
        <pc:sldMkLst>
          <pc:docMk/>
          <pc:sldMk cId="867701674" sldId="276"/>
        </pc:sldMkLst>
        <pc:spChg chg="mod">
          <ac:chgData name="Marie Chris Soque" userId="9ebdbcbf79932a9a" providerId="LiveId" clId="{42FF80A0-1C15-4979-895D-1CAEF23F9227}" dt="2020-04-07T08:03:46.807" v="9112" actId="1076"/>
          <ac:spMkLst>
            <pc:docMk/>
            <pc:sldMk cId="867701674" sldId="276"/>
            <ac:spMk id="2" creationId="{D73F4F90-76CD-4F07-AE88-C49D01E04C97}"/>
          </ac:spMkLst>
        </pc:spChg>
        <pc:spChg chg="mod">
          <ac:chgData name="Marie Chris Soque" userId="9ebdbcbf79932a9a" providerId="LiveId" clId="{42FF80A0-1C15-4979-895D-1CAEF23F9227}" dt="2020-04-07T07:00:56.505" v="7464" actId="1076"/>
          <ac:spMkLst>
            <pc:docMk/>
            <pc:sldMk cId="867701674" sldId="276"/>
            <ac:spMk id="3" creationId="{F6D25D16-7D48-43D6-974C-75E0A42CA9EC}"/>
          </ac:spMkLst>
        </pc:spChg>
        <pc:spChg chg="add mod">
          <ac:chgData name="Marie Chris Soque" userId="9ebdbcbf79932a9a" providerId="LiveId" clId="{42FF80A0-1C15-4979-895D-1CAEF23F9227}" dt="2020-04-07T07:01:46.449" v="7474" actId="1076"/>
          <ac:spMkLst>
            <pc:docMk/>
            <pc:sldMk cId="867701674" sldId="276"/>
            <ac:spMk id="4" creationId="{88D03BDA-AC5E-4ED5-9DC2-6F08952CB22B}"/>
          </ac:spMkLst>
        </pc:spChg>
        <pc:spChg chg="add del">
          <ac:chgData name="Marie Chris Soque" userId="9ebdbcbf79932a9a" providerId="LiveId" clId="{42FF80A0-1C15-4979-895D-1CAEF23F9227}" dt="2020-04-07T04:15:46.713" v="4535" actId="26606"/>
          <ac:spMkLst>
            <pc:docMk/>
            <pc:sldMk cId="867701674" sldId="276"/>
            <ac:spMk id="10" creationId="{35177758-12DD-4CC9-902C-4B9C51CB4063}"/>
          </ac:spMkLst>
        </pc:spChg>
        <pc:spChg chg="add del">
          <ac:chgData name="Marie Chris Soque" userId="9ebdbcbf79932a9a" providerId="LiveId" clId="{42FF80A0-1C15-4979-895D-1CAEF23F9227}" dt="2020-04-07T04:15:46.713" v="4535" actId="26606"/>
          <ac:spMkLst>
            <pc:docMk/>
            <pc:sldMk cId="867701674" sldId="276"/>
            <ac:spMk id="12" creationId="{107B74A1-AC23-4029-85C2-6C2D4C277227}"/>
          </ac:spMkLst>
        </pc:spChg>
        <pc:spChg chg="add del">
          <ac:chgData name="Marie Chris Soque" userId="9ebdbcbf79932a9a" providerId="LiveId" clId="{42FF80A0-1C15-4979-895D-1CAEF23F9227}" dt="2020-04-07T04:15:46.713" v="4535" actId="26606"/>
          <ac:spMkLst>
            <pc:docMk/>
            <pc:sldMk cId="867701674" sldId="276"/>
            <ac:spMk id="14" creationId="{30FF6FEE-5B11-4DDB-8635-80A97984417A}"/>
          </ac:spMkLst>
        </pc:spChg>
        <pc:spChg chg="add del">
          <ac:chgData name="Marie Chris Soque" userId="9ebdbcbf79932a9a" providerId="LiveId" clId="{42FF80A0-1C15-4979-895D-1CAEF23F9227}" dt="2020-04-07T04:15:46.713" v="4535" actId="26606"/>
          <ac:spMkLst>
            <pc:docMk/>
            <pc:sldMk cId="867701674" sldId="276"/>
            <ac:spMk id="16" creationId="{AD949E97-66D7-467B-BDD7-5166EF523B2A}"/>
          </ac:spMkLst>
        </pc:spChg>
        <pc:spChg chg="add del">
          <ac:chgData name="Marie Chris Soque" userId="9ebdbcbf79932a9a" providerId="LiveId" clId="{42FF80A0-1C15-4979-895D-1CAEF23F9227}" dt="2020-04-07T04:15:46.713" v="4535" actId="26606"/>
          <ac:spMkLst>
            <pc:docMk/>
            <pc:sldMk cId="867701674" sldId="276"/>
            <ac:spMk id="18" creationId="{29C6353F-64ED-4D08-9A61-1E27D87466EB}"/>
          </ac:spMkLst>
        </pc:spChg>
        <pc:spChg chg="add del">
          <ac:chgData name="Marie Chris Soque" userId="9ebdbcbf79932a9a" providerId="LiveId" clId="{42FF80A0-1C15-4979-895D-1CAEF23F9227}" dt="2020-04-07T04:15:46.713" v="4535" actId="26606"/>
          <ac:spMkLst>
            <pc:docMk/>
            <pc:sldMk cId="867701674" sldId="276"/>
            <ac:spMk id="20" creationId="{F611A8EB-A9A5-412E-B620-0BFA41C65F06}"/>
          </ac:spMkLst>
        </pc:spChg>
        <pc:spChg chg="add del">
          <ac:chgData name="Marie Chris Soque" userId="9ebdbcbf79932a9a" providerId="LiveId" clId="{42FF80A0-1C15-4979-895D-1CAEF23F9227}" dt="2020-04-07T04:16:06.508" v="4541" actId="26606"/>
          <ac:spMkLst>
            <pc:docMk/>
            <pc:sldMk cId="867701674" sldId="276"/>
            <ac:spMk id="22" creationId="{AFA67CD3-AB4E-4A7A-BEB8-53C445D8C44E}"/>
          </ac:spMkLst>
        </pc:spChg>
        <pc:spChg chg="add del">
          <ac:chgData name="Marie Chris Soque" userId="9ebdbcbf79932a9a" providerId="LiveId" clId="{42FF80A0-1C15-4979-895D-1CAEF23F9227}" dt="2020-04-07T04:16:06.508" v="4541" actId="26606"/>
          <ac:spMkLst>
            <pc:docMk/>
            <pc:sldMk cId="867701674" sldId="276"/>
            <ac:spMk id="24" creationId="{339C8D78-A644-462F-B674-F440635E5353}"/>
          </ac:spMkLst>
        </pc:spChg>
        <pc:spChg chg="add del">
          <ac:chgData name="Marie Chris Soque" userId="9ebdbcbf79932a9a" providerId="LiveId" clId="{42FF80A0-1C15-4979-895D-1CAEF23F9227}" dt="2020-04-07T04:16:05.863" v="4540" actId="26606"/>
          <ac:spMkLst>
            <pc:docMk/>
            <pc:sldMk cId="867701674" sldId="276"/>
            <ac:spMk id="30" creationId="{B05E4F47-B148-49E0-B472-BBF149315524}"/>
          </ac:spMkLst>
        </pc:spChg>
        <pc:spChg chg="add del">
          <ac:chgData name="Marie Chris Soque" userId="9ebdbcbf79932a9a" providerId="LiveId" clId="{42FF80A0-1C15-4979-895D-1CAEF23F9227}" dt="2020-04-07T04:16:05.863" v="4540" actId="26606"/>
          <ac:spMkLst>
            <pc:docMk/>
            <pc:sldMk cId="867701674" sldId="276"/>
            <ac:spMk id="34" creationId="{684BF3E1-C321-4F38-85CF-FEBBEEC15E2D}"/>
          </ac:spMkLst>
        </pc:spChg>
        <pc:picChg chg="add del">
          <ac:chgData name="Marie Chris Soque" userId="9ebdbcbf79932a9a" providerId="LiveId" clId="{42FF80A0-1C15-4979-895D-1CAEF23F9227}" dt="2020-04-07T04:15:46.713" v="4535" actId="26606"/>
          <ac:picMkLst>
            <pc:docMk/>
            <pc:sldMk cId="867701674" sldId="276"/>
            <ac:picMk id="7" creationId="{B3BA04BA-E499-4514-B262-6E8EC35C439F}"/>
          </ac:picMkLst>
        </pc:picChg>
        <pc:picChg chg="add del">
          <ac:chgData name="Marie Chris Soque" userId="9ebdbcbf79932a9a" providerId="LiveId" clId="{42FF80A0-1C15-4979-895D-1CAEF23F9227}" dt="2020-04-07T04:16:06.508" v="4541" actId="26606"/>
          <ac:picMkLst>
            <pc:docMk/>
            <pc:sldMk cId="867701674" sldId="276"/>
            <ac:picMk id="23" creationId="{07CF545F-9C2E-4446-97CD-AD92990C2B68}"/>
          </ac:picMkLst>
        </pc:picChg>
        <pc:picChg chg="add del mod">
          <ac:chgData name="Marie Chris Soque" userId="9ebdbcbf79932a9a" providerId="LiveId" clId="{42FF80A0-1C15-4979-895D-1CAEF23F9227}" dt="2020-04-07T04:16:06.508" v="4541" actId="26606"/>
          <ac:picMkLst>
            <pc:docMk/>
            <pc:sldMk cId="867701674" sldId="276"/>
            <ac:picMk id="25" creationId="{F1E9FCB4-0070-4920-B4F9-7E52CAF57CC0}"/>
          </ac:picMkLst>
        </pc:picChg>
        <pc:picChg chg="add del">
          <ac:chgData name="Marie Chris Soque" userId="9ebdbcbf79932a9a" providerId="LiveId" clId="{42FF80A0-1C15-4979-895D-1CAEF23F9227}" dt="2020-04-07T04:16:05.863" v="4540" actId="26606"/>
          <ac:picMkLst>
            <pc:docMk/>
            <pc:sldMk cId="867701674" sldId="276"/>
            <ac:picMk id="32" creationId="{7A2CE8EB-F719-4F84-9E91-F538438CAC76}"/>
          </ac:picMkLst>
        </pc:picChg>
      </pc:sldChg>
      <pc:sldChg chg="addSp delSp modSp add mod setBg">
        <pc:chgData name="Marie Chris Soque" userId="9ebdbcbf79932a9a" providerId="LiveId" clId="{42FF80A0-1C15-4979-895D-1CAEF23F9227}" dt="2020-04-07T07:53:21.389" v="9093" actId="26606"/>
        <pc:sldMkLst>
          <pc:docMk/>
          <pc:sldMk cId="2412981951" sldId="277"/>
        </pc:sldMkLst>
        <pc:spChg chg="del mod ord">
          <ac:chgData name="Marie Chris Soque" userId="9ebdbcbf79932a9a" providerId="LiveId" clId="{42FF80A0-1C15-4979-895D-1CAEF23F9227}" dt="2020-04-07T04:25:05.053" v="4601" actId="478"/>
          <ac:spMkLst>
            <pc:docMk/>
            <pc:sldMk cId="2412981951" sldId="277"/>
            <ac:spMk id="2" creationId="{0C43CC11-0F86-4355-A157-C515EA8C97E0}"/>
          </ac:spMkLst>
        </pc:spChg>
        <pc:spChg chg="del">
          <ac:chgData name="Marie Chris Soque" userId="9ebdbcbf79932a9a" providerId="LiveId" clId="{42FF80A0-1C15-4979-895D-1CAEF23F9227}" dt="2020-04-07T04:16:50.360" v="4574" actId="478"/>
          <ac:spMkLst>
            <pc:docMk/>
            <pc:sldMk cId="2412981951" sldId="277"/>
            <ac:spMk id="3" creationId="{F6BFDC84-9FDF-4631-B047-B5FA93081755}"/>
          </ac:spMkLst>
        </pc:spChg>
        <pc:spChg chg="add del">
          <ac:chgData name="Marie Chris Soque" userId="9ebdbcbf79932a9a" providerId="LiveId" clId="{42FF80A0-1C15-4979-895D-1CAEF23F9227}" dt="2020-04-07T04:17:32.724" v="4585" actId="26606"/>
          <ac:spMkLst>
            <pc:docMk/>
            <pc:sldMk cId="2412981951" sldId="277"/>
            <ac:spMk id="6" creationId="{75F4D120-3921-42A8-A063-46B023CB0CDA}"/>
          </ac:spMkLst>
        </pc:spChg>
        <pc:spChg chg="add del">
          <ac:chgData name="Marie Chris Soque" userId="9ebdbcbf79932a9a" providerId="LiveId" clId="{42FF80A0-1C15-4979-895D-1CAEF23F9227}" dt="2020-04-07T04:17:36.348" v="4587" actId="26606"/>
          <ac:spMkLst>
            <pc:docMk/>
            <pc:sldMk cId="2412981951" sldId="277"/>
            <ac:spMk id="7" creationId="{5922BD39-6B5B-493A-BE62-58ECD0F7A75A}"/>
          </ac:spMkLst>
        </pc:spChg>
        <pc:spChg chg="add del">
          <ac:chgData name="Marie Chris Soque" userId="9ebdbcbf79932a9a" providerId="LiveId" clId="{42FF80A0-1C15-4979-895D-1CAEF23F9227}" dt="2020-04-07T04:17:27.064" v="4583" actId="26606"/>
          <ac:spMkLst>
            <pc:docMk/>
            <pc:sldMk cId="2412981951" sldId="277"/>
            <ac:spMk id="9" creationId="{A4AC5506-6312-4701-8D3C-40187889A947}"/>
          </ac:spMkLst>
        </pc:spChg>
        <pc:spChg chg="add del mod">
          <ac:chgData name="Marie Chris Soque" userId="9ebdbcbf79932a9a" providerId="LiveId" clId="{42FF80A0-1C15-4979-895D-1CAEF23F9227}" dt="2020-04-07T04:25:08.937" v="4603" actId="478"/>
          <ac:spMkLst>
            <pc:docMk/>
            <pc:sldMk cId="2412981951" sldId="277"/>
            <ac:spMk id="10" creationId="{63B19D63-8A9F-4598-BBE6-9618F705279B}"/>
          </ac:spMkLst>
        </pc:spChg>
        <pc:spChg chg="add del">
          <ac:chgData name="Marie Chris Soque" userId="9ebdbcbf79932a9a" providerId="LiveId" clId="{42FF80A0-1C15-4979-895D-1CAEF23F9227}" dt="2020-04-07T04:17:36.348" v="4587" actId="26606"/>
          <ac:spMkLst>
            <pc:docMk/>
            <pc:sldMk cId="2412981951" sldId="277"/>
            <ac:spMk id="13" creationId="{53FD85F6-ECDC-4124-9916-6444E142C663}"/>
          </ac:spMkLst>
        </pc:spChg>
        <pc:spChg chg="add del">
          <ac:chgData name="Marie Chris Soque" userId="9ebdbcbf79932a9a" providerId="LiveId" clId="{42FF80A0-1C15-4979-895D-1CAEF23F9227}" dt="2020-04-07T04:17:36.348" v="4587" actId="26606"/>
          <ac:spMkLst>
            <pc:docMk/>
            <pc:sldMk cId="2412981951" sldId="277"/>
            <ac:spMk id="15" creationId="{FB5D26B4-74AD-4118-8F13-7051DA3BFA87}"/>
          </ac:spMkLst>
        </pc:spChg>
        <pc:spChg chg="add del">
          <ac:chgData name="Marie Chris Soque" userId="9ebdbcbf79932a9a" providerId="LiveId" clId="{42FF80A0-1C15-4979-895D-1CAEF23F9227}" dt="2020-04-07T07:53:21.389" v="9093" actId="26606"/>
          <ac:spMkLst>
            <pc:docMk/>
            <pc:sldMk cId="2412981951" sldId="277"/>
            <ac:spMk id="71" creationId="{32BC26D8-82FB-445E-AA49-62A77D7C1EE0}"/>
          </ac:spMkLst>
        </pc:spChg>
        <pc:spChg chg="add del">
          <ac:chgData name="Marie Chris Soque" userId="9ebdbcbf79932a9a" providerId="LiveId" clId="{42FF80A0-1C15-4979-895D-1CAEF23F9227}" dt="2020-04-07T07:53:21.389" v="9093" actId="26606"/>
          <ac:spMkLst>
            <pc:docMk/>
            <pc:sldMk cId="2412981951" sldId="277"/>
            <ac:spMk id="73" creationId="{CB44330D-EA18-4254-AA95-EB49948539B8}"/>
          </ac:spMkLst>
        </pc:spChg>
        <pc:picChg chg="add del mod modCrop">
          <ac:chgData name="Marie Chris Soque" userId="9ebdbcbf79932a9a" providerId="LiveId" clId="{42FF80A0-1C15-4979-895D-1CAEF23F9227}" dt="2020-04-07T04:19:56.500" v="4594" actId="478"/>
          <ac:picMkLst>
            <pc:docMk/>
            <pc:sldMk cId="2412981951" sldId="277"/>
            <ac:picMk id="4" creationId="{853B31E1-8AF4-4C56-81E0-47C79C8672DD}"/>
          </ac:picMkLst>
        </pc:picChg>
        <pc:picChg chg="add del">
          <ac:chgData name="Marie Chris Soque" userId="9ebdbcbf79932a9a" providerId="LiveId" clId="{42FF80A0-1C15-4979-895D-1CAEF23F9227}" dt="2020-04-07T04:17:36.348" v="4587" actId="26606"/>
          <ac:picMkLst>
            <pc:docMk/>
            <pc:sldMk cId="2412981951" sldId="277"/>
            <ac:picMk id="8" creationId="{4741521E-DC76-41B9-8A47-448CD4F9FA46}"/>
          </ac:picMkLst>
        </pc:picChg>
        <pc:picChg chg="add del">
          <ac:chgData name="Marie Chris Soque" userId="9ebdbcbf79932a9a" providerId="LiveId" clId="{42FF80A0-1C15-4979-895D-1CAEF23F9227}" dt="2020-04-07T04:17:32.724" v="4585" actId="26606"/>
          <ac:picMkLst>
            <pc:docMk/>
            <pc:sldMk cId="2412981951" sldId="277"/>
            <ac:picMk id="11" creationId="{9D01B3E5-85F4-41A9-A504-D5E6268DEC1D}"/>
          </ac:picMkLst>
        </pc:picChg>
        <pc:picChg chg="add mod">
          <ac:chgData name="Marie Chris Soque" userId="9ebdbcbf79932a9a" providerId="LiveId" clId="{42FF80A0-1C15-4979-895D-1CAEF23F9227}" dt="2020-04-07T07:53:21.389" v="9093" actId="26606"/>
          <ac:picMkLst>
            <pc:docMk/>
            <pc:sldMk cId="2412981951" sldId="277"/>
            <ac:picMk id="1026" creationId="{336EFFE5-96F8-4989-9EB1-C6106FC58669}"/>
          </ac:picMkLst>
        </pc:picChg>
      </pc:sldChg>
      <pc:sldChg chg="modSp add">
        <pc:chgData name="Marie Chris Soque" userId="9ebdbcbf79932a9a" providerId="LiveId" clId="{42FF80A0-1C15-4979-895D-1CAEF23F9227}" dt="2020-04-07T04:28:12.046" v="4610" actId="20577"/>
        <pc:sldMkLst>
          <pc:docMk/>
          <pc:sldMk cId="132828227" sldId="278"/>
        </pc:sldMkLst>
        <pc:spChg chg="mod">
          <ac:chgData name="Marie Chris Soque" userId="9ebdbcbf79932a9a" providerId="LiveId" clId="{42FF80A0-1C15-4979-895D-1CAEF23F9227}" dt="2020-04-07T04:28:07.720" v="4608" actId="20577"/>
          <ac:spMkLst>
            <pc:docMk/>
            <pc:sldMk cId="132828227" sldId="278"/>
            <ac:spMk id="2" creationId="{26AD339F-CD4B-4FCC-AADD-4449CCA42FB7}"/>
          </ac:spMkLst>
        </pc:spChg>
        <pc:spChg chg="mod">
          <ac:chgData name="Marie Chris Soque" userId="9ebdbcbf79932a9a" providerId="LiveId" clId="{42FF80A0-1C15-4979-895D-1CAEF23F9227}" dt="2020-04-07T04:28:12.046" v="4610" actId="20577"/>
          <ac:spMkLst>
            <pc:docMk/>
            <pc:sldMk cId="132828227" sldId="278"/>
            <ac:spMk id="3" creationId="{1040C2EB-69A2-43FE-875B-BD02C0C4F430}"/>
          </ac:spMkLst>
        </pc:spChg>
      </pc:sldChg>
      <pc:sldChg chg="addSp delSp modSp add del mod setBg">
        <pc:chgData name="Marie Chris Soque" userId="9ebdbcbf79932a9a" providerId="LiveId" clId="{42FF80A0-1C15-4979-895D-1CAEF23F9227}" dt="2020-04-07T04:39:03.953" v="4911" actId="47"/>
        <pc:sldMkLst>
          <pc:docMk/>
          <pc:sldMk cId="1590536358" sldId="279"/>
        </pc:sldMkLst>
        <pc:spChg chg="mod">
          <ac:chgData name="Marie Chris Soque" userId="9ebdbcbf79932a9a" providerId="LiveId" clId="{42FF80A0-1C15-4979-895D-1CAEF23F9227}" dt="2020-04-07T04:39:00.012" v="4910" actId="20577"/>
          <ac:spMkLst>
            <pc:docMk/>
            <pc:sldMk cId="1590536358" sldId="279"/>
            <ac:spMk id="2" creationId="{A14E6750-56E1-494E-B57A-69E461BC168D}"/>
          </ac:spMkLst>
        </pc:spChg>
        <pc:spChg chg="add del mod">
          <ac:chgData name="Marie Chris Soque" userId="9ebdbcbf79932a9a" providerId="LiveId" clId="{42FF80A0-1C15-4979-895D-1CAEF23F9227}" dt="2020-04-07T04:35:31.986" v="4864" actId="26606"/>
          <ac:spMkLst>
            <pc:docMk/>
            <pc:sldMk cId="1590536358" sldId="279"/>
            <ac:spMk id="3" creationId="{F387DA8B-D386-4182-8CB9-E38A86916FF6}"/>
          </ac:spMkLst>
        </pc:spChg>
        <pc:spChg chg="add del">
          <ac:chgData name="Marie Chris Soque" userId="9ebdbcbf79932a9a" providerId="LiveId" clId="{42FF80A0-1C15-4979-895D-1CAEF23F9227}" dt="2020-04-07T04:35:14.496" v="4861" actId="26606"/>
          <ac:spMkLst>
            <pc:docMk/>
            <pc:sldMk cId="1590536358" sldId="279"/>
            <ac:spMk id="8" creationId="{85016AEC-0320-4ED0-8ECB-FE11DDDFE17A}"/>
          </ac:spMkLst>
        </pc:spChg>
        <pc:spChg chg="add del">
          <ac:chgData name="Marie Chris Soque" userId="9ebdbcbf79932a9a" providerId="LiveId" clId="{42FF80A0-1C15-4979-895D-1CAEF23F9227}" dt="2020-04-07T04:35:14.496" v="4861" actId="26606"/>
          <ac:spMkLst>
            <pc:docMk/>
            <pc:sldMk cId="1590536358" sldId="279"/>
            <ac:spMk id="10" creationId="{D3CDB30C-1F82-41E6-A067-831D6E89184F}"/>
          </ac:spMkLst>
        </pc:spChg>
        <pc:spChg chg="add del">
          <ac:chgData name="Marie Chris Soque" userId="9ebdbcbf79932a9a" providerId="LiveId" clId="{42FF80A0-1C15-4979-895D-1CAEF23F9227}" dt="2020-04-07T04:35:14.496" v="4861" actId="26606"/>
          <ac:spMkLst>
            <pc:docMk/>
            <pc:sldMk cId="1590536358" sldId="279"/>
            <ac:spMk id="12" creationId="{2DDA86DD-F997-4F66-A87C-5B58AB6D19EC}"/>
          </ac:spMkLst>
        </pc:spChg>
        <pc:spChg chg="add del">
          <ac:chgData name="Marie Chris Soque" userId="9ebdbcbf79932a9a" providerId="LiveId" clId="{42FF80A0-1C15-4979-895D-1CAEF23F9227}" dt="2020-04-07T04:35:14.496" v="4861" actId="26606"/>
          <ac:spMkLst>
            <pc:docMk/>
            <pc:sldMk cId="1590536358" sldId="279"/>
            <ac:spMk id="14" creationId="{D241B827-437E-40A3-A732-669230D6A5BC}"/>
          </ac:spMkLst>
        </pc:spChg>
        <pc:spChg chg="add del">
          <ac:chgData name="Marie Chris Soque" userId="9ebdbcbf79932a9a" providerId="LiveId" clId="{42FF80A0-1C15-4979-895D-1CAEF23F9227}" dt="2020-04-07T04:35:31.913" v="4863" actId="26606"/>
          <ac:spMkLst>
            <pc:docMk/>
            <pc:sldMk cId="1590536358" sldId="279"/>
            <ac:spMk id="16" creationId="{46C2E80F-49A6-4372-B103-219D417A55ED}"/>
          </ac:spMkLst>
        </pc:spChg>
        <pc:graphicFrameChg chg="add del">
          <ac:chgData name="Marie Chris Soque" userId="9ebdbcbf79932a9a" providerId="LiveId" clId="{42FF80A0-1C15-4979-895D-1CAEF23F9227}" dt="2020-04-07T04:35:31.913" v="4863" actId="26606"/>
          <ac:graphicFrameMkLst>
            <pc:docMk/>
            <pc:sldMk cId="1590536358" sldId="279"/>
            <ac:graphicFrameMk id="5" creationId="{1CDBFD68-3CAF-4D14-8D85-5487DCADA7C0}"/>
          </ac:graphicFrameMkLst>
        </pc:graphicFrameChg>
        <pc:graphicFrameChg chg="add mod modGraphic">
          <ac:chgData name="Marie Chris Soque" userId="9ebdbcbf79932a9a" providerId="LiveId" clId="{42FF80A0-1C15-4979-895D-1CAEF23F9227}" dt="2020-04-07T04:38:47.013" v="4909" actId="26606"/>
          <ac:graphicFrameMkLst>
            <pc:docMk/>
            <pc:sldMk cId="1590536358" sldId="279"/>
            <ac:graphicFrameMk id="18" creationId="{0874E3FD-15B1-4C31-A486-C67EF49FB57D}"/>
          </ac:graphicFrameMkLst>
        </pc:graphicFrameChg>
      </pc:sldChg>
      <pc:sldChg chg="addSp delSp modSp add mod setBg">
        <pc:chgData name="Marie Chris Soque" userId="9ebdbcbf79932a9a" providerId="LiveId" clId="{42FF80A0-1C15-4979-895D-1CAEF23F9227}" dt="2020-04-07T07:02:20.536" v="7485" actId="1076"/>
        <pc:sldMkLst>
          <pc:docMk/>
          <pc:sldMk cId="2517857578" sldId="279"/>
        </pc:sldMkLst>
        <pc:spChg chg="mod">
          <ac:chgData name="Marie Chris Soque" userId="9ebdbcbf79932a9a" providerId="LiveId" clId="{42FF80A0-1C15-4979-895D-1CAEF23F9227}" dt="2020-04-07T07:02:20.270" v="7484" actId="14100"/>
          <ac:spMkLst>
            <pc:docMk/>
            <pc:sldMk cId="2517857578" sldId="279"/>
            <ac:spMk id="2" creationId="{5CB77F14-C1F1-40E5-881D-65536F1A84D3}"/>
          </ac:spMkLst>
        </pc:spChg>
        <pc:spChg chg="add del mod">
          <ac:chgData name="Marie Chris Soque" userId="9ebdbcbf79932a9a" providerId="LiveId" clId="{42FF80A0-1C15-4979-895D-1CAEF23F9227}" dt="2020-04-07T04:43:31.854" v="5242" actId="26606"/>
          <ac:spMkLst>
            <pc:docMk/>
            <pc:sldMk cId="2517857578" sldId="279"/>
            <ac:spMk id="3" creationId="{35E0922D-09EA-4626-B906-8A8860B5A922}"/>
          </ac:spMkLst>
        </pc:spChg>
        <pc:spChg chg="add del">
          <ac:chgData name="Marie Chris Soque" userId="9ebdbcbf79932a9a" providerId="LiveId" clId="{42FF80A0-1C15-4979-895D-1CAEF23F9227}" dt="2020-04-07T04:43:17.550" v="5233" actId="26606"/>
          <ac:spMkLst>
            <pc:docMk/>
            <pc:sldMk cId="2517857578" sldId="279"/>
            <ac:spMk id="10" creationId="{3A5B4632-C963-4296-86F0-79AA9EA5AE98}"/>
          </ac:spMkLst>
        </pc:spChg>
        <pc:spChg chg="add del">
          <ac:chgData name="Marie Chris Soque" userId="9ebdbcbf79932a9a" providerId="LiveId" clId="{42FF80A0-1C15-4979-895D-1CAEF23F9227}" dt="2020-04-07T04:43:31.712" v="5241" actId="26606"/>
          <ac:spMkLst>
            <pc:docMk/>
            <pc:sldMk cId="2517857578" sldId="279"/>
            <ac:spMk id="18" creationId="{3A5B4632-C963-4296-86F0-79AA9EA5AE98}"/>
          </ac:spMkLst>
        </pc:spChg>
        <pc:graphicFrameChg chg="add del">
          <ac:chgData name="Marie Chris Soque" userId="9ebdbcbf79932a9a" providerId="LiveId" clId="{42FF80A0-1C15-4979-895D-1CAEF23F9227}" dt="2020-04-07T04:43:17.550" v="5233" actId="26606"/>
          <ac:graphicFrameMkLst>
            <pc:docMk/>
            <pc:sldMk cId="2517857578" sldId="279"/>
            <ac:graphicFrameMk id="5" creationId="{F5705190-CEF4-41FA-AC92-008042A2FAFB}"/>
          </ac:graphicFrameMkLst>
        </pc:graphicFrameChg>
        <pc:graphicFrameChg chg="add del">
          <ac:chgData name="Marie Chris Soque" userId="9ebdbcbf79932a9a" providerId="LiveId" clId="{42FF80A0-1C15-4979-895D-1CAEF23F9227}" dt="2020-04-07T04:43:20.256" v="5235" actId="26606"/>
          <ac:graphicFrameMkLst>
            <pc:docMk/>
            <pc:sldMk cId="2517857578" sldId="279"/>
            <ac:graphicFrameMk id="12" creationId="{B7D17EF9-A875-479F-8019-0E677C7FD2BF}"/>
          </ac:graphicFrameMkLst>
        </pc:graphicFrameChg>
        <pc:graphicFrameChg chg="add del">
          <ac:chgData name="Marie Chris Soque" userId="9ebdbcbf79932a9a" providerId="LiveId" clId="{42FF80A0-1C15-4979-895D-1CAEF23F9227}" dt="2020-04-07T04:43:22.509" v="5237" actId="26606"/>
          <ac:graphicFrameMkLst>
            <pc:docMk/>
            <pc:sldMk cId="2517857578" sldId="279"/>
            <ac:graphicFrameMk id="14" creationId="{5182F776-F41D-4E1B-BA36-2BC94540F2C7}"/>
          </ac:graphicFrameMkLst>
        </pc:graphicFrameChg>
        <pc:graphicFrameChg chg="add del">
          <ac:chgData name="Marie Chris Soque" userId="9ebdbcbf79932a9a" providerId="LiveId" clId="{42FF80A0-1C15-4979-895D-1CAEF23F9227}" dt="2020-04-07T04:43:24.893" v="5239" actId="26606"/>
          <ac:graphicFrameMkLst>
            <pc:docMk/>
            <pc:sldMk cId="2517857578" sldId="279"/>
            <ac:graphicFrameMk id="16" creationId="{F858894F-1EF2-4615-8BBA-7208F058D4B7}"/>
          </ac:graphicFrameMkLst>
        </pc:graphicFrameChg>
        <pc:graphicFrameChg chg="add del">
          <ac:chgData name="Marie Chris Soque" userId="9ebdbcbf79932a9a" providerId="LiveId" clId="{42FF80A0-1C15-4979-895D-1CAEF23F9227}" dt="2020-04-07T04:43:31.712" v="5241" actId="26606"/>
          <ac:graphicFrameMkLst>
            <pc:docMk/>
            <pc:sldMk cId="2517857578" sldId="279"/>
            <ac:graphicFrameMk id="19" creationId="{F5705190-CEF4-41FA-AC92-008042A2FAFB}"/>
          </ac:graphicFrameMkLst>
        </pc:graphicFrameChg>
        <pc:graphicFrameChg chg="add mod modGraphic">
          <ac:chgData name="Marie Chris Soque" userId="9ebdbcbf79932a9a" providerId="LiveId" clId="{42FF80A0-1C15-4979-895D-1CAEF23F9227}" dt="2020-04-07T07:02:20.536" v="7485" actId="1076"/>
          <ac:graphicFrameMkLst>
            <pc:docMk/>
            <pc:sldMk cId="2517857578" sldId="279"/>
            <ac:graphicFrameMk id="21" creationId="{072742E0-420E-4008-BEED-D11B89EACB28}"/>
          </ac:graphicFrameMkLst>
        </pc:graphicFrameChg>
      </pc:sldChg>
      <pc:sldChg chg="addSp delSp modSp add mod setBg">
        <pc:chgData name="Marie Chris Soque" userId="9ebdbcbf79932a9a" providerId="LiveId" clId="{42FF80A0-1C15-4979-895D-1CAEF23F9227}" dt="2020-04-07T07:02:31.365" v="7486" actId="1076"/>
        <pc:sldMkLst>
          <pc:docMk/>
          <pc:sldMk cId="3328452900" sldId="280"/>
        </pc:sldMkLst>
        <pc:spChg chg="mod">
          <ac:chgData name="Marie Chris Soque" userId="9ebdbcbf79932a9a" providerId="LiveId" clId="{42FF80A0-1C15-4979-895D-1CAEF23F9227}" dt="2020-04-07T04:53:17.003" v="5531" actId="1076"/>
          <ac:spMkLst>
            <pc:docMk/>
            <pc:sldMk cId="3328452900" sldId="280"/>
            <ac:spMk id="2" creationId="{E4A47054-A262-4B84-A96A-49C55748A9F0}"/>
          </ac:spMkLst>
        </pc:spChg>
        <pc:spChg chg="del mod">
          <ac:chgData name="Marie Chris Soque" userId="9ebdbcbf79932a9a" providerId="LiveId" clId="{42FF80A0-1C15-4979-895D-1CAEF23F9227}" dt="2020-04-07T04:51:46.301" v="5507" actId="26606"/>
          <ac:spMkLst>
            <pc:docMk/>
            <pc:sldMk cId="3328452900" sldId="280"/>
            <ac:spMk id="3" creationId="{7CF00F9D-796F-4AF2-815F-095E5D5883AC}"/>
          </ac:spMkLst>
        </pc:spChg>
        <pc:graphicFrameChg chg="add mod">
          <ac:chgData name="Marie Chris Soque" userId="9ebdbcbf79932a9a" providerId="LiveId" clId="{42FF80A0-1C15-4979-895D-1CAEF23F9227}" dt="2020-04-07T07:02:31.365" v="7486" actId="1076"/>
          <ac:graphicFrameMkLst>
            <pc:docMk/>
            <pc:sldMk cId="3328452900" sldId="280"/>
            <ac:graphicFrameMk id="5" creationId="{7D0E7E3D-6D86-4341-BA40-22D1C439AFD6}"/>
          </ac:graphicFrameMkLst>
        </pc:graphicFrameChg>
      </pc:sldChg>
      <pc:sldChg chg="addSp delSp modSp add del ord">
        <pc:chgData name="Marie Chris Soque" userId="9ebdbcbf79932a9a" providerId="LiveId" clId="{42FF80A0-1C15-4979-895D-1CAEF23F9227}" dt="2020-04-07T04:38:37.657" v="4908" actId="47"/>
        <pc:sldMkLst>
          <pc:docMk/>
          <pc:sldMk cId="3688365737" sldId="280"/>
        </pc:sldMkLst>
        <pc:spChg chg="mod">
          <ac:chgData name="Marie Chris Soque" userId="9ebdbcbf79932a9a" providerId="LiveId" clId="{42FF80A0-1C15-4979-895D-1CAEF23F9227}" dt="2020-04-07T04:36:48.053" v="4875" actId="1076"/>
          <ac:spMkLst>
            <pc:docMk/>
            <pc:sldMk cId="3688365737" sldId="280"/>
            <ac:spMk id="2" creationId="{F1BF86A8-114D-4906-9F89-22B0EFA55BE3}"/>
          </ac:spMkLst>
        </pc:spChg>
        <pc:spChg chg="del mod">
          <ac:chgData name="Marie Chris Soque" userId="9ebdbcbf79932a9a" providerId="LiveId" clId="{42FF80A0-1C15-4979-895D-1CAEF23F9227}" dt="2020-04-07T04:38:32.575" v="4907" actId="478"/>
          <ac:spMkLst>
            <pc:docMk/>
            <pc:sldMk cId="3688365737" sldId="280"/>
            <ac:spMk id="3" creationId="{D7CFA4E8-AAE6-43A3-A780-17281F36F72A}"/>
          </ac:spMkLst>
        </pc:spChg>
        <pc:spChg chg="del mod">
          <ac:chgData name="Marie Chris Soque" userId="9ebdbcbf79932a9a" providerId="LiveId" clId="{42FF80A0-1C15-4979-895D-1CAEF23F9227}" dt="2020-04-07T04:38:32.575" v="4907" actId="478"/>
          <ac:spMkLst>
            <pc:docMk/>
            <pc:sldMk cId="3688365737" sldId="280"/>
            <ac:spMk id="6" creationId="{C7E4354D-D365-43F8-B733-FE591B2BB80E}"/>
          </ac:spMkLst>
        </pc:spChg>
        <pc:spChg chg="del">
          <ac:chgData name="Marie Chris Soque" userId="9ebdbcbf79932a9a" providerId="LiveId" clId="{42FF80A0-1C15-4979-895D-1CAEF23F9227}" dt="2020-04-07T04:38:32.575" v="4907" actId="478"/>
          <ac:spMkLst>
            <pc:docMk/>
            <pc:sldMk cId="3688365737" sldId="280"/>
            <ac:spMk id="7" creationId="{2D7F1008-2C12-4481-8F56-BADD33B39575}"/>
          </ac:spMkLst>
        </pc:spChg>
        <pc:spChg chg="del">
          <ac:chgData name="Marie Chris Soque" userId="9ebdbcbf79932a9a" providerId="LiveId" clId="{42FF80A0-1C15-4979-895D-1CAEF23F9227}" dt="2020-04-07T04:38:32.575" v="4907" actId="478"/>
          <ac:spMkLst>
            <pc:docMk/>
            <pc:sldMk cId="3688365737" sldId="280"/>
            <ac:spMk id="8" creationId="{BBD75CF4-6ABC-4566-8515-F8D837A19DD1}"/>
          </ac:spMkLst>
        </pc:spChg>
        <pc:spChg chg="add del mod">
          <ac:chgData name="Marie Chris Soque" userId="9ebdbcbf79932a9a" providerId="LiveId" clId="{42FF80A0-1C15-4979-895D-1CAEF23F9227}" dt="2020-04-07T04:38:12.671" v="4902" actId="478"/>
          <ac:spMkLst>
            <pc:docMk/>
            <pc:sldMk cId="3688365737" sldId="280"/>
            <ac:spMk id="9" creationId="{C44525BE-B11E-4468-8ACE-B52C8A4C065E}"/>
          </ac:spMkLst>
        </pc:spChg>
        <pc:graphicFrameChg chg="del mod">
          <ac:chgData name="Marie Chris Soque" userId="9ebdbcbf79932a9a" providerId="LiveId" clId="{42FF80A0-1C15-4979-895D-1CAEF23F9227}" dt="2020-04-07T04:38:09.516" v="4901" actId="478"/>
          <ac:graphicFrameMkLst>
            <pc:docMk/>
            <pc:sldMk cId="3688365737" sldId="280"/>
            <ac:graphicFrameMk id="5" creationId="{AFC2D7B8-B5BF-475C-9157-5B5F5AF3F434}"/>
          </ac:graphicFrameMkLst>
        </pc:graphicFrameChg>
      </pc:sldChg>
      <pc:sldChg chg="addSp delSp modSp add mod setBg">
        <pc:chgData name="Marie Chris Soque" userId="9ebdbcbf79932a9a" providerId="LiveId" clId="{42FF80A0-1C15-4979-895D-1CAEF23F9227}" dt="2020-04-07T08:04:27.531" v="9121" actId="1076"/>
        <pc:sldMkLst>
          <pc:docMk/>
          <pc:sldMk cId="1190908800" sldId="281"/>
        </pc:sldMkLst>
        <pc:spChg chg="mod">
          <ac:chgData name="Marie Chris Soque" userId="9ebdbcbf79932a9a" providerId="LiveId" clId="{42FF80A0-1C15-4979-895D-1CAEF23F9227}" dt="2020-04-07T08:04:17.708" v="9118" actId="404"/>
          <ac:spMkLst>
            <pc:docMk/>
            <pc:sldMk cId="1190908800" sldId="281"/>
            <ac:spMk id="2" creationId="{C75C4210-9E32-45BA-8258-F7EEC98E837C}"/>
          </ac:spMkLst>
        </pc:spChg>
        <pc:spChg chg="del">
          <ac:chgData name="Marie Chris Soque" userId="9ebdbcbf79932a9a" providerId="LiveId" clId="{42FF80A0-1C15-4979-895D-1CAEF23F9227}" dt="2020-04-07T04:56:25.446" v="5647" actId="478"/>
          <ac:spMkLst>
            <pc:docMk/>
            <pc:sldMk cId="1190908800" sldId="281"/>
            <ac:spMk id="3" creationId="{83CD9C2C-C2E4-49FB-8F11-3FA670BE4168}"/>
          </ac:spMkLst>
        </pc:spChg>
        <pc:spChg chg="add del">
          <ac:chgData name="Marie Chris Soque" userId="9ebdbcbf79932a9a" providerId="LiveId" clId="{42FF80A0-1C15-4979-895D-1CAEF23F9227}" dt="2020-04-07T08:04:12.107" v="9116" actId="26606"/>
          <ac:spMkLst>
            <pc:docMk/>
            <pc:sldMk cId="1190908800" sldId="281"/>
            <ac:spMk id="9" creationId="{D12DDE76-C203-4047-9998-63900085B5E8}"/>
          </ac:spMkLst>
        </pc:spChg>
        <pc:picChg chg="add mod modCrop">
          <ac:chgData name="Marie Chris Soque" userId="9ebdbcbf79932a9a" providerId="LiveId" clId="{42FF80A0-1C15-4979-895D-1CAEF23F9227}" dt="2020-04-07T08:04:27.531" v="9121" actId="1076"/>
          <ac:picMkLst>
            <pc:docMk/>
            <pc:sldMk cId="1190908800" sldId="281"/>
            <ac:picMk id="4" creationId="{5312BFFC-3539-4FE2-A9AD-22A1E820F209}"/>
          </ac:picMkLst>
        </pc:picChg>
      </pc:sldChg>
      <pc:sldChg chg="addSp delSp modSp add">
        <pc:chgData name="Marie Chris Soque" userId="9ebdbcbf79932a9a" providerId="LiveId" clId="{42FF80A0-1C15-4979-895D-1CAEF23F9227}" dt="2020-04-07T04:59:55.957" v="5720" actId="14100"/>
        <pc:sldMkLst>
          <pc:docMk/>
          <pc:sldMk cId="475418250" sldId="282"/>
        </pc:sldMkLst>
        <pc:spChg chg="mod">
          <ac:chgData name="Marie Chris Soque" userId="9ebdbcbf79932a9a" providerId="LiveId" clId="{42FF80A0-1C15-4979-895D-1CAEF23F9227}" dt="2020-04-07T04:58:54.253" v="5711" actId="20577"/>
          <ac:spMkLst>
            <pc:docMk/>
            <pc:sldMk cId="475418250" sldId="282"/>
            <ac:spMk id="2" creationId="{AD79A5FB-6A8E-43B4-8BB1-17D03FFA89C9}"/>
          </ac:spMkLst>
        </pc:spChg>
        <pc:spChg chg="del">
          <ac:chgData name="Marie Chris Soque" userId="9ebdbcbf79932a9a" providerId="LiveId" clId="{42FF80A0-1C15-4979-895D-1CAEF23F9227}" dt="2020-04-07T04:58:57.621" v="5712" actId="478"/>
          <ac:spMkLst>
            <pc:docMk/>
            <pc:sldMk cId="475418250" sldId="282"/>
            <ac:spMk id="3" creationId="{C6F6C4CA-2960-4B35-A1CC-2AC1AA8CC491}"/>
          </ac:spMkLst>
        </pc:spChg>
        <pc:picChg chg="add mod modCrop">
          <ac:chgData name="Marie Chris Soque" userId="9ebdbcbf79932a9a" providerId="LiveId" clId="{42FF80A0-1C15-4979-895D-1CAEF23F9227}" dt="2020-04-07T04:59:55.957" v="5720" actId="14100"/>
          <ac:picMkLst>
            <pc:docMk/>
            <pc:sldMk cId="475418250" sldId="282"/>
            <ac:picMk id="4" creationId="{88AE72C4-7DB5-43C5-AC29-41BEC97C08B1}"/>
          </ac:picMkLst>
        </pc:picChg>
      </pc:sldChg>
      <pc:sldChg chg="addSp delSp modSp add mod setBg">
        <pc:chgData name="Marie Chris Soque" userId="9ebdbcbf79932a9a" providerId="LiveId" clId="{42FF80A0-1C15-4979-895D-1CAEF23F9227}" dt="2020-04-07T08:04:07.832" v="9115" actId="1076"/>
        <pc:sldMkLst>
          <pc:docMk/>
          <pc:sldMk cId="3988727731" sldId="283"/>
        </pc:sldMkLst>
        <pc:spChg chg="mod">
          <ac:chgData name="Marie Chris Soque" userId="9ebdbcbf79932a9a" providerId="LiveId" clId="{42FF80A0-1C15-4979-895D-1CAEF23F9227}" dt="2020-04-07T08:04:03.086" v="9113" actId="26606"/>
          <ac:spMkLst>
            <pc:docMk/>
            <pc:sldMk cId="3988727731" sldId="283"/>
            <ac:spMk id="2" creationId="{2DF27177-6B6D-4B68-9E9E-EE47C641C57E}"/>
          </ac:spMkLst>
        </pc:spChg>
        <pc:spChg chg="del">
          <ac:chgData name="Marie Chris Soque" userId="9ebdbcbf79932a9a" providerId="LiveId" clId="{42FF80A0-1C15-4979-895D-1CAEF23F9227}" dt="2020-04-07T05:01:58.347" v="5875" actId="478"/>
          <ac:spMkLst>
            <pc:docMk/>
            <pc:sldMk cId="3988727731" sldId="283"/>
            <ac:spMk id="3" creationId="{E0FBEDAA-00E4-47BC-B160-180832B7DD7F}"/>
          </ac:spMkLst>
        </pc:spChg>
        <pc:spChg chg="add del">
          <ac:chgData name="Marie Chris Soque" userId="9ebdbcbf79932a9a" providerId="LiveId" clId="{42FF80A0-1C15-4979-895D-1CAEF23F9227}" dt="2020-04-07T08:04:03.086" v="9113" actId="26606"/>
          <ac:spMkLst>
            <pc:docMk/>
            <pc:sldMk cId="3988727731" sldId="283"/>
            <ac:spMk id="9" creationId="{D12DDE76-C203-4047-9998-63900085B5E8}"/>
          </ac:spMkLst>
        </pc:spChg>
        <pc:picChg chg="add mod modCrop">
          <ac:chgData name="Marie Chris Soque" userId="9ebdbcbf79932a9a" providerId="LiveId" clId="{42FF80A0-1C15-4979-895D-1CAEF23F9227}" dt="2020-04-07T08:04:07.832" v="9115" actId="1076"/>
          <ac:picMkLst>
            <pc:docMk/>
            <pc:sldMk cId="3988727731" sldId="283"/>
            <ac:picMk id="4" creationId="{0D25B149-ADE5-41A0-8CB0-BDFF55F0A033}"/>
          </ac:picMkLst>
        </pc:picChg>
      </pc:sldChg>
      <pc:sldChg chg="modSp add">
        <pc:chgData name="Marie Chris Soque" userId="9ebdbcbf79932a9a" providerId="LiveId" clId="{42FF80A0-1C15-4979-895D-1CAEF23F9227}" dt="2020-04-07T07:18:49.472" v="7532" actId="1076"/>
        <pc:sldMkLst>
          <pc:docMk/>
          <pc:sldMk cId="484901034" sldId="284"/>
        </pc:sldMkLst>
        <pc:spChg chg="mod">
          <ac:chgData name="Marie Chris Soque" userId="9ebdbcbf79932a9a" providerId="LiveId" clId="{42FF80A0-1C15-4979-895D-1CAEF23F9227}" dt="2020-04-07T07:18:49.472" v="7532" actId="1076"/>
          <ac:spMkLst>
            <pc:docMk/>
            <pc:sldMk cId="484901034" sldId="284"/>
            <ac:spMk id="2" creationId="{FF948F0B-64EE-430A-99C1-ABCCBB2A1D6B}"/>
          </ac:spMkLst>
        </pc:spChg>
        <pc:spChg chg="mod">
          <ac:chgData name="Marie Chris Soque" userId="9ebdbcbf79932a9a" providerId="LiveId" clId="{42FF80A0-1C15-4979-895D-1CAEF23F9227}" dt="2020-04-07T07:18:46.612" v="7531" actId="1076"/>
          <ac:spMkLst>
            <pc:docMk/>
            <pc:sldMk cId="484901034" sldId="284"/>
            <ac:spMk id="3" creationId="{6BD15495-623D-4591-AD4A-B5D68C05DA45}"/>
          </ac:spMkLst>
        </pc:spChg>
      </pc:sldChg>
      <pc:sldChg chg="addSp delSp modSp add mod setBg">
        <pc:chgData name="Marie Chris Soque" userId="9ebdbcbf79932a9a" providerId="LiveId" clId="{42FF80A0-1C15-4979-895D-1CAEF23F9227}" dt="2020-04-07T05:14:37.114" v="6505" actId="26606"/>
        <pc:sldMkLst>
          <pc:docMk/>
          <pc:sldMk cId="3636681568" sldId="285"/>
        </pc:sldMkLst>
        <pc:spChg chg="mod">
          <ac:chgData name="Marie Chris Soque" userId="9ebdbcbf79932a9a" providerId="LiveId" clId="{42FF80A0-1C15-4979-895D-1CAEF23F9227}" dt="2020-04-07T05:14:37.114" v="6505" actId="26606"/>
          <ac:spMkLst>
            <pc:docMk/>
            <pc:sldMk cId="3636681568" sldId="285"/>
            <ac:spMk id="2" creationId="{165F0B86-8BFF-488C-9C2F-8DCFA51F73D0}"/>
          </ac:spMkLst>
        </pc:spChg>
        <pc:spChg chg="del mod">
          <ac:chgData name="Marie Chris Soque" userId="9ebdbcbf79932a9a" providerId="LiveId" clId="{42FF80A0-1C15-4979-895D-1CAEF23F9227}" dt="2020-04-07T05:14:37.114" v="6505" actId="26606"/>
          <ac:spMkLst>
            <pc:docMk/>
            <pc:sldMk cId="3636681568" sldId="285"/>
            <ac:spMk id="3" creationId="{7737EF79-5B44-48E7-A620-44EC07B2D4B2}"/>
          </ac:spMkLst>
        </pc:spChg>
        <pc:graphicFrameChg chg="add">
          <ac:chgData name="Marie Chris Soque" userId="9ebdbcbf79932a9a" providerId="LiveId" clId="{42FF80A0-1C15-4979-895D-1CAEF23F9227}" dt="2020-04-07T05:14:37.114" v="6505" actId="26606"/>
          <ac:graphicFrameMkLst>
            <pc:docMk/>
            <pc:sldMk cId="3636681568" sldId="285"/>
            <ac:graphicFrameMk id="5" creationId="{F37BA800-A64A-4C38-A19E-EDC359AE7A0D}"/>
          </ac:graphicFrameMkLst>
        </pc:graphicFrameChg>
      </pc:sldChg>
      <pc:sldChg chg="modSp add ord">
        <pc:chgData name="Marie Chris Soque" userId="9ebdbcbf79932a9a" providerId="LiveId" clId="{42FF80A0-1C15-4979-895D-1CAEF23F9227}" dt="2020-04-07T05:13:06.493" v="6300" actId="20577"/>
        <pc:sldMkLst>
          <pc:docMk/>
          <pc:sldMk cId="3743173540" sldId="286"/>
        </pc:sldMkLst>
        <pc:spChg chg="mod">
          <ac:chgData name="Marie Chris Soque" userId="9ebdbcbf79932a9a" providerId="LiveId" clId="{42FF80A0-1C15-4979-895D-1CAEF23F9227}" dt="2020-04-07T05:13:06.493" v="6300" actId="20577"/>
          <ac:spMkLst>
            <pc:docMk/>
            <pc:sldMk cId="3743173540" sldId="286"/>
            <ac:spMk id="2" creationId="{5B4092F5-34D4-4D65-BCF7-532A76CF9C44}"/>
          </ac:spMkLst>
        </pc:spChg>
      </pc:sldChg>
      <pc:sldChg chg="addSp delSp modSp add mod setBg">
        <pc:chgData name="Marie Chris Soque" userId="9ebdbcbf79932a9a" providerId="LiveId" clId="{42FF80A0-1C15-4979-895D-1CAEF23F9227}" dt="2020-04-07T07:04:33.960" v="7502" actId="1076"/>
        <pc:sldMkLst>
          <pc:docMk/>
          <pc:sldMk cId="2963693119" sldId="287"/>
        </pc:sldMkLst>
        <pc:spChg chg="mod">
          <ac:chgData name="Marie Chris Soque" userId="9ebdbcbf79932a9a" providerId="LiveId" clId="{42FF80A0-1C15-4979-895D-1CAEF23F9227}" dt="2020-04-07T07:04:15.690" v="7500" actId="207"/>
          <ac:spMkLst>
            <pc:docMk/>
            <pc:sldMk cId="2963693119" sldId="287"/>
            <ac:spMk id="2" creationId="{6F639F88-A84F-43ED-8CE1-2D9095770544}"/>
          </ac:spMkLst>
        </pc:spChg>
        <pc:spChg chg="del mod">
          <ac:chgData name="Marie Chris Soque" userId="9ebdbcbf79932a9a" providerId="LiveId" clId="{42FF80A0-1C15-4979-895D-1CAEF23F9227}" dt="2020-04-07T05:18:43.749" v="7009" actId="26606"/>
          <ac:spMkLst>
            <pc:docMk/>
            <pc:sldMk cId="2963693119" sldId="287"/>
            <ac:spMk id="3" creationId="{432FAB30-3DE1-4657-BD3E-A01817A10A83}"/>
          </ac:spMkLst>
        </pc:spChg>
        <pc:spChg chg="add mod">
          <ac:chgData name="Marie Chris Soque" userId="9ebdbcbf79932a9a" providerId="LiveId" clId="{42FF80A0-1C15-4979-895D-1CAEF23F9227}" dt="2020-04-07T07:04:33.960" v="7502" actId="1076"/>
          <ac:spMkLst>
            <pc:docMk/>
            <pc:sldMk cId="2963693119" sldId="287"/>
            <ac:spMk id="4" creationId="{91E0D758-5134-419A-B75A-C9140FD1DC69}"/>
          </ac:spMkLst>
        </pc:spChg>
        <pc:graphicFrameChg chg="add mod">
          <ac:chgData name="Marie Chris Soque" userId="9ebdbcbf79932a9a" providerId="LiveId" clId="{42FF80A0-1C15-4979-895D-1CAEF23F9227}" dt="2020-04-07T07:03:54.210" v="7493" actId="1076"/>
          <ac:graphicFrameMkLst>
            <pc:docMk/>
            <pc:sldMk cId="2963693119" sldId="287"/>
            <ac:graphicFrameMk id="5" creationId="{2C3633F0-7DC5-446B-BF3D-E152F23B7B55}"/>
          </ac:graphicFrameMkLst>
        </pc:graphicFrameChg>
      </pc:sldChg>
      <pc:sldChg chg="addSp delSp modSp add mod setBg">
        <pc:chgData name="Marie Chris Soque" userId="9ebdbcbf79932a9a" providerId="LiveId" clId="{42FF80A0-1C15-4979-895D-1CAEF23F9227}" dt="2020-04-07T07:53:48.491" v="9095" actId="14100"/>
        <pc:sldMkLst>
          <pc:docMk/>
          <pc:sldMk cId="344882137" sldId="288"/>
        </pc:sldMkLst>
        <pc:spChg chg="mod">
          <ac:chgData name="Marie Chris Soque" userId="9ebdbcbf79932a9a" providerId="LiveId" clId="{42FF80A0-1C15-4979-895D-1CAEF23F9227}" dt="2020-04-07T07:53:45.172" v="9094" actId="26606"/>
          <ac:spMkLst>
            <pc:docMk/>
            <pc:sldMk cId="344882137" sldId="288"/>
            <ac:spMk id="2" creationId="{0DD1B33E-3AEB-4603-A55F-36A7C922A609}"/>
          </ac:spMkLst>
        </pc:spChg>
        <pc:spChg chg="del">
          <ac:chgData name="Marie Chris Soque" userId="9ebdbcbf79932a9a" providerId="LiveId" clId="{42FF80A0-1C15-4979-895D-1CAEF23F9227}" dt="2020-04-07T05:20:48.966" v="7175" actId="478"/>
          <ac:spMkLst>
            <pc:docMk/>
            <pc:sldMk cId="344882137" sldId="288"/>
            <ac:spMk id="3" creationId="{82398CB5-E652-4781-842F-33A6A1DB0C9E}"/>
          </ac:spMkLst>
        </pc:spChg>
        <pc:spChg chg="add del">
          <ac:chgData name="Marie Chris Soque" userId="9ebdbcbf79932a9a" providerId="LiveId" clId="{42FF80A0-1C15-4979-895D-1CAEF23F9227}" dt="2020-04-07T07:53:45.172" v="9094" actId="26606"/>
          <ac:spMkLst>
            <pc:docMk/>
            <pc:sldMk cId="344882137" sldId="288"/>
            <ac:spMk id="9" creationId="{D12DDE76-C203-4047-9998-63900085B5E8}"/>
          </ac:spMkLst>
        </pc:spChg>
        <pc:picChg chg="add mod modCrop">
          <ac:chgData name="Marie Chris Soque" userId="9ebdbcbf79932a9a" providerId="LiveId" clId="{42FF80A0-1C15-4979-895D-1CAEF23F9227}" dt="2020-04-07T07:53:48.491" v="9095" actId="14100"/>
          <ac:picMkLst>
            <pc:docMk/>
            <pc:sldMk cId="344882137" sldId="288"/>
            <ac:picMk id="4" creationId="{92AA1AE4-3C38-4B11-B881-303BE32A52B7}"/>
          </ac:picMkLst>
        </pc:picChg>
        <pc:picChg chg="add del">
          <ac:chgData name="Marie Chris Soque" userId="9ebdbcbf79932a9a" providerId="LiveId" clId="{42FF80A0-1C15-4979-895D-1CAEF23F9227}" dt="2020-04-07T05:22:27.638" v="7177" actId="478"/>
          <ac:picMkLst>
            <pc:docMk/>
            <pc:sldMk cId="344882137" sldId="288"/>
            <ac:picMk id="2050" creationId="{EE225477-D301-48D3-8771-FE919BDAA0B4}"/>
          </ac:picMkLst>
        </pc:picChg>
      </pc:sldChg>
      <pc:sldChg chg="addSp delSp modSp add mod setBg">
        <pc:chgData name="Marie Chris Soque" userId="9ebdbcbf79932a9a" providerId="LiveId" clId="{42FF80A0-1C15-4979-895D-1CAEF23F9227}" dt="2020-04-07T07:54:00.920" v="9100" actId="1076"/>
        <pc:sldMkLst>
          <pc:docMk/>
          <pc:sldMk cId="888838054" sldId="289"/>
        </pc:sldMkLst>
        <pc:spChg chg="mod">
          <ac:chgData name="Marie Chris Soque" userId="9ebdbcbf79932a9a" providerId="LiveId" clId="{42FF80A0-1C15-4979-895D-1CAEF23F9227}" dt="2020-04-07T07:53:52.559" v="9096" actId="26606"/>
          <ac:spMkLst>
            <pc:docMk/>
            <pc:sldMk cId="888838054" sldId="289"/>
            <ac:spMk id="2" creationId="{714D5E87-B77B-49A6-82FD-FA073EAEF90F}"/>
          </ac:spMkLst>
        </pc:spChg>
        <pc:spChg chg="del">
          <ac:chgData name="Marie Chris Soque" userId="9ebdbcbf79932a9a" providerId="LiveId" clId="{42FF80A0-1C15-4979-895D-1CAEF23F9227}" dt="2020-04-07T07:04:45.156" v="7504" actId="478"/>
          <ac:spMkLst>
            <pc:docMk/>
            <pc:sldMk cId="888838054" sldId="289"/>
            <ac:spMk id="3" creationId="{710AA1B7-26CD-4A71-A697-A4F57869D1F6}"/>
          </ac:spMkLst>
        </pc:spChg>
        <pc:spChg chg="add del">
          <ac:chgData name="Marie Chris Soque" userId="9ebdbcbf79932a9a" providerId="LiveId" clId="{42FF80A0-1C15-4979-895D-1CAEF23F9227}" dt="2020-04-07T07:53:52.559" v="9096" actId="26606"/>
          <ac:spMkLst>
            <pc:docMk/>
            <pc:sldMk cId="888838054" sldId="289"/>
            <ac:spMk id="9" creationId="{D12DDE76-C203-4047-9998-63900085B5E8}"/>
          </ac:spMkLst>
        </pc:spChg>
        <pc:picChg chg="add mod modCrop">
          <ac:chgData name="Marie Chris Soque" userId="9ebdbcbf79932a9a" providerId="LiveId" clId="{42FF80A0-1C15-4979-895D-1CAEF23F9227}" dt="2020-04-07T07:54:00.920" v="9100" actId="1076"/>
          <ac:picMkLst>
            <pc:docMk/>
            <pc:sldMk cId="888838054" sldId="289"/>
            <ac:picMk id="4" creationId="{C3393C7E-959A-4A86-A51F-39EFE1F9A4A9}"/>
          </ac:picMkLst>
        </pc:picChg>
      </pc:sldChg>
      <pc:sldChg chg="modSp add ord">
        <pc:chgData name="Marie Chris Soque" userId="9ebdbcbf79932a9a" providerId="LiveId" clId="{42FF80A0-1C15-4979-895D-1CAEF23F9227}" dt="2020-04-07T07:11:15.529" v="7526" actId="20577"/>
        <pc:sldMkLst>
          <pc:docMk/>
          <pc:sldMk cId="198987519" sldId="290"/>
        </pc:sldMkLst>
        <pc:spChg chg="mod">
          <ac:chgData name="Marie Chris Soque" userId="9ebdbcbf79932a9a" providerId="LiveId" clId="{42FF80A0-1C15-4979-895D-1CAEF23F9227}" dt="2020-04-07T07:11:13.220" v="7524" actId="20577"/>
          <ac:spMkLst>
            <pc:docMk/>
            <pc:sldMk cId="198987519" sldId="290"/>
            <ac:spMk id="2" creationId="{26AD339F-CD4B-4FCC-AADD-4449CCA42FB7}"/>
          </ac:spMkLst>
        </pc:spChg>
        <pc:spChg chg="mod">
          <ac:chgData name="Marie Chris Soque" userId="9ebdbcbf79932a9a" providerId="LiveId" clId="{42FF80A0-1C15-4979-895D-1CAEF23F9227}" dt="2020-04-07T07:11:15.529" v="7526" actId="20577"/>
          <ac:spMkLst>
            <pc:docMk/>
            <pc:sldMk cId="198987519" sldId="290"/>
            <ac:spMk id="3" creationId="{1040C2EB-69A2-43FE-875B-BD02C0C4F430}"/>
          </ac:spMkLst>
        </pc:spChg>
      </pc:sldChg>
      <pc:sldChg chg="modSp add">
        <pc:chgData name="Marie Chris Soque" userId="9ebdbcbf79932a9a" providerId="LiveId" clId="{42FF80A0-1C15-4979-895D-1CAEF23F9227}" dt="2020-04-07T07:25:27.814" v="7722" actId="115"/>
        <pc:sldMkLst>
          <pc:docMk/>
          <pc:sldMk cId="3965293414" sldId="291"/>
        </pc:sldMkLst>
        <pc:spChg chg="mod">
          <ac:chgData name="Marie Chris Soque" userId="9ebdbcbf79932a9a" providerId="LiveId" clId="{42FF80A0-1C15-4979-895D-1CAEF23F9227}" dt="2020-04-07T07:20:52.923" v="7589" actId="20577"/>
          <ac:spMkLst>
            <pc:docMk/>
            <pc:sldMk cId="3965293414" sldId="291"/>
            <ac:spMk id="2" creationId="{DEA7A2A3-42C9-4531-BEDE-E05252DF5CF5}"/>
          </ac:spMkLst>
        </pc:spChg>
        <pc:spChg chg="mod">
          <ac:chgData name="Marie Chris Soque" userId="9ebdbcbf79932a9a" providerId="LiveId" clId="{42FF80A0-1C15-4979-895D-1CAEF23F9227}" dt="2020-04-07T07:25:27.814" v="7722" actId="115"/>
          <ac:spMkLst>
            <pc:docMk/>
            <pc:sldMk cId="3965293414" sldId="291"/>
            <ac:spMk id="3" creationId="{111423DC-7159-48F0-A00D-D81003A6B93C}"/>
          </ac:spMkLst>
        </pc:spChg>
      </pc:sldChg>
      <pc:sldChg chg="add del">
        <pc:chgData name="Marie Chris Soque" userId="9ebdbcbf79932a9a" providerId="LiveId" clId="{42FF80A0-1C15-4979-895D-1CAEF23F9227}" dt="2020-04-07T07:29:54.459" v="7724" actId="47"/>
        <pc:sldMkLst>
          <pc:docMk/>
          <pc:sldMk cId="1407651985" sldId="292"/>
        </pc:sldMkLst>
      </pc:sldChg>
      <pc:sldChg chg="modSp add">
        <pc:chgData name="Marie Chris Soque" userId="9ebdbcbf79932a9a" providerId="LiveId" clId="{42FF80A0-1C15-4979-895D-1CAEF23F9227}" dt="2020-04-07T07:31:30.958" v="7918" actId="115"/>
        <pc:sldMkLst>
          <pc:docMk/>
          <pc:sldMk cId="2666992161" sldId="292"/>
        </pc:sldMkLst>
        <pc:spChg chg="mod">
          <ac:chgData name="Marie Chris Soque" userId="9ebdbcbf79932a9a" providerId="LiveId" clId="{42FF80A0-1C15-4979-895D-1CAEF23F9227}" dt="2020-04-07T07:31:30.958" v="7918" actId="115"/>
          <ac:spMkLst>
            <pc:docMk/>
            <pc:sldMk cId="2666992161" sldId="292"/>
            <ac:spMk id="3" creationId="{111423DC-7159-48F0-A00D-D81003A6B93C}"/>
          </ac:spMkLst>
        </pc:spChg>
      </pc:sldChg>
      <pc:sldChg chg="delSp modSp add del">
        <pc:chgData name="Marie Chris Soque" userId="9ebdbcbf79932a9a" providerId="LiveId" clId="{42FF80A0-1C15-4979-895D-1CAEF23F9227}" dt="2020-04-07T07:35:04.616" v="8021" actId="47"/>
        <pc:sldMkLst>
          <pc:docMk/>
          <pc:sldMk cId="2345405666" sldId="293"/>
        </pc:sldMkLst>
        <pc:spChg chg="mod">
          <ac:chgData name="Marie Chris Soque" userId="9ebdbcbf79932a9a" providerId="LiveId" clId="{42FF80A0-1C15-4979-895D-1CAEF23F9227}" dt="2020-04-07T07:35:01.915" v="8020" actId="20577"/>
          <ac:spMkLst>
            <pc:docMk/>
            <pc:sldMk cId="2345405666" sldId="293"/>
            <ac:spMk id="2" creationId="{BC03FDA3-B34B-445A-9C6C-AF087CB2002F}"/>
          </ac:spMkLst>
        </pc:spChg>
        <pc:spChg chg="del">
          <ac:chgData name="Marie Chris Soque" userId="9ebdbcbf79932a9a" providerId="LiveId" clId="{42FF80A0-1C15-4979-895D-1CAEF23F9227}" dt="2020-04-07T07:34:30.220" v="7920" actId="478"/>
          <ac:spMkLst>
            <pc:docMk/>
            <pc:sldMk cId="2345405666" sldId="293"/>
            <ac:spMk id="3" creationId="{A673456F-0903-4FC6-9D65-E9AEDE312650}"/>
          </ac:spMkLst>
        </pc:spChg>
      </pc:sldChg>
      <pc:sldChg chg="modSp add">
        <pc:chgData name="Marie Chris Soque" userId="9ebdbcbf79932a9a" providerId="LiveId" clId="{42FF80A0-1C15-4979-895D-1CAEF23F9227}" dt="2020-04-07T07:44:20.654" v="8811" actId="5793"/>
        <pc:sldMkLst>
          <pc:docMk/>
          <pc:sldMk cId="2455484544" sldId="293"/>
        </pc:sldMkLst>
        <pc:spChg chg="mod">
          <ac:chgData name="Marie Chris Soque" userId="9ebdbcbf79932a9a" providerId="LiveId" clId="{42FF80A0-1C15-4979-895D-1CAEF23F9227}" dt="2020-04-07T07:35:20.964" v="8051" actId="20577"/>
          <ac:spMkLst>
            <pc:docMk/>
            <pc:sldMk cId="2455484544" sldId="293"/>
            <ac:spMk id="2" creationId="{26AD339F-CD4B-4FCC-AADD-4449CCA42FB7}"/>
          </ac:spMkLst>
        </pc:spChg>
        <pc:spChg chg="mod">
          <ac:chgData name="Marie Chris Soque" userId="9ebdbcbf79932a9a" providerId="LiveId" clId="{42FF80A0-1C15-4979-895D-1CAEF23F9227}" dt="2020-04-07T07:44:20.654" v="8811" actId="5793"/>
          <ac:spMkLst>
            <pc:docMk/>
            <pc:sldMk cId="2455484544" sldId="293"/>
            <ac:spMk id="3" creationId="{1040C2EB-69A2-43FE-875B-BD02C0C4F430}"/>
          </ac:spMkLst>
        </pc:spChg>
      </pc:sldChg>
      <pc:sldChg chg="modSp add">
        <pc:chgData name="Marie Chris Soque" userId="9ebdbcbf79932a9a" providerId="LiveId" clId="{42FF80A0-1C15-4979-895D-1CAEF23F9227}" dt="2020-04-07T07:49:18.757" v="9049" actId="1076"/>
        <pc:sldMkLst>
          <pc:docMk/>
          <pc:sldMk cId="3365387646" sldId="294"/>
        </pc:sldMkLst>
        <pc:spChg chg="mod">
          <ac:chgData name="Marie Chris Soque" userId="9ebdbcbf79932a9a" providerId="LiveId" clId="{42FF80A0-1C15-4979-895D-1CAEF23F9227}" dt="2020-04-07T07:47:42.617" v="8872" actId="404"/>
          <ac:spMkLst>
            <pc:docMk/>
            <pc:sldMk cId="3365387646" sldId="294"/>
            <ac:spMk id="2" creationId="{BF024FB2-5A5F-44C1-8CED-46231B6BCA9B}"/>
          </ac:spMkLst>
        </pc:spChg>
        <pc:spChg chg="mod">
          <ac:chgData name="Marie Chris Soque" userId="9ebdbcbf79932a9a" providerId="LiveId" clId="{42FF80A0-1C15-4979-895D-1CAEF23F9227}" dt="2020-04-07T07:49:18.757" v="9049" actId="1076"/>
          <ac:spMkLst>
            <pc:docMk/>
            <pc:sldMk cId="3365387646" sldId="294"/>
            <ac:spMk id="3" creationId="{A64C3832-1E1C-459D-BC40-406F3CA26378}"/>
          </ac:spMkLst>
        </pc:spChg>
      </pc:sldChg>
      <pc:sldChg chg="add del">
        <pc:chgData name="Marie Chris Soque" userId="9ebdbcbf79932a9a" providerId="LiveId" clId="{42FF80A0-1C15-4979-895D-1CAEF23F9227}" dt="2020-04-07T07:49:51.154" v="9054" actId="47"/>
        <pc:sldMkLst>
          <pc:docMk/>
          <pc:sldMk cId="1391994362" sldId="295"/>
        </pc:sldMkLst>
      </pc:sldChg>
      <pc:sldChg chg="addSp delSp modSp add mod setBg">
        <pc:chgData name="Marie Chris Soque" userId="9ebdbcbf79932a9a" providerId="LiveId" clId="{42FF80A0-1C15-4979-895D-1CAEF23F9227}" dt="2020-04-07T07:54:18.445" v="9106" actId="1076"/>
        <pc:sldMkLst>
          <pc:docMk/>
          <pc:sldMk cId="1256195797" sldId="296"/>
        </pc:sldMkLst>
        <pc:spChg chg="mod">
          <ac:chgData name="Marie Chris Soque" userId="9ebdbcbf79932a9a" providerId="LiveId" clId="{42FF80A0-1C15-4979-895D-1CAEF23F9227}" dt="2020-04-07T07:54:10.150" v="9102" actId="1076"/>
          <ac:spMkLst>
            <pc:docMk/>
            <pc:sldMk cId="1256195797" sldId="296"/>
            <ac:spMk id="2" creationId="{BF024FB2-5A5F-44C1-8CED-46231B6BCA9B}"/>
          </ac:spMkLst>
        </pc:spChg>
        <pc:spChg chg="del">
          <ac:chgData name="Marie Chris Soque" userId="9ebdbcbf79932a9a" providerId="LiveId" clId="{42FF80A0-1C15-4979-895D-1CAEF23F9227}" dt="2020-04-07T07:49:40.911" v="9052" actId="478"/>
          <ac:spMkLst>
            <pc:docMk/>
            <pc:sldMk cId="1256195797" sldId="296"/>
            <ac:spMk id="3" creationId="{A64C3832-1E1C-459D-BC40-406F3CA26378}"/>
          </ac:spMkLst>
        </pc:spChg>
        <pc:spChg chg="add del mod">
          <ac:chgData name="Marie Chris Soque" userId="9ebdbcbf79932a9a" providerId="LiveId" clId="{42FF80A0-1C15-4979-895D-1CAEF23F9227}" dt="2020-04-07T07:49:44.583" v="9053" actId="478"/>
          <ac:spMkLst>
            <pc:docMk/>
            <pc:sldMk cId="1256195797" sldId="296"/>
            <ac:spMk id="5" creationId="{08489BCF-9854-47E6-8637-7E03F5C214BE}"/>
          </ac:spMkLst>
        </pc:spChg>
        <pc:spChg chg="add del">
          <ac:chgData name="Marie Chris Soque" userId="9ebdbcbf79932a9a" providerId="LiveId" clId="{42FF80A0-1C15-4979-895D-1CAEF23F9227}" dt="2020-04-07T07:51:06.793" v="9066" actId="26606"/>
          <ac:spMkLst>
            <pc:docMk/>
            <pc:sldMk cId="1256195797" sldId="296"/>
            <ac:spMk id="11" creationId="{D4771268-CB57-404A-9271-370EB28F6090}"/>
          </ac:spMkLst>
        </pc:spChg>
        <pc:spChg chg="add del">
          <ac:chgData name="Marie Chris Soque" userId="9ebdbcbf79932a9a" providerId="LiveId" clId="{42FF80A0-1C15-4979-895D-1CAEF23F9227}" dt="2020-04-07T07:54:06.722" v="9101" actId="26606"/>
          <ac:spMkLst>
            <pc:docMk/>
            <pc:sldMk cId="1256195797" sldId="296"/>
            <ac:spMk id="16" creationId="{D12DDE76-C203-4047-9998-63900085B5E8}"/>
          </ac:spMkLst>
        </pc:spChg>
        <pc:spChg chg="add del">
          <ac:chgData name="Marie Chris Soque" userId="9ebdbcbf79932a9a" providerId="LiveId" clId="{42FF80A0-1C15-4979-895D-1CAEF23F9227}" dt="2020-04-07T07:51:45.315" v="9072" actId="26606"/>
          <ac:spMkLst>
            <pc:docMk/>
            <pc:sldMk cId="1256195797" sldId="296"/>
            <ac:spMk id="21" creationId="{74426AB7-D619-4515-962A-BC83909EC015}"/>
          </ac:spMkLst>
        </pc:spChg>
        <pc:spChg chg="add del">
          <ac:chgData name="Marie Chris Soque" userId="9ebdbcbf79932a9a" providerId="LiveId" clId="{42FF80A0-1C15-4979-895D-1CAEF23F9227}" dt="2020-04-07T07:51:45.315" v="9072" actId="26606"/>
          <ac:spMkLst>
            <pc:docMk/>
            <pc:sldMk cId="1256195797" sldId="296"/>
            <ac:spMk id="23" creationId="{DE47DF98-723F-4AAC-ABCF-CACBC438F78F}"/>
          </ac:spMkLst>
        </pc:spChg>
        <pc:picChg chg="add mod modCrop">
          <ac:chgData name="Marie Chris Soque" userId="9ebdbcbf79932a9a" providerId="LiveId" clId="{42FF80A0-1C15-4979-895D-1CAEF23F9227}" dt="2020-04-07T07:54:18.445" v="9106" actId="1076"/>
          <ac:picMkLst>
            <pc:docMk/>
            <pc:sldMk cId="1256195797" sldId="296"/>
            <ac:picMk id="6" creationId="{EB1AF359-83F1-4224-A5B4-8F93B7CE7DCF}"/>
          </ac:picMkLst>
        </pc:picChg>
        <pc:cxnChg chg="add del">
          <ac:chgData name="Marie Chris Soque" userId="9ebdbcbf79932a9a" providerId="LiveId" clId="{42FF80A0-1C15-4979-895D-1CAEF23F9227}" dt="2020-04-07T07:51:45.315" v="9072" actId="26606"/>
          <ac:cxnSpMkLst>
            <pc:docMk/>
            <pc:sldMk cId="1256195797" sldId="296"/>
            <ac:cxnSpMk id="25" creationId="{EA29FC7C-9308-4FDE-8DCA-405668055B0F}"/>
          </ac:cxnSpMkLst>
        </pc:cxnChg>
      </pc:sldChg>
      <pc:sldMasterChg chg="modSldLayout">
        <pc:chgData name="Marie Chris Soque" userId="9ebdbcbf79932a9a" providerId="LiveId" clId="{42FF80A0-1C15-4979-895D-1CAEF23F9227}" dt="2020-04-07T03:29:27.852" v="2765"/>
        <pc:sldMasterMkLst>
          <pc:docMk/>
          <pc:sldMasterMk cId="236828940" sldId="2147483648"/>
        </pc:sldMasterMkLst>
        <pc:sldLayoutChg chg="modSp">
          <pc:chgData name="Marie Chris Soque" userId="9ebdbcbf79932a9a" providerId="LiveId" clId="{42FF80A0-1C15-4979-895D-1CAEF23F9227}" dt="2020-04-07T03:28:58.221" v="2761" actId="20577"/>
          <pc:sldLayoutMkLst>
            <pc:docMk/>
            <pc:sldMasterMk cId="236828940" sldId="2147483648"/>
            <pc:sldLayoutMk cId="4054162043" sldId="2147483649"/>
          </pc:sldLayoutMkLst>
          <pc:spChg chg="mod">
            <ac:chgData name="Marie Chris Soque" userId="9ebdbcbf79932a9a" providerId="LiveId" clId="{42FF80A0-1C15-4979-895D-1CAEF23F9227}" dt="2020-04-07T03:28:58.221" v="2761" actId="20577"/>
            <ac:spMkLst>
              <pc:docMk/>
              <pc:sldMasterMk cId="236828940" sldId="2147483648"/>
              <pc:sldLayoutMk cId="4054162043" sldId="2147483649"/>
              <ac:spMk id="8" creationId="{B9059644-BD68-48DA-B90B-E97D932F04F4}"/>
            </ac:spMkLst>
          </pc:spChg>
        </pc:sldLayoutChg>
        <pc:sldLayoutChg chg="addSp delSp modSp">
          <pc:chgData name="Marie Chris Soque" userId="9ebdbcbf79932a9a" providerId="LiveId" clId="{42FF80A0-1C15-4979-895D-1CAEF23F9227}" dt="2020-04-07T03:29:27.852" v="2765"/>
          <pc:sldLayoutMkLst>
            <pc:docMk/>
            <pc:sldMasterMk cId="236828940" sldId="2147483648"/>
            <pc:sldLayoutMk cId="1864361372" sldId="2147483650"/>
          </pc:sldLayoutMkLst>
          <pc:spChg chg="add del">
            <ac:chgData name="Marie Chris Soque" userId="9ebdbcbf79932a9a" providerId="LiveId" clId="{42FF80A0-1C15-4979-895D-1CAEF23F9227}" dt="2020-04-07T03:29:26.929" v="2764" actId="478"/>
            <ac:spMkLst>
              <pc:docMk/>
              <pc:sldMasterMk cId="236828940" sldId="2147483648"/>
              <pc:sldLayoutMk cId="1864361372" sldId="2147483650"/>
              <ac:spMk id="10" creationId="{DBD7041B-5B8A-4891-9625-77D7D7A25153}"/>
            </ac:spMkLst>
          </pc:spChg>
          <pc:spChg chg="add">
            <ac:chgData name="Marie Chris Soque" userId="9ebdbcbf79932a9a" providerId="LiveId" clId="{42FF80A0-1C15-4979-895D-1CAEF23F9227}" dt="2020-04-07T03:29:27.852" v="2765"/>
            <ac:spMkLst>
              <pc:docMk/>
              <pc:sldMasterMk cId="236828940" sldId="2147483648"/>
              <pc:sldLayoutMk cId="1864361372" sldId="2147483650"/>
              <ac:spMk id="13" creationId="{21A6A314-FAEB-43F9-91D2-6C2631FF191E}"/>
            </ac:spMkLst>
          </pc:spChg>
          <pc:picChg chg="mod">
            <ac:chgData name="Marie Chris Soque" userId="9ebdbcbf79932a9a" providerId="LiveId" clId="{42FF80A0-1C15-4979-895D-1CAEF23F9227}" dt="2020-04-07T03:25:48.922" v="2691" actId="1076"/>
            <ac:picMkLst>
              <pc:docMk/>
              <pc:sldMasterMk cId="236828940" sldId="2147483648"/>
              <pc:sldLayoutMk cId="1864361372" sldId="2147483650"/>
              <ac:picMk id="11" creationId="{0E49D956-4E7D-4FF0-9764-CA5EA52DF041}"/>
            </ac:picMkLst>
          </pc:picChg>
        </pc:sldLayoutChg>
      </pc:sldMaster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_rels/data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ata5.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ata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ata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_rels/drawing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5.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5">
        <a:alpha val="0"/>
      </a:schemeClr>
    </dgm:fillClrLst>
    <dgm:linClrLst meth="repeat">
      <a:schemeClr val="accent5">
        <a:alpha val="0"/>
      </a:schemeClr>
    </dgm:linClrLst>
    <dgm:effectClrLst/>
    <dgm:txLinClrLst/>
    <dgm:txFillClrLst>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FA73DE-5E9F-4CBE-A35E-8A4C7E39DF6F}" type="doc">
      <dgm:prSet loTypeId="urn:microsoft.com/office/officeart/2016/7/layout/BasicLinearProcessNumbered" loCatId="process" qsTypeId="urn:microsoft.com/office/officeart/2005/8/quickstyle/simple1" qsCatId="simple" csTypeId="urn:microsoft.com/office/officeart/2005/8/colors/colorful5" csCatId="colorful"/>
      <dgm:spPr/>
      <dgm:t>
        <a:bodyPr/>
        <a:lstStyle/>
        <a:p>
          <a:endParaRPr lang="en-US"/>
        </a:p>
      </dgm:t>
    </dgm:pt>
    <dgm:pt modelId="{D61F6ACD-4D47-4578-85D9-EEB563354475}">
      <dgm:prSet custT="1"/>
      <dgm:spPr/>
      <dgm:t>
        <a:bodyPr/>
        <a:lstStyle/>
        <a:p>
          <a:r>
            <a:rPr lang="en-SG" sz="2000" dirty="0"/>
            <a:t>Define the meaning and scope of digital business and e-commerce and their different elements</a:t>
          </a:r>
          <a:endParaRPr lang="en-US" sz="2000" dirty="0"/>
        </a:p>
      </dgm:t>
    </dgm:pt>
    <dgm:pt modelId="{93694F0C-CB2C-4DCF-A7B4-D517C1E73AD9}" type="parTrans" cxnId="{713C2B01-292F-4BAF-8FD0-047A204AC27E}">
      <dgm:prSet/>
      <dgm:spPr/>
      <dgm:t>
        <a:bodyPr/>
        <a:lstStyle/>
        <a:p>
          <a:endParaRPr lang="en-US"/>
        </a:p>
      </dgm:t>
    </dgm:pt>
    <dgm:pt modelId="{9560D0E9-FE60-49C9-A9DB-FB9CB508C4FD}" type="sibTrans" cxnId="{713C2B01-292F-4BAF-8FD0-047A204AC27E}">
      <dgm:prSet phldrT="1" phldr="0"/>
      <dgm:spPr/>
      <dgm:t>
        <a:bodyPr/>
        <a:lstStyle/>
        <a:p>
          <a:r>
            <a:rPr lang="en-US"/>
            <a:t>1</a:t>
          </a:r>
        </a:p>
      </dgm:t>
    </dgm:pt>
    <dgm:pt modelId="{D72148A9-0EF7-473D-B049-E74465B8CEF9}">
      <dgm:prSet custT="1"/>
      <dgm:spPr/>
      <dgm:t>
        <a:bodyPr/>
        <a:lstStyle/>
        <a:p>
          <a:r>
            <a:rPr lang="en-SG" sz="2000" dirty="0"/>
            <a:t>Summarize the main reasons for adoption of digital business and barriers that may restrict adoption</a:t>
          </a:r>
          <a:endParaRPr lang="en-US" sz="2000" dirty="0"/>
        </a:p>
      </dgm:t>
    </dgm:pt>
    <dgm:pt modelId="{13F6B7EC-3D25-47E1-8FF2-D0BA06B314CD}" type="parTrans" cxnId="{7CF893A4-A5BC-4CC2-93D2-F986840B4175}">
      <dgm:prSet/>
      <dgm:spPr/>
      <dgm:t>
        <a:bodyPr/>
        <a:lstStyle/>
        <a:p>
          <a:endParaRPr lang="en-US"/>
        </a:p>
      </dgm:t>
    </dgm:pt>
    <dgm:pt modelId="{C5B1F042-D533-4AE0-AF84-AE8F705E7DC0}" type="sibTrans" cxnId="{7CF893A4-A5BC-4CC2-93D2-F986840B4175}">
      <dgm:prSet phldrT="2" phldr="0"/>
      <dgm:spPr/>
      <dgm:t>
        <a:bodyPr/>
        <a:lstStyle/>
        <a:p>
          <a:r>
            <a:rPr lang="en-US"/>
            <a:t>2</a:t>
          </a:r>
        </a:p>
      </dgm:t>
    </dgm:pt>
    <dgm:pt modelId="{E7587F35-5160-49DE-A7FF-6F828C93BB5A}">
      <dgm:prSet custT="1"/>
      <dgm:spPr/>
      <dgm:t>
        <a:bodyPr/>
        <a:lstStyle/>
        <a:p>
          <a:r>
            <a:rPr lang="en-SG" sz="2000" dirty="0"/>
            <a:t>Outline the on-going business challenges of managing digital business in an organization, particularly online start-up of business</a:t>
          </a:r>
          <a:endParaRPr lang="en-US" sz="2000" dirty="0"/>
        </a:p>
      </dgm:t>
    </dgm:pt>
    <dgm:pt modelId="{BE4342F0-F731-42C9-A029-5BA8594923E5}" type="parTrans" cxnId="{B2062835-1BD0-4A50-882E-C7D7BB48C3EE}">
      <dgm:prSet/>
      <dgm:spPr/>
      <dgm:t>
        <a:bodyPr/>
        <a:lstStyle/>
        <a:p>
          <a:endParaRPr lang="en-US"/>
        </a:p>
      </dgm:t>
    </dgm:pt>
    <dgm:pt modelId="{3DED3A42-7FE6-44F8-AA82-A9448EEF0270}" type="sibTrans" cxnId="{B2062835-1BD0-4A50-882E-C7D7BB48C3EE}">
      <dgm:prSet phldrT="3" phldr="0"/>
      <dgm:spPr/>
      <dgm:t>
        <a:bodyPr/>
        <a:lstStyle/>
        <a:p>
          <a:r>
            <a:rPr lang="en-US"/>
            <a:t>3</a:t>
          </a:r>
        </a:p>
      </dgm:t>
    </dgm:pt>
    <dgm:pt modelId="{3FA96819-CE26-475D-B669-C749649631A3}" type="pres">
      <dgm:prSet presAssocID="{AFFA73DE-5E9F-4CBE-A35E-8A4C7E39DF6F}" presName="Name0" presStyleCnt="0">
        <dgm:presLayoutVars>
          <dgm:animLvl val="lvl"/>
          <dgm:resizeHandles val="exact"/>
        </dgm:presLayoutVars>
      </dgm:prSet>
      <dgm:spPr/>
    </dgm:pt>
    <dgm:pt modelId="{1AD6B597-4449-4627-970E-DE837A7CC966}" type="pres">
      <dgm:prSet presAssocID="{D61F6ACD-4D47-4578-85D9-EEB563354475}" presName="compositeNode" presStyleCnt="0">
        <dgm:presLayoutVars>
          <dgm:bulletEnabled val="1"/>
        </dgm:presLayoutVars>
      </dgm:prSet>
      <dgm:spPr/>
    </dgm:pt>
    <dgm:pt modelId="{FF008B0B-79C1-42B5-98B2-0C62D690964C}" type="pres">
      <dgm:prSet presAssocID="{D61F6ACD-4D47-4578-85D9-EEB563354475}" presName="bgRect" presStyleLbl="bgAccFollowNode1" presStyleIdx="0" presStyleCnt="3"/>
      <dgm:spPr/>
    </dgm:pt>
    <dgm:pt modelId="{583A2A3E-A7BB-4204-86F1-D9A2FDF87D4D}" type="pres">
      <dgm:prSet presAssocID="{9560D0E9-FE60-49C9-A9DB-FB9CB508C4FD}" presName="sibTransNodeCircle" presStyleLbl="alignNode1" presStyleIdx="0" presStyleCnt="6">
        <dgm:presLayoutVars>
          <dgm:chMax val="0"/>
          <dgm:bulletEnabled/>
        </dgm:presLayoutVars>
      </dgm:prSet>
      <dgm:spPr/>
    </dgm:pt>
    <dgm:pt modelId="{3B2B775D-1D09-437C-8617-D1CA6BDA2815}" type="pres">
      <dgm:prSet presAssocID="{D61F6ACD-4D47-4578-85D9-EEB563354475}" presName="bottomLine" presStyleLbl="alignNode1" presStyleIdx="1" presStyleCnt="6">
        <dgm:presLayoutVars/>
      </dgm:prSet>
      <dgm:spPr/>
    </dgm:pt>
    <dgm:pt modelId="{F5BEF065-7F4B-4AE9-9A1C-EA09DAA5ADF4}" type="pres">
      <dgm:prSet presAssocID="{D61F6ACD-4D47-4578-85D9-EEB563354475}" presName="nodeText" presStyleLbl="bgAccFollowNode1" presStyleIdx="0" presStyleCnt="3">
        <dgm:presLayoutVars>
          <dgm:bulletEnabled val="1"/>
        </dgm:presLayoutVars>
      </dgm:prSet>
      <dgm:spPr/>
    </dgm:pt>
    <dgm:pt modelId="{9D542548-3DAD-4159-99F4-69B61C033090}" type="pres">
      <dgm:prSet presAssocID="{9560D0E9-FE60-49C9-A9DB-FB9CB508C4FD}" presName="sibTrans" presStyleCnt="0"/>
      <dgm:spPr/>
    </dgm:pt>
    <dgm:pt modelId="{7BEF0959-8CBE-49F5-945E-0AF0AFAA176D}" type="pres">
      <dgm:prSet presAssocID="{D72148A9-0EF7-473D-B049-E74465B8CEF9}" presName="compositeNode" presStyleCnt="0">
        <dgm:presLayoutVars>
          <dgm:bulletEnabled val="1"/>
        </dgm:presLayoutVars>
      </dgm:prSet>
      <dgm:spPr/>
    </dgm:pt>
    <dgm:pt modelId="{9262E90F-19F1-40EA-A578-F53CC63E9C09}" type="pres">
      <dgm:prSet presAssocID="{D72148A9-0EF7-473D-B049-E74465B8CEF9}" presName="bgRect" presStyleLbl="bgAccFollowNode1" presStyleIdx="1" presStyleCnt="3"/>
      <dgm:spPr/>
    </dgm:pt>
    <dgm:pt modelId="{74770FE4-4183-4DAA-8882-32E474594B24}" type="pres">
      <dgm:prSet presAssocID="{C5B1F042-D533-4AE0-AF84-AE8F705E7DC0}" presName="sibTransNodeCircle" presStyleLbl="alignNode1" presStyleIdx="2" presStyleCnt="6">
        <dgm:presLayoutVars>
          <dgm:chMax val="0"/>
          <dgm:bulletEnabled/>
        </dgm:presLayoutVars>
      </dgm:prSet>
      <dgm:spPr/>
    </dgm:pt>
    <dgm:pt modelId="{0E5F78E4-3F89-44AE-83D6-E40BABFBB65B}" type="pres">
      <dgm:prSet presAssocID="{D72148A9-0EF7-473D-B049-E74465B8CEF9}" presName="bottomLine" presStyleLbl="alignNode1" presStyleIdx="3" presStyleCnt="6">
        <dgm:presLayoutVars/>
      </dgm:prSet>
      <dgm:spPr/>
    </dgm:pt>
    <dgm:pt modelId="{72C48D7A-7FFE-49C7-92D7-9F85138C685C}" type="pres">
      <dgm:prSet presAssocID="{D72148A9-0EF7-473D-B049-E74465B8CEF9}" presName="nodeText" presStyleLbl="bgAccFollowNode1" presStyleIdx="1" presStyleCnt="3">
        <dgm:presLayoutVars>
          <dgm:bulletEnabled val="1"/>
        </dgm:presLayoutVars>
      </dgm:prSet>
      <dgm:spPr/>
    </dgm:pt>
    <dgm:pt modelId="{7200F0F0-B20E-49BF-8380-33E365191A31}" type="pres">
      <dgm:prSet presAssocID="{C5B1F042-D533-4AE0-AF84-AE8F705E7DC0}" presName="sibTrans" presStyleCnt="0"/>
      <dgm:spPr/>
    </dgm:pt>
    <dgm:pt modelId="{D167D986-A859-4BDE-92E8-E2F7009F568B}" type="pres">
      <dgm:prSet presAssocID="{E7587F35-5160-49DE-A7FF-6F828C93BB5A}" presName="compositeNode" presStyleCnt="0">
        <dgm:presLayoutVars>
          <dgm:bulletEnabled val="1"/>
        </dgm:presLayoutVars>
      </dgm:prSet>
      <dgm:spPr/>
    </dgm:pt>
    <dgm:pt modelId="{3BA4EFFC-BA03-48CD-B5D2-AA5F5501EBF1}" type="pres">
      <dgm:prSet presAssocID="{E7587F35-5160-49DE-A7FF-6F828C93BB5A}" presName="bgRect" presStyleLbl="bgAccFollowNode1" presStyleIdx="2" presStyleCnt="3"/>
      <dgm:spPr/>
    </dgm:pt>
    <dgm:pt modelId="{C5D031AA-7D7F-4EA6-A990-4840167D65BE}" type="pres">
      <dgm:prSet presAssocID="{3DED3A42-7FE6-44F8-AA82-A9448EEF0270}" presName="sibTransNodeCircle" presStyleLbl="alignNode1" presStyleIdx="4" presStyleCnt="6">
        <dgm:presLayoutVars>
          <dgm:chMax val="0"/>
          <dgm:bulletEnabled/>
        </dgm:presLayoutVars>
      </dgm:prSet>
      <dgm:spPr/>
    </dgm:pt>
    <dgm:pt modelId="{27089BB9-BDAD-461D-AFF6-BC06B6FEF46E}" type="pres">
      <dgm:prSet presAssocID="{E7587F35-5160-49DE-A7FF-6F828C93BB5A}" presName="bottomLine" presStyleLbl="alignNode1" presStyleIdx="5" presStyleCnt="6">
        <dgm:presLayoutVars/>
      </dgm:prSet>
      <dgm:spPr/>
    </dgm:pt>
    <dgm:pt modelId="{613CF0A2-CC73-41DD-B9C6-E677D2554BEB}" type="pres">
      <dgm:prSet presAssocID="{E7587F35-5160-49DE-A7FF-6F828C93BB5A}" presName="nodeText" presStyleLbl="bgAccFollowNode1" presStyleIdx="2" presStyleCnt="3">
        <dgm:presLayoutVars>
          <dgm:bulletEnabled val="1"/>
        </dgm:presLayoutVars>
      </dgm:prSet>
      <dgm:spPr/>
    </dgm:pt>
  </dgm:ptLst>
  <dgm:cxnLst>
    <dgm:cxn modelId="{AC975F00-89B6-4566-9E8B-116A2A768BF0}" type="presOf" srcId="{9560D0E9-FE60-49C9-A9DB-FB9CB508C4FD}" destId="{583A2A3E-A7BB-4204-86F1-D9A2FDF87D4D}" srcOrd="0" destOrd="0" presId="urn:microsoft.com/office/officeart/2016/7/layout/BasicLinearProcessNumbered"/>
    <dgm:cxn modelId="{713C2B01-292F-4BAF-8FD0-047A204AC27E}" srcId="{AFFA73DE-5E9F-4CBE-A35E-8A4C7E39DF6F}" destId="{D61F6ACD-4D47-4578-85D9-EEB563354475}" srcOrd="0" destOrd="0" parTransId="{93694F0C-CB2C-4DCF-A7B4-D517C1E73AD9}" sibTransId="{9560D0E9-FE60-49C9-A9DB-FB9CB508C4FD}"/>
    <dgm:cxn modelId="{D9CFC11B-7999-4631-A03A-9C1E575498E0}" type="presOf" srcId="{D61F6ACD-4D47-4578-85D9-EEB563354475}" destId="{F5BEF065-7F4B-4AE9-9A1C-EA09DAA5ADF4}" srcOrd="1" destOrd="0" presId="urn:microsoft.com/office/officeart/2016/7/layout/BasicLinearProcessNumbered"/>
    <dgm:cxn modelId="{ED325F1F-E5C1-4E82-84DF-5B43061FD92D}" type="presOf" srcId="{D61F6ACD-4D47-4578-85D9-EEB563354475}" destId="{FF008B0B-79C1-42B5-98B2-0C62D690964C}" srcOrd="0" destOrd="0" presId="urn:microsoft.com/office/officeart/2016/7/layout/BasicLinearProcessNumbered"/>
    <dgm:cxn modelId="{B2062835-1BD0-4A50-882E-C7D7BB48C3EE}" srcId="{AFFA73DE-5E9F-4CBE-A35E-8A4C7E39DF6F}" destId="{E7587F35-5160-49DE-A7FF-6F828C93BB5A}" srcOrd="2" destOrd="0" parTransId="{BE4342F0-F731-42C9-A029-5BA8594923E5}" sibTransId="{3DED3A42-7FE6-44F8-AA82-A9448EEF0270}"/>
    <dgm:cxn modelId="{ED8F5547-2047-4D07-A7D8-C0C863DCDB6A}" type="presOf" srcId="{E7587F35-5160-49DE-A7FF-6F828C93BB5A}" destId="{3BA4EFFC-BA03-48CD-B5D2-AA5F5501EBF1}" srcOrd="0" destOrd="0" presId="urn:microsoft.com/office/officeart/2016/7/layout/BasicLinearProcessNumbered"/>
    <dgm:cxn modelId="{370D6D53-06C8-46DE-B1D3-56DA97D7121D}" type="presOf" srcId="{AFFA73DE-5E9F-4CBE-A35E-8A4C7E39DF6F}" destId="{3FA96819-CE26-475D-B669-C749649631A3}" srcOrd="0" destOrd="0" presId="urn:microsoft.com/office/officeart/2016/7/layout/BasicLinearProcessNumbered"/>
    <dgm:cxn modelId="{7CF893A4-A5BC-4CC2-93D2-F986840B4175}" srcId="{AFFA73DE-5E9F-4CBE-A35E-8A4C7E39DF6F}" destId="{D72148A9-0EF7-473D-B049-E74465B8CEF9}" srcOrd="1" destOrd="0" parTransId="{13F6B7EC-3D25-47E1-8FF2-D0BA06B314CD}" sibTransId="{C5B1F042-D533-4AE0-AF84-AE8F705E7DC0}"/>
    <dgm:cxn modelId="{483B99A4-71F1-4B33-99B0-337F4AFFCC14}" type="presOf" srcId="{3DED3A42-7FE6-44F8-AA82-A9448EEF0270}" destId="{C5D031AA-7D7F-4EA6-A990-4840167D65BE}" srcOrd="0" destOrd="0" presId="urn:microsoft.com/office/officeart/2016/7/layout/BasicLinearProcessNumbered"/>
    <dgm:cxn modelId="{1E63EBE0-855D-482C-954F-FCCA6AB3FB8D}" type="presOf" srcId="{D72148A9-0EF7-473D-B049-E74465B8CEF9}" destId="{72C48D7A-7FFE-49C7-92D7-9F85138C685C}" srcOrd="1" destOrd="0" presId="urn:microsoft.com/office/officeart/2016/7/layout/BasicLinearProcessNumbered"/>
    <dgm:cxn modelId="{0F99F3EE-F3BF-4B37-8A12-DAA9B71D6DA6}" type="presOf" srcId="{C5B1F042-D533-4AE0-AF84-AE8F705E7DC0}" destId="{74770FE4-4183-4DAA-8882-32E474594B24}" srcOrd="0" destOrd="0" presId="urn:microsoft.com/office/officeart/2016/7/layout/BasicLinearProcessNumbered"/>
    <dgm:cxn modelId="{4A6623F5-501E-458B-AC5E-A3B19636E787}" type="presOf" srcId="{E7587F35-5160-49DE-A7FF-6F828C93BB5A}" destId="{613CF0A2-CC73-41DD-B9C6-E677D2554BEB}" srcOrd="1" destOrd="0" presId="urn:microsoft.com/office/officeart/2016/7/layout/BasicLinearProcessNumbered"/>
    <dgm:cxn modelId="{C5380AFA-E981-4275-A2B0-8CB00C6058A5}" type="presOf" srcId="{D72148A9-0EF7-473D-B049-E74465B8CEF9}" destId="{9262E90F-19F1-40EA-A578-F53CC63E9C09}" srcOrd="0" destOrd="0" presId="urn:microsoft.com/office/officeart/2016/7/layout/BasicLinearProcessNumbered"/>
    <dgm:cxn modelId="{2EF11932-57BB-4524-8534-101D2ED18E63}" type="presParOf" srcId="{3FA96819-CE26-475D-B669-C749649631A3}" destId="{1AD6B597-4449-4627-970E-DE837A7CC966}" srcOrd="0" destOrd="0" presId="urn:microsoft.com/office/officeart/2016/7/layout/BasicLinearProcessNumbered"/>
    <dgm:cxn modelId="{B20E05CE-247B-4F2F-B273-D4FAACA252E4}" type="presParOf" srcId="{1AD6B597-4449-4627-970E-DE837A7CC966}" destId="{FF008B0B-79C1-42B5-98B2-0C62D690964C}" srcOrd="0" destOrd="0" presId="urn:microsoft.com/office/officeart/2016/7/layout/BasicLinearProcessNumbered"/>
    <dgm:cxn modelId="{9E7C34A3-4E81-4EEE-8A7E-1D279D97401F}" type="presParOf" srcId="{1AD6B597-4449-4627-970E-DE837A7CC966}" destId="{583A2A3E-A7BB-4204-86F1-D9A2FDF87D4D}" srcOrd="1" destOrd="0" presId="urn:microsoft.com/office/officeart/2016/7/layout/BasicLinearProcessNumbered"/>
    <dgm:cxn modelId="{FF369558-5BB7-4351-B2AC-0454C2F11D2A}" type="presParOf" srcId="{1AD6B597-4449-4627-970E-DE837A7CC966}" destId="{3B2B775D-1D09-437C-8617-D1CA6BDA2815}" srcOrd="2" destOrd="0" presId="urn:microsoft.com/office/officeart/2016/7/layout/BasicLinearProcessNumbered"/>
    <dgm:cxn modelId="{C1C7EEF4-98C9-4884-BD65-FA42EC7369D7}" type="presParOf" srcId="{1AD6B597-4449-4627-970E-DE837A7CC966}" destId="{F5BEF065-7F4B-4AE9-9A1C-EA09DAA5ADF4}" srcOrd="3" destOrd="0" presId="urn:microsoft.com/office/officeart/2016/7/layout/BasicLinearProcessNumbered"/>
    <dgm:cxn modelId="{734AA235-2D65-446C-A47E-AA5FA3FC56BD}" type="presParOf" srcId="{3FA96819-CE26-475D-B669-C749649631A3}" destId="{9D542548-3DAD-4159-99F4-69B61C033090}" srcOrd="1" destOrd="0" presId="urn:microsoft.com/office/officeart/2016/7/layout/BasicLinearProcessNumbered"/>
    <dgm:cxn modelId="{FA85FB9E-2CBA-4F08-915F-8E2846F5E275}" type="presParOf" srcId="{3FA96819-CE26-475D-B669-C749649631A3}" destId="{7BEF0959-8CBE-49F5-945E-0AF0AFAA176D}" srcOrd="2" destOrd="0" presId="urn:microsoft.com/office/officeart/2016/7/layout/BasicLinearProcessNumbered"/>
    <dgm:cxn modelId="{44E19269-0C7D-4472-AA39-862C1EFF6EA6}" type="presParOf" srcId="{7BEF0959-8CBE-49F5-945E-0AF0AFAA176D}" destId="{9262E90F-19F1-40EA-A578-F53CC63E9C09}" srcOrd="0" destOrd="0" presId="urn:microsoft.com/office/officeart/2016/7/layout/BasicLinearProcessNumbered"/>
    <dgm:cxn modelId="{0ACC7F10-4DA7-4D07-A17F-370F2FADBB94}" type="presParOf" srcId="{7BEF0959-8CBE-49F5-945E-0AF0AFAA176D}" destId="{74770FE4-4183-4DAA-8882-32E474594B24}" srcOrd="1" destOrd="0" presId="urn:microsoft.com/office/officeart/2016/7/layout/BasicLinearProcessNumbered"/>
    <dgm:cxn modelId="{BA6180D9-17F7-4916-A723-2E027B28AF1E}" type="presParOf" srcId="{7BEF0959-8CBE-49F5-945E-0AF0AFAA176D}" destId="{0E5F78E4-3F89-44AE-83D6-E40BABFBB65B}" srcOrd="2" destOrd="0" presId="urn:microsoft.com/office/officeart/2016/7/layout/BasicLinearProcessNumbered"/>
    <dgm:cxn modelId="{B6BEF6F4-E01D-421F-BF6A-7B48CC16DC34}" type="presParOf" srcId="{7BEF0959-8CBE-49F5-945E-0AF0AFAA176D}" destId="{72C48D7A-7FFE-49C7-92D7-9F85138C685C}" srcOrd="3" destOrd="0" presId="urn:microsoft.com/office/officeart/2016/7/layout/BasicLinearProcessNumbered"/>
    <dgm:cxn modelId="{B2DD48E5-413F-4E04-B487-FA0ED56875A1}" type="presParOf" srcId="{3FA96819-CE26-475D-B669-C749649631A3}" destId="{7200F0F0-B20E-49BF-8380-33E365191A31}" srcOrd="3" destOrd="0" presId="urn:microsoft.com/office/officeart/2016/7/layout/BasicLinearProcessNumbered"/>
    <dgm:cxn modelId="{476B282B-2CC2-4FB7-A88E-21ABE0845B98}" type="presParOf" srcId="{3FA96819-CE26-475D-B669-C749649631A3}" destId="{D167D986-A859-4BDE-92E8-E2F7009F568B}" srcOrd="4" destOrd="0" presId="urn:microsoft.com/office/officeart/2016/7/layout/BasicLinearProcessNumbered"/>
    <dgm:cxn modelId="{8CD4A0FE-7FA7-4FDA-AC25-5F8383D5A6C6}" type="presParOf" srcId="{D167D986-A859-4BDE-92E8-E2F7009F568B}" destId="{3BA4EFFC-BA03-48CD-B5D2-AA5F5501EBF1}" srcOrd="0" destOrd="0" presId="urn:microsoft.com/office/officeart/2016/7/layout/BasicLinearProcessNumbered"/>
    <dgm:cxn modelId="{9CB65FE6-F940-4086-BF62-A57CA946F724}" type="presParOf" srcId="{D167D986-A859-4BDE-92E8-E2F7009F568B}" destId="{C5D031AA-7D7F-4EA6-A990-4840167D65BE}" srcOrd="1" destOrd="0" presId="urn:microsoft.com/office/officeart/2016/7/layout/BasicLinearProcessNumbered"/>
    <dgm:cxn modelId="{45675247-705B-4AEA-9FCE-B5BC263197AB}" type="presParOf" srcId="{D167D986-A859-4BDE-92E8-E2F7009F568B}" destId="{27089BB9-BDAD-461D-AFF6-BC06B6FEF46E}" srcOrd="2" destOrd="0" presId="urn:microsoft.com/office/officeart/2016/7/layout/BasicLinearProcessNumbered"/>
    <dgm:cxn modelId="{4BBACF86-90CF-49D5-AF89-D4FD88782215}" type="presParOf" srcId="{D167D986-A859-4BDE-92E8-E2F7009F568B}" destId="{613CF0A2-CC73-41DD-B9C6-E677D2554BEB}"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200997-0AD4-4A82-B74B-5C1CAB4B445C}" type="doc">
      <dgm:prSet loTypeId="urn:microsoft.com/office/officeart/2005/8/layout/hierarchy1" loCatId="hierarchy" qsTypeId="urn:microsoft.com/office/officeart/2005/8/quickstyle/simple1" qsCatId="simple" csTypeId="urn:microsoft.com/office/officeart/2005/8/colors/colorful1" csCatId="colorful" phldr="1"/>
      <dgm:spPr/>
      <dgm:t>
        <a:bodyPr/>
        <a:lstStyle/>
        <a:p>
          <a:endParaRPr lang="en-US"/>
        </a:p>
      </dgm:t>
    </dgm:pt>
    <dgm:pt modelId="{7486FFE9-5255-43A8-8A4D-017EBE35B899}">
      <dgm:prSet/>
      <dgm:spPr/>
      <dgm:t>
        <a:bodyPr/>
        <a:lstStyle/>
        <a:p>
          <a:r>
            <a:rPr lang="en-SG"/>
            <a:t>Inbound Marketing</a:t>
          </a:r>
          <a:endParaRPr lang="en-US"/>
        </a:p>
      </dgm:t>
    </dgm:pt>
    <dgm:pt modelId="{9A789F57-FE95-49FC-A6D2-8298E127B6B3}" type="parTrans" cxnId="{C96336A1-6601-4A39-AE29-23D2C8BE86AD}">
      <dgm:prSet/>
      <dgm:spPr/>
      <dgm:t>
        <a:bodyPr/>
        <a:lstStyle/>
        <a:p>
          <a:endParaRPr lang="en-US"/>
        </a:p>
      </dgm:t>
    </dgm:pt>
    <dgm:pt modelId="{D8D64FB8-6069-433F-BDF9-C3BEDB153CD0}" type="sibTrans" cxnId="{C96336A1-6601-4A39-AE29-23D2C8BE86AD}">
      <dgm:prSet/>
      <dgm:spPr/>
      <dgm:t>
        <a:bodyPr/>
        <a:lstStyle/>
        <a:p>
          <a:endParaRPr lang="en-US"/>
        </a:p>
      </dgm:t>
    </dgm:pt>
    <dgm:pt modelId="{36D0CDFF-D207-4912-9667-789DAB138540}">
      <dgm:prSet/>
      <dgm:spPr/>
      <dgm:t>
        <a:bodyPr/>
        <a:lstStyle/>
        <a:p>
          <a:r>
            <a:rPr lang="en-SG" dirty="0"/>
            <a:t>Mobile Marketing</a:t>
          </a:r>
          <a:endParaRPr lang="en-US" dirty="0"/>
        </a:p>
      </dgm:t>
    </dgm:pt>
    <dgm:pt modelId="{D0251CE1-3BBA-4B70-91D4-BFF47B236B16}" type="parTrans" cxnId="{27684EF5-1734-4E06-8596-ACDC73057632}">
      <dgm:prSet/>
      <dgm:spPr/>
      <dgm:t>
        <a:bodyPr/>
        <a:lstStyle/>
        <a:p>
          <a:endParaRPr lang="en-US"/>
        </a:p>
      </dgm:t>
    </dgm:pt>
    <dgm:pt modelId="{F57F780B-18FB-4EDF-9808-B82C8110FAE1}" type="sibTrans" cxnId="{27684EF5-1734-4E06-8596-ACDC73057632}">
      <dgm:prSet/>
      <dgm:spPr/>
      <dgm:t>
        <a:bodyPr/>
        <a:lstStyle/>
        <a:p>
          <a:endParaRPr lang="en-US"/>
        </a:p>
      </dgm:t>
    </dgm:pt>
    <dgm:pt modelId="{E9AC659B-53AB-4A04-9F42-3DE6BC46578A}" type="pres">
      <dgm:prSet presAssocID="{DD200997-0AD4-4A82-B74B-5C1CAB4B445C}" presName="hierChild1" presStyleCnt="0">
        <dgm:presLayoutVars>
          <dgm:chPref val="1"/>
          <dgm:dir/>
          <dgm:animOne val="branch"/>
          <dgm:animLvl val="lvl"/>
          <dgm:resizeHandles/>
        </dgm:presLayoutVars>
      </dgm:prSet>
      <dgm:spPr/>
    </dgm:pt>
    <dgm:pt modelId="{CC4F14EE-44C9-475A-AB70-834A14E1B1A7}" type="pres">
      <dgm:prSet presAssocID="{7486FFE9-5255-43A8-8A4D-017EBE35B899}" presName="hierRoot1" presStyleCnt="0"/>
      <dgm:spPr/>
    </dgm:pt>
    <dgm:pt modelId="{A2CD8C0B-5E01-4AC5-8302-4CD4DDC67D0D}" type="pres">
      <dgm:prSet presAssocID="{7486FFE9-5255-43A8-8A4D-017EBE35B899}" presName="composite" presStyleCnt="0"/>
      <dgm:spPr/>
    </dgm:pt>
    <dgm:pt modelId="{012ADC55-7BA8-4451-BECD-AB5EC1B1A5C1}" type="pres">
      <dgm:prSet presAssocID="{7486FFE9-5255-43A8-8A4D-017EBE35B899}" presName="background" presStyleLbl="node0" presStyleIdx="0" presStyleCnt="2"/>
      <dgm:spPr/>
    </dgm:pt>
    <dgm:pt modelId="{D1B30E5C-5173-48A3-9552-079C19D6FCFE}" type="pres">
      <dgm:prSet presAssocID="{7486FFE9-5255-43A8-8A4D-017EBE35B899}" presName="text" presStyleLbl="fgAcc0" presStyleIdx="0" presStyleCnt="2">
        <dgm:presLayoutVars>
          <dgm:chPref val="3"/>
        </dgm:presLayoutVars>
      </dgm:prSet>
      <dgm:spPr/>
    </dgm:pt>
    <dgm:pt modelId="{49FEE254-CCE9-4C37-9F23-2D432296FF22}" type="pres">
      <dgm:prSet presAssocID="{7486FFE9-5255-43A8-8A4D-017EBE35B899}" presName="hierChild2" presStyleCnt="0"/>
      <dgm:spPr/>
    </dgm:pt>
    <dgm:pt modelId="{D5597238-5D73-4BA1-82D3-1A9E837E23DB}" type="pres">
      <dgm:prSet presAssocID="{36D0CDFF-D207-4912-9667-789DAB138540}" presName="hierRoot1" presStyleCnt="0"/>
      <dgm:spPr/>
    </dgm:pt>
    <dgm:pt modelId="{1F2FE502-892D-4E35-8D1D-889F9F9F4917}" type="pres">
      <dgm:prSet presAssocID="{36D0CDFF-D207-4912-9667-789DAB138540}" presName="composite" presStyleCnt="0"/>
      <dgm:spPr/>
    </dgm:pt>
    <dgm:pt modelId="{D410EF57-F303-4022-AB06-2F429D12192D}" type="pres">
      <dgm:prSet presAssocID="{36D0CDFF-D207-4912-9667-789DAB138540}" presName="background" presStyleLbl="node0" presStyleIdx="1" presStyleCnt="2"/>
      <dgm:spPr/>
    </dgm:pt>
    <dgm:pt modelId="{1EE1222F-2FAB-415A-9B3B-1134EBE752D9}" type="pres">
      <dgm:prSet presAssocID="{36D0CDFF-D207-4912-9667-789DAB138540}" presName="text" presStyleLbl="fgAcc0" presStyleIdx="1" presStyleCnt="2">
        <dgm:presLayoutVars>
          <dgm:chPref val="3"/>
        </dgm:presLayoutVars>
      </dgm:prSet>
      <dgm:spPr/>
    </dgm:pt>
    <dgm:pt modelId="{0AA2E2F7-2D63-43F8-AEA0-74C7A264B1DB}" type="pres">
      <dgm:prSet presAssocID="{36D0CDFF-D207-4912-9667-789DAB138540}" presName="hierChild2" presStyleCnt="0"/>
      <dgm:spPr/>
    </dgm:pt>
  </dgm:ptLst>
  <dgm:cxnLst>
    <dgm:cxn modelId="{F37B440B-898E-432B-8707-0AF3577A2FAC}" type="presOf" srcId="{DD200997-0AD4-4A82-B74B-5C1CAB4B445C}" destId="{E9AC659B-53AB-4A04-9F42-3DE6BC46578A}" srcOrd="0" destOrd="0" presId="urn:microsoft.com/office/officeart/2005/8/layout/hierarchy1"/>
    <dgm:cxn modelId="{BB5A4668-C7D4-43BD-A799-CDCCDDC1EE2C}" type="presOf" srcId="{7486FFE9-5255-43A8-8A4D-017EBE35B899}" destId="{D1B30E5C-5173-48A3-9552-079C19D6FCFE}" srcOrd="0" destOrd="0" presId="urn:microsoft.com/office/officeart/2005/8/layout/hierarchy1"/>
    <dgm:cxn modelId="{C96336A1-6601-4A39-AE29-23D2C8BE86AD}" srcId="{DD200997-0AD4-4A82-B74B-5C1CAB4B445C}" destId="{7486FFE9-5255-43A8-8A4D-017EBE35B899}" srcOrd="0" destOrd="0" parTransId="{9A789F57-FE95-49FC-A6D2-8298E127B6B3}" sibTransId="{D8D64FB8-6069-433F-BDF9-C3BEDB153CD0}"/>
    <dgm:cxn modelId="{8957BAEA-41D8-4533-92D4-53BA3A2BAA3D}" type="presOf" srcId="{36D0CDFF-D207-4912-9667-789DAB138540}" destId="{1EE1222F-2FAB-415A-9B3B-1134EBE752D9}" srcOrd="0" destOrd="0" presId="urn:microsoft.com/office/officeart/2005/8/layout/hierarchy1"/>
    <dgm:cxn modelId="{27684EF5-1734-4E06-8596-ACDC73057632}" srcId="{DD200997-0AD4-4A82-B74B-5C1CAB4B445C}" destId="{36D0CDFF-D207-4912-9667-789DAB138540}" srcOrd="1" destOrd="0" parTransId="{D0251CE1-3BBA-4B70-91D4-BFF47B236B16}" sibTransId="{F57F780B-18FB-4EDF-9808-B82C8110FAE1}"/>
    <dgm:cxn modelId="{07B8FA54-31A2-4D94-8D44-018F568B3D37}" type="presParOf" srcId="{E9AC659B-53AB-4A04-9F42-3DE6BC46578A}" destId="{CC4F14EE-44C9-475A-AB70-834A14E1B1A7}" srcOrd="0" destOrd="0" presId="urn:microsoft.com/office/officeart/2005/8/layout/hierarchy1"/>
    <dgm:cxn modelId="{55C91FE0-3BC1-498A-BC6C-575495581772}" type="presParOf" srcId="{CC4F14EE-44C9-475A-AB70-834A14E1B1A7}" destId="{A2CD8C0B-5E01-4AC5-8302-4CD4DDC67D0D}" srcOrd="0" destOrd="0" presId="urn:microsoft.com/office/officeart/2005/8/layout/hierarchy1"/>
    <dgm:cxn modelId="{07E8F00D-5289-4F89-9592-49D68D24AC88}" type="presParOf" srcId="{A2CD8C0B-5E01-4AC5-8302-4CD4DDC67D0D}" destId="{012ADC55-7BA8-4451-BECD-AB5EC1B1A5C1}" srcOrd="0" destOrd="0" presId="urn:microsoft.com/office/officeart/2005/8/layout/hierarchy1"/>
    <dgm:cxn modelId="{E1D6728B-33D9-4317-A820-CB9D383A9F43}" type="presParOf" srcId="{A2CD8C0B-5E01-4AC5-8302-4CD4DDC67D0D}" destId="{D1B30E5C-5173-48A3-9552-079C19D6FCFE}" srcOrd="1" destOrd="0" presId="urn:microsoft.com/office/officeart/2005/8/layout/hierarchy1"/>
    <dgm:cxn modelId="{A1924E82-9644-452C-B7C7-8415CC5F4936}" type="presParOf" srcId="{CC4F14EE-44C9-475A-AB70-834A14E1B1A7}" destId="{49FEE254-CCE9-4C37-9F23-2D432296FF22}" srcOrd="1" destOrd="0" presId="urn:microsoft.com/office/officeart/2005/8/layout/hierarchy1"/>
    <dgm:cxn modelId="{F58DFDA7-777E-4817-AD00-E407B595C63C}" type="presParOf" srcId="{E9AC659B-53AB-4A04-9F42-3DE6BC46578A}" destId="{D5597238-5D73-4BA1-82D3-1A9E837E23DB}" srcOrd="1" destOrd="0" presId="urn:microsoft.com/office/officeart/2005/8/layout/hierarchy1"/>
    <dgm:cxn modelId="{087D5D07-37FF-4FA3-BC06-E36FA9CEB9F8}" type="presParOf" srcId="{D5597238-5D73-4BA1-82D3-1A9E837E23DB}" destId="{1F2FE502-892D-4E35-8D1D-889F9F9F4917}" srcOrd="0" destOrd="0" presId="urn:microsoft.com/office/officeart/2005/8/layout/hierarchy1"/>
    <dgm:cxn modelId="{C169D6B8-8398-4413-A04A-045AF57A75CB}" type="presParOf" srcId="{1F2FE502-892D-4E35-8D1D-889F9F9F4917}" destId="{D410EF57-F303-4022-AB06-2F429D12192D}" srcOrd="0" destOrd="0" presId="urn:microsoft.com/office/officeart/2005/8/layout/hierarchy1"/>
    <dgm:cxn modelId="{F4EF61C0-22CA-437A-9D16-EB1BC322F3C6}" type="presParOf" srcId="{1F2FE502-892D-4E35-8D1D-889F9F9F4917}" destId="{1EE1222F-2FAB-415A-9B3B-1134EBE752D9}" srcOrd="1" destOrd="0" presId="urn:microsoft.com/office/officeart/2005/8/layout/hierarchy1"/>
    <dgm:cxn modelId="{09F69D7E-7702-4479-8DBF-2F7849E15324}" type="presParOf" srcId="{D5597238-5D73-4BA1-82D3-1A9E837E23DB}" destId="{0AA2E2F7-2D63-43F8-AEA0-74C7A264B1D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4219B8-7BF7-40CD-A50B-6309B6F371E7}" type="doc">
      <dgm:prSet loTypeId="urn:microsoft.com/office/officeart/2018/2/layout/IconCircleList" loCatId="icon" qsTypeId="urn:microsoft.com/office/officeart/2005/8/quickstyle/simple1" qsCatId="simple" csTypeId="urn:microsoft.com/office/officeart/2018/5/colors/Iconchunking_coloredtext_colorful5" csCatId="colorful" phldr="1"/>
      <dgm:spPr/>
      <dgm:t>
        <a:bodyPr/>
        <a:lstStyle/>
        <a:p>
          <a:endParaRPr lang="en-US"/>
        </a:p>
      </dgm:t>
    </dgm:pt>
    <dgm:pt modelId="{CBFA206D-5F21-44BE-A511-D03B6ECFD387}">
      <dgm:prSet/>
      <dgm:spPr/>
      <dgm:t>
        <a:bodyPr/>
        <a:lstStyle/>
        <a:p>
          <a:pPr>
            <a:lnSpc>
              <a:spcPct val="100000"/>
            </a:lnSpc>
          </a:pPr>
          <a:r>
            <a:rPr lang="en-SG"/>
            <a:t>Social Networking</a:t>
          </a:r>
          <a:endParaRPr lang="en-US"/>
        </a:p>
      </dgm:t>
    </dgm:pt>
    <dgm:pt modelId="{4B8DA686-9204-403B-9203-CA90EF333060}" type="parTrans" cxnId="{3984198F-D567-461B-9DEC-41CE5CA7B78F}">
      <dgm:prSet/>
      <dgm:spPr/>
      <dgm:t>
        <a:bodyPr/>
        <a:lstStyle/>
        <a:p>
          <a:endParaRPr lang="en-US"/>
        </a:p>
      </dgm:t>
    </dgm:pt>
    <dgm:pt modelId="{B88F5528-B570-418E-AB3C-424157B2F405}" type="sibTrans" cxnId="{3984198F-D567-461B-9DEC-41CE5CA7B78F}">
      <dgm:prSet/>
      <dgm:spPr/>
      <dgm:t>
        <a:bodyPr/>
        <a:lstStyle/>
        <a:p>
          <a:pPr>
            <a:lnSpc>
              <a:spcPct val="100000"/>
            </a:lnSpc>
          </a:pPr>
          <a:endParaRPr lang="en-US"/>
        </a:p>
      </dgm:t>
    </dgm:pt>
    <dgm:pt modelId="{253E5FC8-DB98-4301-A6C1-234C12D1E4D3}">
      <dgm:prSet/>
      <dgm:spPr/>
      <dgm:t>
        <a:bodyPr/>
        <a:lstStyle/>
        <a:p>
          <a:pPr>
            <a:lnSpc>
              <a:spcPct val="100000"/>
            </a:lnSpc>
          </a:pPr>
          <a:r>
            <a:rPr lang="en-SG"/>
            <a:t>Social Knowledge</a:t>
          </a:r>
          <a:endParaRPr lang="en-US"/>
        </a:p>
      </dgm:t>
    </dgm:pt>
    <dgm:pt modelId="{B58F980F-3A5E-4511-A11F-9A544D71C7C3}" type="parTrans" cxnId="{67F2D1FD-AAC6-4F80-BC26-EF0827FDB637}">
      <dgm:prSet/>
      <dgm:spPr/>
      <dgm:t>
        <a:bodyPr/>
        <a:lstStyle/>
        <a:p>
          <a:endParaRPr lang="en-US"/>
        </a:p>
      </dgm:t>
    </dgm:pt>
    <dgm:pt modelId="{98DE645F-B55A-4AE5-839D-5CC4E589B5A5}" type="sibTrans" cxnId="{67F2D1FD-AAC6-4F80-BC26-EF0827FDB637}">
      <dgm:prSet/>
      <dgm:spPr/>
      <dgm:t>
        <a:bodyPr/>
        <a:lstStyle/>
        <a:p>
          <a:pPr>
            <a:lnSpc>
              <a:spcPct val="100000"/>
            </a:lnSpc>
          </a:pPr>
          <a:endParaRPr lang="en-US"/>
        </a:p>
      </dgm:t>
    </dgm:pt>
    <dgm:pt modelId="{41129F59-F192-4938-9C22-28791F4518C5}">
      <dgm:prSet/>
      <dgm:spPr/>
      <dgm:t>
        <a:bodyPr/>
        <a:lstStyle/>
        <a:p>
          <a:pPr>
            <a:lnSpc>
              <a:spcPct val="100000"/>
            </a:lnSpc>
          </a:pPr>
          <a:r>
            <a:rPr lang="en-SG"/>
            <a:t>Social Sharing</a:t>
          </a:r>
          <a:endParaRPr lang="en-US"/>
        </a:p>
      </dgm:t>
    </dgm:pt>
    <dgm:pt modelId="{EA225A03-4744-40E6-B55B-56559080F6E7}" type="parTrans" cxnId="{1B4045F8-6787-4DA3-9AC0-A79F702D22D0}">
      <dgm:prSet/>
      <dgm:spPr/>
      <dgm:t>
        <a:bodyPr/>
        <a:lstStyle/>
        <a:p>
          <a:endParaRPr lang="en-US"/>
        </a:p>
      </dgm:t>
    </dgm:pt>
    <dgm:pt modelId="{4F540F24-94E7-4819-96E5-F869D256C73E}" type="sibTrans" cxnId="{1B4045F8-6787-4DA3-9AC0-A79F702D22D0}">
      <dgm:prSet/>
      <dgm:spPr/>
      <dgm:t>
        <a:bodyPr/>
        <a:lstStyle/>
        <a:p>
          <a:pPr>
            <a:lnSpc>
              <a:spcPct val="100000"/>
            </a:lnSpc>
          </a:pPr>
          <a:endParaRPr lang="en-US"/>
        </a:p>
      </dgm:t>
    </dgm:pt>
    <dgm:pt modelId="{582502B3-EE2E-4C44-BFA2-02A1CC62868B}">
      <dgm:prSet/>
      <dgm:spPr/>
      <dgm:t>
        <a:bodyPr/>
        <a:lstStyle/>
        <a:p>
          <a:pPr>
            <a:lnSpc>
              <a:spcPct val="100000"/>
            </a:lnSpc>
          </a:pPr>
          <a:r>
            <a:rPr lang="en-SG"/>
            <a:t>Social News</a:t>
          </a:r>
          <a:endParaRPr lang="en-US"/>
        </a:p>
      </dgm:t>
    </dgm:pt>
    <dgm:pt modelId="{53229048-F14F-4DF4-95F1-05DDE0A463E4}" type="parTrans" cxnId="{E9D29E7B-B55D-42F1-AEE5-425BE6DA649C}">
      <dgm:prSet/>
      <dgm:spPr/>
      <dgm:t>
        <a:bodyPr/>
        <a:lstStyle/>
        <a:p>
          <a:endParaRPr lang="en-US"/>
        </a:p>
      </dgm:t>
    </dgm:pt>
    <dgm:pt modelId="{2EEF0A9E-16C1-4C5F-8ABD-1064DD92AC78}" type="sibTrans" cxnId="{E9D29E7B-B55D-42F1-AEE5-425BE6DA649C}">
      <dgm:prSet/>
      <dgm:spPr/>
      <dgm:t>
        <a:bodyPr/>
        <a:lstStyle/>
        <a:p>
          <a:pPr>
            <a:lnSpc>
              <a:spcPct val="100000"/>
            </a:lnSpc>
          </a:pPr>
          <a:endParaRPr lang="en-US"/>
        </a:p>
      </dgm:t>
    </dgm:pt>
    <dgm:pt modelId="{09B7E189-184D-4369-9959-9A3BDD69BCE3}">
      <dgm:prSet/>
      <dgm:spPr/>
      <dgm:t>
        <a:bodyPr/>
        <a:lstStyle/>
        <a:p>
          <a:pPr>
            <a:lnSpc>
              <a:spcPct val="100000"/>
            </a:lnSpc>
          </a:pPr>
          <a:r>
            <a:rPr lang="en-SG"/>
            <a:t>Social Streaming</a:t>
          </a:r>
          <a:endParaRPr lang="en-US"/>
        </a:p>
      </dgm:t>
    </dgm:pt>
    <dgm:pt modelId="{FEE00D8A-A08D-4B04-9395-70514EE2A592}" type="parTrans" cxnId="{7B9B1B67-92B2-4DE1-A194-3AEBA9806E1C}">
      <dgm:prSet/>
      <dgm:spPr/>
      <dgm:t>
        <a:bodyPr/>
        <a:lstStyle/>
        <a:p>
          <a:endParaRPr lang="en-US"/>
        </a:p>
      </dgm:t>
    </dgm:pt>
    <dgm:pt modelId="{02D96B58-127C-428D-9987-7DA29DCDED52}" type="sibTrans" cxnId="{7B9B1B67-92B2-4DE1-A194-3AEBA9806E1C}">
      <dgm:prSet/>
      <dgm:spPr/>
      <dgm:t>
        <a:bodyPr/>
        <a:lstStyle/>
        <a:p>
          <a:pPr>
            <a:lnSpc>
              <a:spcPct val="100000"/>
            </a:lnSpc>
          </a:pPr>
          <a:endParaRPr lang="en-US"/>
        </a:p>
      </dgm:t>
    </dgm:pt>
    <dgm:pt modelId="{566E7F9C-82E9-45B4-8C89-4A8F76E145D1}">
      <dgm:prSet/>
      <dgm:spPr/>
      <dgm:t>
        <a:bodyPr/>
        <a:lstStyle/>
        <a:p>
          <a:pPr>
            <a:lnSpc>
              <a:spcPct val="100000"/>
            </a:lnSpc>
          </a:pPr>
          <a:r>
            <a:rPr lang="en-SG"/>
            <a:t>Company user-generated content and community</a:t>
          </a:r>
          <a:endParaRPr lang="en-US"/>
        </a:p>
      </dgm:t>
    </dgm:pt>
    <dgm:pt modelId="{D95430A4-79F6-4F47-845A-AD85C1ABA0C3}" type="parTrans" cxnId="{9C69BCAE-AE83-4159-AEB8-7A3F3A44BB99}">
      <dgm:prSet/>
      <dgm:spPr/>
      <dgm:t>
        <a:bodyPr/>
        <a:lstStyle/>
        <a:p>
          <a:endParaRPr lang="en-US"/>
        </a:p>
      </dgm:t>
    </dgm:pt>
    <dgm:pt modelId="{30BE06BE-887F-4471-BBD5-47501DDA4E64}" type="sibTrans" cxnId="{9C69BCAE-AE83-4159-AEB8-7A3F3A44BB99}">
      <dgm:prSet/>
      <dgm:spPr/>
      <dgm:t>
        <a:bodyPr/>
        <a:lstStyle/>
        <a:p>
          <a:endParaRPr lang="en-US"/>
        </a:p>
      </dgm:t>
    </dgm:pt>
    <dgm:pt modelId="{5F90D30D-2FE5-4CE0-BF65-FE8A77EB4B3F}" type="pres">
      <dgm:prSet presAssocID="{A24219B8-7BF7-40CD-A50B-6309B6F371E7}" presName="root" presStyleCnt="0">
        <dgm:presLayoutVars>
          <dgm:dir/>
          <dgm:resizeHandles val="exact"/>
        </dgm:presLayoutVars>
      </dgm:prSet>
      <dgm:spPr/>
    </dgm:pt>
    <dgm:pt modelId="{C5C6ABB1-B237-4932-92D9-AB98075B8584}" type="pres">
      <dgm:prSet presAssocID="{A24219B8-7BF7-40CD-A50B-6309B6F371E7}" presName="container" presStyleCnt="0">
        <dgm:presLayoutVars>
          <dgm:dir/>
          <dgm:resizeHandles val="exact"/>
        </dgm:presLayoutVars>
      </dgm:prSet>
      <dgm:spPr/>
    </dgm:pt>
    <dgm:pt modelId="{B968DA7D-8845-48F1-8DFE-607628AAB522}" type="pres">
      <dgm:prSet presAssocID="{CBFA206D-5F21-44BE-A511-D03B6ECFD387}" presName="compNode" presStyleCnt="0"/>
      <dgm:spPr/>
    </dgm:pt>
    <dgm:pt modelId="{7426E71A-250D-423D-87E5-73FC04687AD7}" type="pres">
      <dgm:prSet presAssocID="{CBFA206D-5F21-44BE-A511-D03B6ECFD387}" presName="iconBgRect" presStyleLbl="bgShp" presStyleIdx="0" presStyleCnt="6"/>
      <dgm:spPr/>
    </dgm:pt>
    <dgm:pt modelId="{6F8DE9F1-2C34-46E0-ACA1-61DDBAB883A4}" type="pres">
      <dgm:prSet presAssocID="{CBFA206D-5F21-44BE-A511-D03B6ECFD38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47E453E2-6076-4670-952C-66E188917868}" type="pres">
      <dgm:prSet presAssocID="{CBFA206D-5F21-44BE-A511-D03B6ECFD387}" presName="spaceRect" presStyleCnt="0"/>
      <dgm:spPr/>
    </dgm:pt>
    <dgm:pt modelId="{6AB0A819-8DDF-47C6-9A72-B031703E58F2}" type="pres">
      <dgm:prSet presAssocID="{CBFA206D-5F21-44BE-A511-D03B6ECFD387}" presName="textRect" presStyleLbl="revTx" presStyleIdx="0" presStyleCnt="6">
        <dgm:presLayoutVars>
          <dgm:chMax val="1"/>
          <dgm:chPref val="1"/>
        </dgm:presLayoutVars>
      </dgm:prSet>
      <dgm:spPr/>
    </dgm:pt>
    <dgm:pt modelId="{04373A0E-9401-4F75-8076-6D9E830ED91C}" type="pres">
      <dgm:prSet presAssocID="{B88F5528-B570-418E-AB3C-424157B2F405}" presName="sibTrans" presStyleLbl="sibTrans2D1" presStyleIdx="0" presStyleCnt="0"/>
      <dgm:spPr/>
    </dgm:pt>
    <dgm:pt modelId="{7EAFC20B-AC0B-4421-962B-4745FCDCE024}" type="pres">
      <dgm:prSet presAssocID="{253E5FC8-DB98-4301-A6C1-234C12D1E4D3}" presName="compNode" presStyleCnt="0"/>
      <dgm:spPr/>
    </dgm:pt>
    <dgm:pt modelId="{BCDCC5EB-0540-4B13-80D6-5A7F9287A25C}" type="pres">
      <dgm:prSet presAssocID="{253E5FC8-DB98-4301-A6C1-234C12D1E4D3}" presName="iconBgRect" presStyleLbl="bgShp" presStyleIdx="1" presStyleCnt="6"/>
      <dgm:spPr/>
    </dgm:pt>
    <dgm:pt modelId="{C52E9428-E32D-44E5-8E5F-2D713C97AA2F}" type="pres">
      <dgm:prSet presAssocID="{253E5FC8-DB98-4301-A6C1-234C12D1E4D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3500C58F-568E-41F6-AC62-4DE2AD75A5F6}" type="pres">
      <dgm:prSet presAssocID="{253E5FC8-DB98-4301-A6C1-234C12D1E4D3}" presName="spaceRect" presStyleCnt="0"/>
      <dgm:spPr/>
    </dgm:pt>
    <dgm:pt modelId="{768D49FE-EE5C-44CE-B25A-0D780B73B672}" type="pres">
      <dgm:prSet presAssocID="{253E5FC8-DB98-4301-A6C1-234C12D1E4D3}" presName="textRect" presStyleLbl="revTx" presStyleIdx="1" presStyleCnt="6">
        <dgm:presLayoutVars>
          <dgm:chMax val="1"/>
          <dgm:chPref val="1"/>
        </dgm:presLayoutVars>
      </dgm:prSet>
      <dgm:spPr/>
    </dgm:pt>
    <dgm:pt modelId="{E8808237-2CC7-4FBC-B34D-1C7AA26002EE}" type="pres">
      <dgm:prSet presAssocID="{98DE645F-B55A-4AE5-839D-5CC4E589B5A5}" presName="sibTrans" presStyleLbl="sibTrans2D1" presStyleIdx="0" presStyleCnt="0"/>
      <dgm:spPr/>
    </dgm:pt>
    <dgm:pt modelId="{A6851EC0-5C19-4466-B344-E865B95260DA}" type="pres">
      <dgm:prSet presAssocID="{41129F59-F192-4938-9C22-28791F4518C5}" presName="compNode" presStyleCnt="0"/>
      <dgm:spPr/>
    </dgm:pt>
    <dgm:pt modelId="{ADA21536-689E-4D5D-8180-D694EA9A4920}" type="pres">
      <dgm:prSet presAssocID="{41129F59-F192-4938-9C22-28791F4518C5}" presName="iconBgRect" presStyleLbl="bgShp" presStyleIdx="2" presStyleCnt="6"/>
      <dgm:spPr/>
    </dgm:pt>
    <dgm:pt modelId="{0FCBCAB6-939F-4D15-B842-07FB3BF227D3}" type="pres">
      <dgm:prSet presAssocID="{41129F59-F192-4938-9C22-28791F4518C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oup"/>
        </a:ext>
      </dgm:extLst>
    </dgm:pt>
    <dgm:pt modelId="{76CFBFC9-FA45-44A8-9E51-02D8DF091003}" type="pres">
      <dgm:prSet presAssocID="{41129F59-F192-4938-9C22-28791F4518C5}" presName="spaceRect" presStyleCnt="0"/>
      <dgm:spPr/>
    </dgm:pt>
    <dgm:pt modelId="{1B22363C-9D74-4A31-BA77-5734338CC60D}" type="pres">
      <dgm:prSet presAssocID="{41129F59-F192-4938-9C22-28791F4518C5}" presName="textRect" presStyleLbl="revTx" presStyleIdx="2" presStyleCnt="6">
        <dgm:presLayoutVars>
          <dgm:chMax val="1"/>
          <dgm:chPref val="1"/>
        </dgm:presLayoutVars>
      </dgm:prSet>
      <dgm:spPr/>
    </dgm:pt>
    <dgm:pt modelId="{CB2F15C9-E503-4666-BAE2-537B8D823307}" type="pres">
      <dgm:prSet presAssocID="{4F540F24-94E7-4819-96E5-F869D256C73E}" presName="sibTrans" presStyleLbl="sibTrans2D1" presStyleIdx="0" presStyleCnt="0"/>
      <dgm:spPr/>
    </dgm:pt>
    <dgm:pt modelId="{D51217D4-A4A4-4596-831E-99AD376F0F6C}" type="pres">
      <dgm:prSet presAssocID="{582502B3-EE2E-4C44-BFA2-02A1CC62868B}" presName="compNode" presStyleCnt="0"/>
      <dgm:spPr/>
    </dgm:pt>
    <dgm:pt modelId="{04B2B5B7-40D7-42FD-AA25-DE9C1BB11C79}" type="pres">
      <dgm:prSet presAssocID="{582502B3-EE2E-4C44-BFA2-02A1CC62868B}" presName="iconBgRect" presStyleLbl="bgShp" presStyleIdx="3" presStyleCnt="6"/>
      <dgm:spPr/>
    </dgm:pt>
    <dgm:pt modelId="{3FE47145-8659-4996-A590-DD11EC61200E}" type="pres">
      <dgm:prSet presAssocID="{582502B3-EE2E-4C44-BFA2-02A1CC62868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ewspaper"/>
        </a:ext>
      </dgm:extLst>
    </dgm:pt>
    <dgm:pt modelId="{2F9E06AD-3BA5-471E-B75D-1AB45FA317B5}" type="pres">
      <dgm:prSet presAssocID="{582502B3-EE2E-4C44-BFA2-02A1CC62868B}" presName="spaceRect" presStyleCnt="0"/>
      <dgm:spPr/>
    </dgm:pt>
    <dgm:pt modelId="{9C6BBFB6-079E-4ABF-A7E7-3C8F7FE388BD}" type="pres">
      <dgm:prSet presAssocID="{582502B3-EE2E-4C44-BFA2-02A1CC62868B}" presName="textRect" presStyleLbl="revTx" presStyleIdx="3" presStyleCnt="6">
        <dgm:presLayoutVars>
          <dgm:chMax val="1"/>
          <dgm:chPref val="1"/>
        </dgm:presLayoutVars>
      </dgm:prSet>
      <dgm:spPr/>
    </dgm:pt>
    <dgm:pt modelId="{C934B754-9A8A-4070-AA4D-F5C56DF17F20}" type="pres">
      <dgm:prSet presAssocID="{2EEF0A9E-16C1-4C5F-8ABD-1064DD92AC78}" presName="sibTrans" presStyleLbl="sibTrans2D1" presStyleIdx="0" presStyleCnt="0"/>
      <dgm:spPr/>
    </dgm:pt>
    <dgm:pt modelId="{A16A937A-4082-4A87-9721-8B86307976EF}" type="pres">
      <dgm:prSet presAssocID="{09B7E189-184D-4369-9959-9A3BDD69BCE3}" presName="compNode" presStyleCnt="0"/>
      <dgm:spPr/>
    </dgm:pt>
    <dgm:pt modelId="{0C31B47A-DBBD-489B-B519-AB619A38DA43}" type="pres">
      <dgm:prSet presAssocID="{09B7E189-184D-4369-9959-9A3BDD69BCE3}" presName="iconBgRect" presStyleLbl="bgShp" presStyleIdx="4" presStyleCnt="6"/>
      <dgm:spPr/>
    </dgm:pt>
    <dgm:pt modelId="{AC2456C6-2B6D-4194-90DA-FF1FA29F5BC2}" type="pres">
      <dgm:prSet presAssocID="{09B7E189-184D-4369-9959-9A3BDD69BCE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mart Phone"/>
        </a:ext>
      </dgm:extLst>
    </dgm:pt>
    <dgm:pt modelId="{A195AD42-637E-4542-893A-619A5104481B}" type="pres">
      <dgm:prSet presAssocID="{09B7E189-184D-4369-9959-9A3BDD69BCE3}" presName="spaceRect" presStyleCnt="0"/>
      <dgm:spPr/>
    </dgm:pt>
    <dgm:pt modelId="{1437652B-CB17-4595-A4C3-A8A35DF0FC08}" type="pres">
      <dgm:prSet presAssocID="{09B7E189-184D-4369-9959-9A3BDD69BCE3}" presName="textRect" presStyleLbl="revTx" presStyleIdx="4" presStyleCnt="6">
        <dgm:presLayoutVars>
          <dgm:chMax val="1"/>
          <dgm:chPref val="1"/>
        </dgm:presLayoutVars>
      </dgm:prSet>
      <dgm:spPr/>
    </dgm:pt>
    <dgm:pt modelId="{3CCFA5B2-8B40-4A20-9AE6-BC8D9E7C5E9E}" type="pres">
      <dgm:prSet presAssocID="{02D96B58-127C-428D-9987-7DA29DCDED52}" presName="sibTrans" presStyleLbl="sibTrans2D1" presStyleIdx="0" presStyleCnt="0"/>
      <dgm:spPr/>
    </dgm:pt>
    <dgm:pt modelId="{F62807DE-D87D-4422-9C8D-736472CDC9B1}" type="pres">
      <dgm:prSet presAssocID="{566E7F9C-82E9-45B4-8C89-4A8F76E145D1}" presName="compNode" presStyleCnt="0"/>
      <dgm:spPr/>
    </dgm:pt>
    <dgm:pt modelId="{F385C139-E413-4B6B-A7B9-599CFB5F7ECB}" type="pres">
      <dgm:prSet presAssocID="{566E7F9C-82E9-45B4-8C89-4A8F76E145D1}" presName="iconBgRect" presStyleLbl="bgShp" presStyleIdx="5" presStyleCnt="6"/>
      <dgm:spPr/>
    </dgm:pt>
    <dgm:pt modelId="{F06E3E30-0F9F-487B-9C5D-B6B4E6397D43}" type="pres">
      <dgm:prSet presAssocID="{566E7F9C-82E9-45B4-8C89-4A8F76E145D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sers"/>
        </a:ext>
      </dgm:extLst>
    </dgm:pt>
    <dgm:pt modelId="{75893862-E32A-43A9-8569-3EB8C540CF08}" type="pres">
      <dgm:prSet presAssocID="{566E7F9C-82E9-45B4-8C89-4A8F76E145D1}" presName="spaceRect" presStyleCnt="0"/>
      <dgm:spPr/>
    </dgm:pt>
    <dgm:pt modelId="{BC49C48D-0967-46E8-9003-C5DEDB610B95}" type="pres">
      <dgm:prSet presAssocID="{566E7F9C-82E9-45B4-8C89-4A8F76E145D1}" presName="textRect" presStyleLbl="revTx" presStyleIdx="5" presStyleCnt="6">
        <dgm:presLayoutVars>
          <dgm:chMax val="1"/>
          <dgm:chPref val="1"/>
        </dgm:presLayoutVars>
      </dgm:prSet>
      <dgm:spPr/>
    </dgm:pt>
  </dgm:ptLst>
  <dgm:cxnLst>
    <dgm:cxn modelId="{61F15E00-04A6-4F77-860B-73F8A5BC6D86}" type="presOf" srcId="{98DE645F-B55A-4AE5-839D-5CC4E589B5A5}" destId="{E8808237-2CC7-4FBC-B34D-1C7AA26002EE}" srcOrd="0" destOrd="0" presId="urn:microsoft.com/office/officeart/2018/2/layout/IconCircleList"/>
    <dgm:cxn modelId="{FF10740C-2800-4C96-879C-C5F142DEB1A7}" type="presOf" srcId="{253E5FC8-DB98-4301-A6C1-234C12D1E4D3}" destId="{768D49FE-EE5C-44CE-B25A-0D780B73B672}" srcOrd="0" destOrd="0" presId="urn:microsoft.com/office/officeart/2018/2/layout/IconCircleList"/>
    <dgm:cxn modelId="{4307B20C-37CA-43C2-9230-937390E29D76}" type="presOf" srcId="{566E7F9C-82E9-45B4-8C89-4A8F76E145D1}" destId="{BC49C48D-0967-46E8-9003-C5DEDB610B95}" srcOrd="0" destOrd="0" presId="urn:microsoft.com/office/officeart/2018/2/layout/IconCircleList"/>
    <dgm:cxn modelId="{FD8AA812-721A-4299-8416-7244F1CDF2C2}" type="presOf" srcId="{B88F5528-B570-418E-AB3C-424157B2F405}" destId="{04373A0E-9401-4F75-8076-6D9E830ED91C}" srcOrd="0" destOrd="0" presId="urn:microsoft.com/office/officeart/2018/2/layout/IconCircleList"/>
    <dgm:cxn modelId="{76358D1A-F104-4B39-A867-69E573713CED}" type="presOf" srcId="{02D96B58-127C-428D-9987-7DA29DCDED52}" destId="{3CCFA5B2-8B40-4A20-9AE6-BC8D9E7C5E9E}" srcOrd="0" destOrd="0" presId="urn:microsoft.com/office/officeart/2018/2/layout/IconCircleList"/>
    <dgm:cxn modelId="{7B9B1B67-92B2-4DE1-A194-3AEBA9806E1C}" srcId="{A24219B8-7BF7-40CD-A50B-6309B6F371E7}" destId="{09B7E189-184D-4369-9959-9A3BDD69BCE3}" srcOrd="4" destOrd="0" parTransId="{FEE00D8A-A08D-4B04-9395-70514EE2A592}" sibTransId="{02D96B58-127C-428D-9987-7DA29DCDED52}"/>
    <dgm:cxn modelId="{2BAD4550-3AF1-4B2C-9399-AC92431D6AA4}" type="presOf" srcId="{09B7E189-184D-4369-9959-9A3BDD69BCE3}" destId="{1437652B-CB17-4595-A4C3-A8A35DF0FC08}" srcOrd="0" destOrd="0" presId="urn:microsoft.com/office/officeart/2018/2/layout/IconCircleList"/>
    <dgm:cxn modelId="{E7DF3351-D16A-43EF-9914-F662495E62EF}" type="presOf" srcId="{CBFA206D-5F21-44BE-A511-D03B6ECFD387}" destId="{6AB0A819-8DDF-47C6-9A72-B031703E58F2}" srcOrd="0" destOrd="0" presId="urn:microsoft.com/office/officeart/2018/2/layout/IconCircleList"/>
    <dgm:cxn modelId="{E9D29E7B-B55D-42F1-AEE5-425BE6DA649C}" srcId="{A24219B8-7BF7-40CD-A50B-6309B6F371E7}" destId="{582502B3-EE2E-4C44-BFA2-02A1CC62868B}" srcOrd="3" destOrd="0" parTransId="{53229048-F14F-4DF4-95F1-05DDE0A463E4}" sibTransId="{2EEF0A9E-16C1-4C5F-8ABD-1064DD92AC78}"/>
    <dgm:cxn modelId="{3984198F-D567-461B-9DEC-41CE5CA7B78F}" srcId="{A24219B8-7BF7-40CD-A50B-6309B6F371E7}" destId="{CBFA206D-5F21-44BE-A511-D03B6ECFD387}" srcOrd="0" destOrd="0" parTransId="{4B8DA686-9204-403B-9203-CA90EF333060}" sibTransId="{B88F5528-B570-418E-AB3C-424157B2F405}"/>
    <dgm:cxn modelId="{6A25F7A7-1D94-4FCC-8A34-5B411378D176}" type="presOf" srcId="{41129F59-F192-4938-9C22-28791F4518C5}" destId="{1B22363C-9D74-4A31-BA77-5734338CC60D}" srcOrd="0" destOrd="0" presId="urn:microsoft.com/office/officeart/2018/2/layout/IconCircleList"/>
    <dgm:cxn modelId="{9C69BCAE-AE83-4159-AEB8-7A3F3A44BB99}" srcId="{A24219B8-7BF7-40CD-A50B-6309B6F371E7}" destId="{566E7F9C-82E9-45B4-8C89-4A8F76E145D1}" srcOrd="5" destOrd="0" parTransId="{D95430A4-79F6-4F47-845A-AD85C1ABA0C3}" sibTransId="{30BE06BE-887F-4471-BBD5-47501DDA4E64}"/>
    <dgm:cxn modelId="{25BEFAB4-9417-46C3-AC59-47E04DD12BF6}" type="presOf" srcId="{4F540F24-94E7-4819-96E5-F869D256C73E}" destId="{CB2F15C9-E503-4666-BAE2-537B8D823307}" srcOrd="0" destOrd="0" presId="urn:microsoft.com/office/officeart/2018/2/layout/IconCircleList"/>
    <dgm:cxn modelId="{2B6CCCCA-F8C9-4F5F-8BB8-46323A32462A}" type="presOf" srcId="{2EEF0A9E-16C1-4C5F-8ABD-1064DD92AC78}" destId="{C934B754-9A8A-4070-AA4D-F5C56DF17F20}" srcOrd="0" destOrd="0" presId="urn:microsoft.com/office/officeart/2018/2/layout/IconCircleList"/>
    <dgm:cxn modelId="{3E7257CD-9356-4D78-9B7A-13BE74D920BE}" type="presOf" srcId="{A24219B8-7BF7-40CD-A50B-6309B6F371E7}" destId="{5F90D30D-2FE5-4CE0-BF65-FE8A77EB4B3F}" srcOrd="0" destOrd="0" presId="urn:microsoft.com/office/officeart/2018/2/layout/IconCircleList"/>
    <dgm:cxn modelId="{CF3F19E1-7545-4506-A3DD-D57FF5096AE2}" type="presOf" srcId="{582502B3-EE2E-4C44-BFA2-02A1CC62868B}" destId="{9C6BBFB6-079E-4ABF-A7E7-3C8F7FE388BD}" srcOrd="0" destOrd="0" presId="urn:microsoft.com/office/officeart/2018/2/layout/IconCircleList"/>
    <dgm:cxn modelId="{1B4045F8-6787-4DA3-9AC0-A79F702D22D0}" srcId="{A24219B8-7BF7-40CD-A50B-6309B6F371E7}" destId="{41129F59-F192-4938-9C22-28791F4518C5}" srcOrd="2" destOrd="0" parTransId="{EA225A03-4744-40E6-B55B-56559080F6E7}" sibTransId="{4F540F24-94E7-4819-96E5-F869D256C73E}"/>
    <dgm:cxn modelId="{67F2D1FD-AAC6-4F80-BC26-EF0827FDB637}" srcId="{A24219B8-7BF7-40CD-A50B-6309B6F371E7}" destId="{253E5FC8-DB98-4301-A6C1-234C12D1E4D3}" srcOrd="1" destOrd="0" parTransId="{B58F980F-3A5E-4511-A11F-9A544D71C7C3}" sibTransId="{98DE645F-B55A-4AE5-839D-5CC4E589B5A5}"/>
    <dgm:cxn modelId="{57FA8FEC-499A-4B50-AA8E-5932AD7D438A}" type="presParOf" srcId="{5F90D30D-2FE5-4CE0-BF65-FE8A77EB4B3F}" destId="{C5C6ABB1-B237-4932-92D9-AB98075B8584}" srcOrd="0" destOrd="0" presId="urn:microsoft.com/office/officeart/2018/2/layout/IconCircleList"/>
    <dgm:cxn modelId="{191A1FB1-75B8-488A-80BD-6BB9E4D3FE6A}" type="presParOf" srcId="{C5C6ABB1-B237-4932-92D9-AB98075B8584}" destId="{B968DA7D-8845-48F1-8DFE-607628AAB522}" srcOrd="0" destOrd="0" presId="urn:microsoft.com/office/officeart/2018/2/layout/IconCircleList"/>
    <dgm:cxn modelId="{A3588887-1B59-4C67-9F54-618FAD571DDA}" type="presParOf" srcId="{B968DA7D-8845-48F1-8DFE-607628AAB522}" destId="{7426E71A-250D-423D-87E5-73FC04687AD7}" srcOrd="0" destOrd="0" presId="urn:microsoft.com/office/officeart/2018/2/layout/IconCircleList"/>
    <dgm:cxn modelId="{42891480-4AD9-4C5C-9D25-552D014D927C}" type="presParOf" srcId="{B968DA7D-8845-48F1-8DFE-607628AAB522}" destId="{6F8DE9F1-2C34-46E0-ACA1-61DDBAB883A4}" srcOrd="1" destOrd="0" presId="urn:microsoft.com/office/officeart/2018/2/layout/IconCircleList"/>
    <dgm:cxn modelId="{474C4755-E3C9-4B10-93E4-73DAE5DB0AA1}" type="presParOf" srcId="{B968DA7D-8845-48F1-8DFE-607628AAB522}" destId="{47E453E2-6076-4670-952C-66E188917868}" srcOrd="2" destOrd="0" presId="urn:microsoft.com/office/officeart/2018/2/layout/IconCircleList"/>
    <dgm:cxn modelId="{C733103A-51E3-4548-80FC-5D5A0ADCD6C0}" type="presParOf" srcId="{B968DA7D-8845-48F1-8DFE-607628AAB522}" destId="{6AB0A819-8DDF-47C6-9A72-B031703E58F2}" srcOrd="3" destOrd="0" presId="urn:microsoft.com/office/officeart/2018/2/layout/IconCircleList"/>
    <dgm:cxn modelId="{19244DDC-C509-4F08-8B48-A52EBCCEA815}" type="presParOf" srcId="{C5C6ABB1-B237-4932-92D9-AB98075B8584}" destId="{04373A0E-9401-4F75-8076-6D9E830ED91C}" srcOrd="1" destOrd="0" presId="urn:microsoft.com/office/officeart/2018/2/layout/IconCircleList"/>
    <dgm:cxn modelId="{75B86397-0DB7-43B9-8FCA-FCC536E391B8}" type="presParOf" srcId="{C5C6ABB1-B237-4932-92D9-AB98075B8584}" destId="{7EAFC20B-AC0B-4421-962B-4745FCDCE024}" srcOrd="2" destOrd="0" presId="urn:microsoft.com/office/officeart/2018/2/layout/IconCircleList"/>
    <dgm:cxn modelId="{9A14EF3E-4EF2-448F-811C-95C15CB8CB4F}" type="presParOf" srcId="{7EAFC20B-AC0B-4421-962B-4745FCDCE024}" destId="{BCDCC5EB-0540-4B13-80D6-5A7F9287A25C}" srcOrd="0" destOrd="0" presId="urn:microsoft.com/office/officeart/2018/2/layout/IconCircleList"/>
    <dgm:cxn modelId="{86CF4744-B3B8-41E9-AE23-7AE57743EE7C}" type="presParOf" srcId="{7EAFC20B-AC0B-4421-962B-4745FCDCE024}" destId="{C52E9428-E32D-44E5-8E5F-2D713C97AA2F}" srcOrd="1" destOrd="0" presId="urn:microsoft.com/office/officeart/2018/2/layout/IconCircleList"/>
    <dgm:cxn modelId="{0EFD036D-30E1-4761-8262-52E0BF133D7F}" type="presParOf" srcId="{7EAFC20B-AC0B-4421-962B-4745FCDCE024}" destId="{3500C58F-568E-41F6-AC62-4DE2AD75A5F6}" srcOrd="2" destOrd="0" presId="urn:microsoft.com/office/officeart/2018/2/layout/IconCircleList"/>
    <dgm:cxn modelId="{CC4A06F5-F93D-4B2B-9BA6-D95A55C1B4B6}" type="presParOf" srcId="{7EAFC20B-AC0B-4421-962B-4745FCDCE024}" destId="{768D49FE-EE5C-44CE-B25A-0D780B73B672}" srcOrd="3" destOrd="0" presId="urn:microsoft.com/office/officeart/2018/2/layout/IconCircleList"/>
    <dgm:cxn modelId="{5D8CC1E9-8805-47B8-A60E-F4E866DF564C}" type="presParOf" srcId="{C5C6ABB1-B237-4932-92D9-AB98075B8584}" destId="{E8808237-2CC7-4FBC-B34D-1C7AA26002EE}" srcOrd="3" destOrd="0" presId="urn:microsoft.com/office/officeart/2018/2/layout/IconCircleList"/>
    <dgm:cxn modelId="{23BB82D3-5268-4458-8258-3A86343255D2}" type="presParOf" srcId="{C5C6ABB1-B237-4932-92D9-AB98075B8584}" destId="{A6851EC0-5C19-4466-B344-E865B95260DA}" srcOrd="4" destOrd="0" presId="urn:microsoft.com/office/officeart/2018/2/layout/IconCircleList"/>
    <dgm:cxn modelId="{4FDDBB57-4A85-4B35-91C3-FD1AFB06C46C}" type="presParOf" srcId="{A6851EC0-5C19-4466-B344-E865B95260DA}" destId="{ADA21536-689E-4D5D-8180-D694EA9A4920}" srcOrd="0" destOrd="0" presId="urn:microsoft.com/office/officeart/2018/2/layout/IconCircleList"/>
    <dgm:cxn modelId="{5714948B-0FCE-4DF2-8B2C-3EB146F054DC}" type="presParOf" srcId="{A6851EC0-5C19-4466-B344-E865B95260DA}" destId="{0FCBCAB6-939F-4D15-B842-07FB3BF227D3}" srcOrd="1" destOrd="0" presId="urn:microsoft.com/office/officeart/2018/2/layout/IconCircleList"/>
    <dgm:cxn modelId="{27A9B9A4-7FCF-4ED8-B7AD-E0CD76B0A382}" type="presParOf" srcId="{A6851EC0-5C19-4466-B344-E865B95260DA}" destId="{76CFBFC9-FA45-44A8-9E51-02D8DF091003}" srcOrd="2" destOrd="0" presId="urn:microsoft.com/office/officeart/2018/2/layout/IconCircleList"/>
    <dgm:cxn modelId="{F6AA40F3-E8DE-44D7-B84F-BF057A7E94D5}" type="presParOf" srcId="{A6851EC0-5C19-4466-B344-E865B95260DA}" destId="{1B22363C-9D74-4A31-BA77-5734338CC60D}" srcOrd="3" destOrd="0" presId="urn:microsoft.com/office/officeart/2018/2/layout/IconCircleList"/>
    <dgm:cxn modelId="{65E962CF-2C6D-4CE6-9F1F-77FBD03FF954}" type="presParOf" srcId="{C5C6ABB1-B237-4932-92D9-AB98075B8584}" destId="{CB2F15C9-E503-4666-BAE2-537B8D823307}" srcOrd="5" destOrd="0" presId="urn:microsoft.com/office/officeart/2018/2/layout/IconCircleList"/>
    <dgm:cxn modelId="{C64A0472-C121-4F4A-81FB-974D74852111}" type="presParOf" srcId="{C5C6ABB1-B237-4932-92D9-AB98075B8584}" destId="{D51217D4-A4A4-4596-831E-99AD376F0F6C}" srcOrd="6" destOrd="0" presId="urn:microsoft.com/office/officeart/2018/2/layout/IconCircleList"/>
    <dgm:cxn modelId="{00E39F3A-7F8B-418D-B4B2-4C1D21B2490B}" type="presParOf" srcId="{D51217D4-A4A4-4596-831E-99AD376F0F6C}" destId="{04B2B5B7-40D7-42FD-AA25-DE9C1BB11C79}" srcOrd="0" destOrd="0" presId="urn:microsoft.com/office/officeart/2018/2/layout/IconCircleList"/>
    <dgm:cxn modelId="{1E70C667-1617-4814-B068-1FFF11DDBCE1}" type="presParOf" srcId="{D51217D4-A4A4-4596-831E-99AD376F0F6C}" destId="{3FE47145-8659-4996-A590-DD11EC61200E}" srcOrd="1" destOrd="0" presId="urn:microsoft.com/office/officeart/2018/2/layout/IconCircleList"/>
    <dgm:cxn modelId="{C017EA09-53EC-43D7-9CBE-39601CFD722D}" type="presParOf" srcId="{D51217D4-A4A4-4596-831E-99AD376F0F6C}" destId="{2F9E06AD-3BA5-471E-B75D-1AB45FA317B5}" srcOrd="2" destOrd="0" presId="urn:microsoft.com/office/officeart/2018/2/layout/IconCircleList"/>
    <dgm:cxn modelId="{0153ACC7-713F-411B-A0F5-E169659F51B4}" type="presParOf" srcId="{D51217D4-A4A4-4596-831E-99AD376F0F6C}" destId="{9C6BBFB6-079E-4ABF-A7E7-3C8F7FE388BD}" srcOrd="3" destOrd="0" presId="urn:microsoft.com/office/officeart/2018/2/layout/IconCircleList"/>
    <dgm:cxn modelId="{919892F5-5B0F-48F0-95A8-4800A5D48C68}" type="presParOf" srcId="{C5C6ABB1-B237-4932-92D9-AB98075B8584}" destId="{C934B754-9A8A-4070-AA4D-F5C56DF17F20}" srcOrd="7" destOrd="0" presId="urn:microsoft.com/office/officeart/2018/2/layout/IconCircleList"/>
    <dgm:cxn modelId="{A020FA81-7EBE-4990-9F99-61C46D5A7C68}" type="presParOf" srcId="{C5C6ABB1-B237-4932-92D9-AB98075B8584}" destId="{A16A937A-4082-4A87-9721-8B86307976EF}" srcOrd="8" destOrd="0" presId="urn:microsoft.com/office/officeart/2018/2/layout/IconCircleList"/>
    <dgm:cxn modelId="{662C494B-F264-44F7-8A79-C79230622DA8}" type="presParOf" srcId="{A16A937A-4082-4A87-9721-8B86307976EF}" destId="{0C31B47A-DBBD-489B-B519-AB619A38DA43}" srcOrd="0" destOrd="0" presId="urn:microsoft.com/office/officeart/2018/2/layout/IconCircleList"/>
    <dgm:cxn modelId="{F0427201-9224-48F4-A0A8-E0768BB1FBFD}" type="presParOf" srcId="{A16A937A-4082-4A87-9721-8B86307976EF}" destId="{AC2456C6-2B6D-4194-90DA-FF1FA29F5BC2}" srcOrd="1" destOrd="0" presId="urn:microsoft.com/office/officeart/2018/2/layout/IconCircleList"/>
    <dgm:cxn modelId="{82E4A4A9-7A32-469D-B7C1-DD359E727673}" type="presParOf" srcId="{A16A937A-4082-4A87-9721-8B86307976EF}" destId="{A195AD42-637E-4542-893A-619A5104481B}" srcOrd="2" destOrd="0" presId="urn:microsoft.com/office/officeart/2018/2/layout/IconCircleList"/>
    <dgm:cxn modelId="{9DBD65CD-7D82-4A33-AC48-CCBFEC531D59}" type="presParOf" srcId="{A16A937A-4082-4A87-9721-8B86307976EF}" destId="{1437652B-CB17-4595-A4C3-A8A35DF0FC08}" srcOrd="3" destOrd="0" presId="urn:microsoft.com/office/officeart/2018/2/layout/IconCircleList"/>
    <dgm:cxn modelId="{0BE4594C-CB90-4197-817E-CC71BDE59991}" type="presParOf" srcId="{C5C6ABB1-B237-4932-92D9-AB98075B8584}" destId="{3CCFA5B2-8B40-4A20-9AE6-BC8D9E7C5E9E}" srcOrd="9" destOrd="0" presId="urn:microsoft.com/office/officeart/2018/2/layout/IconCircleList"/>
    <dgm:cxn modelId="{4B912E05-2A1B-4766-B292-D774B6ABC7C3}" type="presParOf" srcId="{C5C6ABB1-B237-4932-92D9-AB98075B8584}" destId="{F62807DE-D87D-4422-9C8D-736472CDC9B1}" srcOrd="10" destOrd="0" presId="urn:microsoft.com/office/officeart/2018/2/layout/IconCircleList"/>
    <dgm:cxn modelId="{8FAE53A3-31DE-4EAF-BD9F-551412A9F2C2}" type="presParOf" srcId="{F62807DE-D87D-4422-9C8D-736472CDC9B1}" destId="{F385C139-E413-4B6B-A7B9-599CFB5F7ECB}" srcOrd="0" destOrd="0" presId="urn:microsoft.com/office/officeart/2018/2/layout/IconCircleList"/>
    <dgm:cxn modelId="{03FA80E7-9385-4BD3-AA39-B744D606BC5A}" type="presParOf" srcId="{F62807DE-D87D-4422-9C8D-736472CDC9B1}" destId="{F06E3E30-0F9F-487B-9C5D-B6B4E6397D43}" srcOrd="1" destOrd="0" presId="urn:microsoft.com/office/officeart/2018/2/layout/IconCircleList"/>
    <dgm:cxn modelId="{D4FB6E2E-5787-4E7F-8000-3FEDB6FA685A}" type="presParOf" srcId="{F62807DE-D87D-4422-9C8D-736472CDC9B1}" destId="{75893862-E32A-43A9-8569-3EB8C540CF08}" srcOrd="2" destOrd="0" presId="urn:microsoft.com/office/officeart/2018/2/layout/IconCircleList"/>
    <dgm:cxn modelId="{A50BB523-EA26-49C5-82DD-B4AACAF2C391}" type="presParOf" srcId="{F62807DE-D87D-4422-9C8D-736472CDC9B1}" destId="{BC49C48D-0967-46E8-9003-C5DEDB610B9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796C71-3E65-4B6D-B73B-B9A5B780D75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8E4680C-82E0-45E2-A9F9-3AA4442F14FE}">
      <dgm:prSet/>
      <dgm:spPr/>
      <dgm:t>
        <a:bodyPr/>
        <a:lstStyle/>
        <a:p>
          <a:pPr>
            <a:lnSpc>
              <a:spcPct val="100000"/>
            </a:lnSpc>
          </a:pPr>
          <a:r>
            <a:rPr lang="en-SG" dirty="0"/>
            <a:t>The scope of e-commerce is narrower than digital business. </a:t>
          </a:r>
          <a:endParaRPr lang="en-US" dirty="0"/>
        </a:p>
      </dgm:t>
    </dgm:pt>
    <dgm:pt modelId="{09C7B4FA-B7A8-4E82-8B8B-0090A57081A5}" type="parTrans" cxnId="{B6BAE22E-C682-4549-9622-A6A03D432C0C}">
      <dgm:prSet/>
      <dgm:spPr/>
      <dgm:t>
        <a:bodyPr/>
        <a:lstStyle/>
        <a:p>
          <a:endParaRPr lang="en-US"/>
        </a:p>
      </dgm:t>
    </dgm:pt>
    <dgm:pt modelId="{DF43705B-395E-4B5D-BE68-3EBD87D454DC}" type="sibTrans" cxnId="{B6BAE22E-C682-4549-9622-A6A03D432C0C}">
      <dgm:prSet/>
      <dgm:spPr/>
      <dgm:t>
        <a:bodyPr/>
        <a:lstStyle/>
        <a:p>
          <a:endParaRPr lang="en-US"/>
        </a:p>
      </dgm:t>
    </dgm:pt>
    <dgm:pt modelId="{F8E0F32E-2954-4D31-ABDA-ED88E2CB2166}">
      <dgm:prSet/>
      <dgm:spPr/>
      <dgm:t>
        <a:bodyPr/>
        <a:lstStyle/>
        <a:p>
          <a:pPr>
            <a:lnSpc>
              <a:spcPct val="100000"/>
            </a:lnSpc>
          </a:pPr>
          <a:r>
            <a:rPr lang="en-SG"/>
            <a:t>It is referred to as buying and selling using the Internet.</a:t>
          </a:r>
          <a:endParaRPr lang="en-US"/>
        </a:p>
      </dgm:t>
    </dgm:pt>
    <dgm:pt modelId="{745016B2-D20A-45A5-B385-D1FFDE77B28E}" type="parTrans" cxnId="{15905661-954C-48F7-8D9A-10A79A2AA96F}">
      <dgm:prSet/>
      <dgm:spPr/>
      <dgm:t>
        <a:bodyPr/>
        <a:lstStyle/>
        <a:p>
          <a:endParaRPr lang="en-US"/>
        </a:p>
      </dgm:t>
    </dgm:pt>
    <dgm:pt modelId="{66E1D311-E131-432B-84AF-084CB471547D}" type="sibTrans" cxnId="{15905661-954C-48F7-8D9A-10A79A2AA96F}">
      <dgm:prSet/>
      <dgm:spPr/>
      <dgm:t>
        <a:bodyPr/>
        <a:lstStyle/>
        <a:p>
          <a:endParaRPr lang="en-US"/>
        </a:p>
      </dgm:t>
    </dgm:pt>
    <dgm:pt modelId="{20F85331-EC4A-454C-9BB0-68DA0DF9285E}">
      <dgm:prSet/>
      <dgm:spPr/>
      <dgm:t>
        <a:bodyPr/>
        <a:lstStyle/>
        <a:p>
          <a:pPr>
            <a:lnSpc>
              <a:spcPct val="100000"/>
            </a:lnSpc>
          </a:pPr>
          <a:r>
            <a:rPr lang="en-SG"/>
            <a:t>All electronically mediated transactions between an organization and any third party it deals with.</a:t>
          </a:r>
          <a:endParaRPr lang="en-US"/>
        </a:p>
      </dgm:t>
    </dgm:pt>
    <dgm:pt modelId="{2A43C027-DDD7-46C8-B02F-34982A8CD897}" type="parTrans" cxnId="{E93AFCB8-5D40-4A36-9684-6689D632A231}">
      <dgm:prSet/>
      <dgm:spPr/>
      <dgm:t>
        <a:bodyPr/>
        <a:lstStyle/>
        <a:p>
          <a:endParaRPr lang="en-US"/>
        </a:p>
      </dgm:t>
    </dgm:pt>
    <dgm:pt modelId="{EFC77DFA-04F8-469D-843C-757C2F285412}" type="sibTrans" cxnId="{E93AFCB8-5D40-4A36-9684-6689D632A231}">
      <dgm:prSet/>
      <dgm:spPr/>
      <dgm:t>
        <a:bodyPr/>
        <a:lstStyle/>
        <a:p>
          <a:endParaRPr lang="en-US"/>
        </a:p>
      </dgm:t>
    </dgm:pt>
    <dgm:pt modelId="{96AFCE82-A599-4551-9F81-746191D391B0}" type="pres">
      <dgm:prSet presAssocID="{F7796C71-3E65-4B6D-B73B-B9A5B780D754}" presName="root" presStyleCnt="0">
        <dgm:presLayoutVars>
          <dgm:dir/>
          <dgm:resizeHandles val="exact"/>
        </dgm:presLayoutVars>
      </dgm:prSet>
      <dgm:spPr/>
    </dgm:pt>
    <dgm:pt modelId="{03B0C0DD-C101-464B-A34C-50508EBCF1D3}" type="pres">
      <dgm:prSet presAssocID="{48E4680C-82E0-45E2-A9F9-3AA4442F14FE}" presName="compNode" presStyleCnt="0"/>
      <dgm:spPr/>
    </dgm:pt>
    <dgm:pt modelId="{60A78708-1E92-4CE5-A2CA-2DFF6DE09825}" type="pres">
      <dgm:prSet presAssocID="{48E4680C-82E0-45E2-A9F9-3AA4442F14FE}" presName="bgRect" presStyleLbl="bgShp" presStyleIdx="0" presStyleCnt="3"/>
      <dgm:spPr/>
    </dgm:pt>
    <dgm:pt modelId="{AB222DCC-CC77-4914-B492-272B1B8CF9CB}" type="pres">
      <dgm:prSet presAssocID="{48E4680C-82E0-45E2-A9F9-3AA4442F14F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5CB47456-C0E4-495B-975A-9094789B3A0F}" type="pres">
      <dgm:prSet presAssocID="{48E4680C-82E0-45E2-A9F9-3AA4442F14FE}" presName="spaceRect" presStyleCnt="0"/>
      <dgm:spPr/>
    </dgm:pt>
    <dgm:pt modelId="{B0773FEB-9E2B-449B-AA0B-1511953D0974}" type="pres">
      <dgm:prSet presAssocID="{48E4680C-82E0-45E2-A9F9-3AA4442F14FE}" presName="parTx" presStyleLbl="revTx" presStyleIdx="0" presStyleCnt="3">
        <dgm:presLayoutVars>
          <dgm:chMax val="0"/>
          <dgm:chPref val="0"/>
        </dgm:presLayoutVars>
      </dgm:prSet>
      <dgm:spPr/>
    </dgm:pt>
    <dgm:pt modelId="{E34BB3AE-7BB2-4EEC-8D28-5AB090B6E85E}" type="pres">
      <dgm:prSet presAssocID="{DF43705B-395E-4B5D-BE68-3EBD87D454DC}" presName="sibTrans" presStyleCnt="0"/>
      <dgm:spPr/>
    </dgm:pt>
    <dgm:pt modelId="{3484A7AB-B8F7-4491-ACB6-9D81091A102F}" type="pres">
      <dgm:prSet presAssocID="{F8E0F32E-2954-4D31-ABDA-ED88E2CB2166}" presName="compNode" presStyleCnt="0"/>
      <dgm:spPr/>
    </dgm:pt>
    <dgm:pt modelId="{57A07060-267C-47CD-8405-16B7F030D0C6}" type="pres">
      <dgm:prSet presAssocID="{F8E0F32E-2954-4D31-ABDA-ED88E2CB2166}" presName="bgRect" presStyleLbl="bgShp" presStyleIdx="1" presStyleCnt="3"/>
      <dgm:spPr/>
    </dgm:pt>
    <dgm:pt modelId="{15AADA8B-0BCC-4983-9BF9-38D652A3B641}" type="pres">
      <dgm:prSet presAssocID="{F8E0F32E-2954-4D31-ABDA-ED88E2CB216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a:ext>
      </dgm:extLst>
    </dgm:pt>
    <dgm:pt modelId="{E5F46F0D-6F3C-4F65-A104-8C351B32683C}" type="pres">
      <dgm:prSet presAssocID="{F8E0F32E-2954-4D31-ABDA-ED88E2CB2166}" presName="spaceRect" presStyleCnt="0"/>
      <dgm:spPr/>
    </dgm:pt>
    <dgm:pt modelId="{943FC8FC-826B-4577-B1B8-BC17200915BE}" type="pres">
      <dgm:prSet presAssocID="{F8E0F32E-2954-4D31-ABDA-ED88E2CB2166}" presName="parTx" presStyleLbl="revTx" presStyleIdx="1" presStyleCnt="3">
        <dgm:presLayoutVars>
          <dgm:chMax val="0"/>
          <dgm:chPref val="0"/>
        </dgm:presLayoutVars>
      </dgm:prSet>
      <dgm:spPr/>
    </dgm:pt>
    <dgm:pt modelId="{9F7D83EF-7A0B-491E-B447-6571567E527E}" type="pres">
      <dgm:prSet presAssocID="{66E1D311-E131-432B-84AF-084CB471547D}" presName="sibTrans" presStyleCnt="0"/>
      <dgm:spPr/>
    </dgm:pt>
    <dgm:pt modelId="{2AC9E310-39E2-420C-A6C7-626341AF441C}" type="pres">
      <dgm:prSet presAssocID="{20F85331-EC4A-454C-9BB0-68DA0DF9285E}" presName="compNode" presStyleCnt="0"/>
      <dgm:spPr/>
    </dgm:pt>
    <dgm:pt modelId="{82731728-61CD-44A0-B3E1-33B7A30ABC6D}" type="pres">
      <dgm:prSet presAssocID="{20F85331-EC4A-454C-9BB0-68DA0DF9285E}" presName="bgRect" presStyleLbl="bgShp" presStyleIdx="2" presStyleCnt="3"/>
      <dgm:spPr/>
    </dgm:pt>
    <dgm:pt modelId="{DAFB2D1F-DD9F-4DD8-912A-F52F46FC0CF1}" type="pres">
      <dgm:prSet presAssocID="{20F85331-EC4A-454C-9BB0-68DA0DF9285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nk"/>
        </a:ext>
      </dgm:extLst>
    </dgm:pt>
    <dgm:pt modelId="{41CC80D1-9A19-422A-9860-29B13C3486AA}" type="pres">
      <dgm:prSet presAssocID="{20F85331-EC4A-454C-9BB0-68DA0DF9285E}" presName="spaceRect" presStyleCnt="0"/>
      <dgm:spPr/>
    </dgm:pt>
    <dgm:pt modelId="{527B81F3-B2FF-43EE-A60B-A31EB974B924}" type="pres">
      <dgm:prSet presAssocID="{20F85331-EC4A-454C-9BB0-68DA0DF9285E}" presName="parTx" presStyleLbl="revTx" presStyleIdx="2" presStyleCnt="3">
        <dgm:presLayoutVars>
          <dgm:chMax val="0"/>
          <dgm:chPref val="0"/>
        </dgm:presLayoutVars>
      </dgm:prSet>
      <dgm:spPr/>
    </dgm:pt>
  </dgm:ptLst>
  <dgm:cxnLst>
    <dgm:cxn modelId="{7A2B1C2D-0A09-49D1-84DA-792FF3186CC7}" type="presOf" srcId="{F7796C71-3E65-4B6D-B73B-B9A5B780D754}" destId="{96AFCE82-A599-4551-9F81-746191D391B0}" srcOrd="0" destOrd="0" presId="urn:microsoft.com/office/officeart/2018/2/layout/IconVerticalSolidList"/>
    <dgm:cxn modelId="{B6BAE22E-C682-4549-9622-A6A03D432C0C}" srcId="{F7796C71-3E65-4B6D-B73B-B9A5B780D754}" destId="{48E4680C-82E0-45E2-A9F9-3AA4442F14FE}" srcOrd="0" destOrd="0" parTransId="{09C7B4FA-B7A8-4E82-8B8B-0090A57081A5}" sibTransId="{DF43705B-395E-4B5D-BE68-3EBD87D454DC}"/>
    <dgm:cxn modelId="{15905661-954C-48F7-8D9A-10A79A2AA96F}" srcId="{F7796C71-3E65-4B6D-B73B-B9A5B780D754}" destId="{F8E0F32E-2954-4D31-ABDA-ED88E2CB2166}" srcOrd="1" destOrd="0" parTransId="{745016B2-D20A-45A5-B385-D1FFDE77B28E}" sibTransId="{66E1D311-E131-432B-84AF-084CB471547D}"/>
    <dgm:cxn modelId="{D584FC5A-FECA-4A3C-A085-356ECC0A94BD}" type="presOf" srcId="{20F85331-EC4A-454C-9BB0-68DA0DF9285E}" destId="{527B81F3-B2FF-43EE-A60B-A31EB974B924}" srcOrd="0" destOrd="0" presId="urn:microsoft.com/office/officeart/2018/2/layout/IconVerticalSolidList"/>
    <dgm:cxn modelId="{AE637F81-57C0-4352-8A24-0FF8FD4ADB44}" type="presOf" srcId="{48E4680C-82E0-45E2-A9F9-3AA4442F14FE}" destId="{B0773FEB-9E2B-449B-AA0B-1511953D0974}" srcOrd="0" destOrd="0" presId="urn:microsoft.com/office/officeart/2018/2/layout/IconVerticalSolidList"/>
    <dgm:cxn modelId="{E93AFCB8-5D40-4A36-9684-6689D632A231}" srcId="{F7796C71-3E65-4B6D-B73B-B9A5B780D754}" destId="{20F85331-EC4A-454C-9BB0-68DA0DF9285E}" srcOrd="2" destOrd="0" parTransId="{2A43C027-DDD7-46C8-B02F-34982A8CD897}" sibTransId="{EFC77DFA-04F8-469D-843C-757C2F285412}"/>
    <dgm:cxn modelId="{95E6CFFF-E7BB-4B5C-AC33-161632735BEC}" type="presOf" srcId="{F8E0F32E-2954-4D31-ABDA-ED88E2CB2166}" destId="{943FC8FC-826B-4577-B1B8-BC17200915BE}" srcOrd="0" destOrd="0" presId="urn:microsoft.com/office/officeart/2018/2/layout/IconVerticalSolidList"/>
    <dgm:cxn modelId="{EB01676D-A8E5-4851-98A9-DC35EAAEC6F2}" type="presParOf" srcId="{96AFCE82-A599-4551-9F81-746191D391B0}" destId="{03B0C0DD-C101-464B-A34C-50508EBCF1D3}" srcOrd="0" destOrd="0" presId="urn:microsoft.com/office/officeart/2018/2/layout/IconVerticalSolidList"/>
    <dgm:cxn modelId="{E5DFC753-CB09-4FF9-BB41-003F6EF7A078}" type="presParOf" srcId="{03B0C0DD-C101-464B-A34C-50508EBCF1D3}" destId="{60A78708-1E92-4CE5-A2CA-2DFF6DE09825}" srcOrd="0" destOrd="0" presId="urn:microsoft.com/office/officeart/2018/2/layout/IconVerticalSolidList"/>
    <dgm:cxn modelId="{C2E9455F-690D-4093-B9D3-30AE9BB49FB5}" type="presParOf" srcId="{03B0C0DD-C101-464B-A34C-50508EBCF1D3}" destId="{AB222DCC-CC77-4914-B492-272B1B8CF9CB}" srcOrd="1" destOrd="0" presId="urn:microsoft.com/office/officeart/2018/2/layout/IconVerticalSolidList"/>
    <dgm:cxn modelId="{1047D2C9-DFB8-4496-809C-971EB3FF70B8}" type="presParOf" srcId="{03B0C0DD-C101-464B-A34C-50508EBCF1D3}" destId="{5CB47456-C0E4-495B-975A-9094789B3A0F}" srcOrd="2" destOrd="0" presId="urn:microsoft.com/office/officeart/2018/2/layout/IconVerticalSolidList"/>
    <dgm:cxn modelId="{9EF399C1-95D6-4E76-AA93-2BD36A51D018}" type="presParOf" srcId="{03B0C0DD-C101-464B-A34C-50508EBCF1D3}" destId="{B0773FEB-9E2B-449B-AA0B-1511953D0974}" srcOrd="3" destOrd="0" presId="urn:microsoft.com/office/officeart/2018/2/layout/IconVerticalSolidList"/>
    <dgm:cxn modelId="{A311B99C-29CD-41E9-9B34-FB0998354CF9}" type="presParOf" srcId="{96AFCE82-A599-4551-9F81-746191D391B0}" destId="{E34BB3AE-7BB2-4EEC-8D28-5AB090B6E85E}" srcOrd="1" destOrd="0" presId="urn:microsoft.com/office/officeart/2018/2/layout/IconVerticalSolidList"/>
    <dgm:cxn modelId="{FBF49A16-D743-45A9-8C31-BFA858517C8E}" type="presParOf" srcId="{96AFCE82-A599-4551-9F81-746191D391B0}" destId="{3484A7AB-B8F7-4491-ACB6-9D81091A102F}" srcOrd="2" destOrd="0" presId="urn:microsoft.com/office/officeart/2018/2/layout/IconVerticalSolidList"/>
    <dgm:cxn modelId="{8B0ACC5A-2F17-4504-B3D0-72C73DBF84EC}" type="presParOf" srcId="{3484A7AB-B8F7-4491-ACB6-9D81091A102F}" destId="{57A07060-267C-47CD-8405-16B7F030D0C6}" srcOrd="0" destOrd="0" presId="urn:microsoft.com/office/officeart/2018/2/layout/IconVerticalSolidList"/>
    <dgm:cxn modelId="{86A9BF0D-E782-469B-AD3D-B0CF4C7FC929}" type="presParOf" srcId="{3484A7AB-B8F7-4491-ACB6-9D81091A102F}" destId="{15AADA8B-0BCC-4983-9BF9-38D652A3B641}" srcOrd="1" destOrd="0" presId="urn:microsoft.com/office/officeart/2018/2/layout/IconVerticalSolidList"/>
    <dgm:cxn modelId="{E12ADC6E-00A6-486D-A8EC-0CC273451419}" type="presParOf" srcId="{3484A7AB-B8F7-4491-ACB6-9D81091A102F}" destId="{E5F46F0D-6F3C-4F65-A104-8C351B32683C}" srcOrd="2" destOrd="0" presId="urn:microsoft.com/office/officeart/2018/2/layout/IconVerticalSolidList"/>
    <dgm:cxn modelId="{3C600A62-EB13-4409-B225-B173F12BB531}" type="presParOf" srcId="{3484A7AB-B8F7-4491-ACB6-9D81091A102F}" destId="{943FC8FC-826B-4577-B1B8-BC17200915BE}" srcOrd="3" destOrd="0" presId="urn:microsoft.com/office/officeart/2018/2/layout/IconVerticalSolidList"/>
    <dgm:cxn modelId="{CE585910-9DE1-438B-96E3-27ACF9EB86F1}" type="presParOf" srcId="{96AFCE82-A599-4551-9F81-746191D391B0}" destId="{9F7D83EF-7A0B-491E-B447-6571567E527E}" srcOrd="3" destOrd="0" presId="urn:microsoft.com/office/officeart/2018/2/layout/IconVerticalSolidList"/>
    <dgm:cxn modelId="{E8CB3160-8544-4553-8136-CC020A042BCE}" type="presParOf" srcId="{96AFCE82-A599-4551-9F81-746191D391B0}" destId="{2AC9E310-39E2-420C-A6C7-626341AF441C}" srcOrd="4" destOrd="0" presId="urn:microsoft.com/office/officeart/2018/2/layout/IconVerticalSolidList"/>
    <dgm:cxn modelId="{565E1625-B49E-4C2B-BA0F-8B2AFC11D28E}" type="presParOf" srcId="{2AC9E310-39E2-420C-A6C7-626341AF441C}" destId="{82731728-61CD-44A0-B3E1-33B7A30ABC6D}" srcOrd="0" destOrd="0" presId="urn:microsoft.com/office/officeart/2018/2/layout/IconVerticalSolidList"/>
    <dgm:cxn modelId="{973FEAF7-F455-49F1-A2A2-888931CDFAE9}" type="presParOf" srcId="{2AC9E310-39E2-420C-A6C7-626341AF441C}" destId="{DAFB2D1F-DD9F-4DD8-912A-F52F46FC0CF1}" srcOrd="1" destOrd="0" presId="urn:microsoft.com/office/officeart/2018/2/layout/IconVerticalSolidList"/>
    <dgm:cxn modelId="{97DDB1DA-78ED-4588-A1A7-97CAED0DECF3}" type="presParOf" srcId="{2AC9E310-39E2-420C-A6C7-626341AF441C}" destId="{41CC80D1-9A19-422A-9860-29B13C3486AA}" srcOrd="2" destOrd="0" presId="urn:microsoft.com/office/officeart/2018/2/layout/IconVerticalSolidList"/>
    <dgm:cxn modelId="{1501661F-6353-4248-8EE8-90F6DD5EC18A}" type="presParOf" srcId="{2AC9E310-39E2-420C-A6C7-626341AF441C}" destId="{527B81F3-B2FF-43EE-A60B-A31EB974B92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D6648EE-A3D4-4B20-8267-B48353FB3DE2}" type="doc">
      <dgm:prSet loTypeId="urn:microsoft.com/office/officeart/2018/5/layout/IconCircle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7F110373-81C8-4B44-A7A4-D893752C059F}">
      <dgm:prSet/>
      <dgm:spPr/>
      <dgm:t>
        <a:bodyPr/>
        <a:lstStyle/>
        <a:p>
          <a:pPr>
            <a:lnSpc>
              <a:spcPct val="100000"/>
            </a:lnSpc>
            <a:defRPr cap="all"/>
          </a:pPr>
          <a:r>
            <a:rPr lang="en-SG"/>
            <a:t>Communication </a:t>
          </a:r>
          <a:endParaRPr lang="en-US"/>
        </a:p>
      </dgm:t>
    </dgm:pt>
    <dgm:pt modelId="{3ED83B66-DA02-41CC-B3F8-7CC8AB2FBF55}" type="parTrans" cxnId="{858E0A37-0E47-4CF3-AE21-DEDE38536AD6}">
      <dgm:prSet/>
      <dgm:spPr/>
      <dgm:t>
        <a:bodyPr/>
        <a:lstStyle/>
        <a:p>
          <a:endParaRPr lang="en-US"/>
        </a:p>
      </dgm:t>
    </dgm:pt>
    <dgm:pt modelId="{FE374A91-CE67-4B39-93C7-136D7EF3A02F}" type="sibTrans" cxnId="{858E0A37-0E47-4CF3-AE21-DEDE38536AD6}">
      <dgm:prSet/>
      <dgm:spPr/>
      <dgm:t>
        <a:bodyPr/>
        <a:lstStyle/>
        <a:p>
          <a:endParaRPr lang="en-US"/>
        </a:p>
      </dgm:t>
    </dgm:pt>
    <dgm:pt modelId="{AECA54A3-CE57-45D6-8D24-799D1E6F0589}">
      <dgm:prSet/>
      <dgm:spPr/>
      <dgm:t>
        <a:bodyPr/>
        <a:lstStyle/>
        <a:p>
          <a:pPr>
            <a:lnSpc>
              <a:spcPct val="100000"/>
            </a:lnSpc>
            <a:defRPr cap="all"/>
          </a:pPr>
          <a:r>
            <a:rPr lang="en-SG"/>
            <a:t>Business Process</a:t>
          </a:r>
          <a:endParaRPr lang="en-US"/>
        </a:p>
      </dgm:t>
    </dgm:pt>
    <dgm:pt modelId="{2AE203F1-1291-4AF4-9ECE-EB60C75459AD}" type="parTrans" cxnId="{2747BF7E-595A-43ED-AC41-C82B3231C80F}">
      <dgm:prSet/>
      <dgm:spPr/>
      <dgm:t>
        <a:bodyPr/>
        <a:lstStyle/>
        <a:p>
          <a:endParaRPr lang="en-US"/>
        </a:p>
      </dgm:t>
    </dgm:pt>
    <dgm:pt modelId="{1AC827E4-7444-44DB-A006-81E9E29D0F21}" type="sibTrans" cxnId="{2747BF7E-595A-43ED-AC41-C82B3231C80F}">
      <dgm:prSet/>
      <dgm:spPr/>
      <dgm:t>
        <a:bodyPr/>
        <a:lstStyle/>
        <a:p>
          <a:endParaRPr lang="en-US"/>
        </a:p>
      </dgm:t>
    </dgm:pt>
    <dgm:pt modelId="{EA8E1E95-CC5F-4433-9AA8-4BD224973C1D}">
      <dgm:prSet/>
      <dgm:spPr/>
      <dgm:t>
        <a:bodyPr/>
        <a:lstStyle/>
        <a:p>
          <a:pPr>
            <a:lnSpc>
              <a:spcPct val="100000"/>
            </a:lnSpc>
            <a:defRPr cap="all"/>
          </a:pPr>
          <a:r>
            <a:rPr lang="en-SG"/>
            <a:t>Service</a:t>
          </a:r>
          <a:endParaRPr lang="en-US"/>
        </a:p>
      </dgm:t>
    </dgm:pt>
    <dgm:pt modelId="{ECE10D4B-FDE9-400A-A960-5012227B011E}" type="parTrans" cxnId="{CA787E80-DD95-4409-A4FD-17CF192B22CD}">
      <dgm:prSet/>
      <dgm:spPr/>
      <dgm:t>
        <a:bodyPr/>
        <a:lstStyle/>
        <a:p>
          <a:endParaRPr lang="en-US"/>
        </a:p>
      </dgm:t>
    </dgm:pt>
    <dgm:pt modelId="{F2A58BED-57AA-4DC8-8142-ABF4E33650C3}" type="sibTrans" cxnId="{CA787E80-DD95-4409-A4FD-17CF192B22CD}">
      <dgm:prSet/>
      <dgm:spPr/>
      <dgm:t>
        <a:bodyPr/>
        <a:lstStyle/>
        <a:p>
          <a:endParaRPr lang="en-US"/>
        </a:p>
      </dgm:t>
    </dgm:pt>
    <dgm:pt modelId="{8EEBF9E3-8B7C-4AB7-AE88-E9B3CF5BCD5C}">
      <dgm:prSet/>
      <dgm:spPr/>
      <dgm:t>
        <a:bodyPr/>
        <a:lstStyle/>
        <a:p>
          <a:pPr>
            <a:lnSpc>
              <a:spcPct val="100000"/>
            </a:lnSpc>
            <a:defRPr cap="all"/>
          </a:pPr>
          <a:r>
            <a:rPr lang="en-SG"/>
            <a:t>Online</a:t>
          </a:r>
          <a:endParaRPr lang="en-US"/>
        </a:p>
      </dgm:t>
    </dgm:pt>
    <dgm:pt modelId="{F8655E94-7DFB-47AA-A900-B64D470EAC39}" type="parTrans" cxnId="{47679ABC-4330-457C-BC76-235E7D5DC0FA}">
      <dgm:prSet/>
      <dgm:spPr/>
      <dgm:t>
        <a:bodyPr/>
        <a:lstStyle/>
        <a:p>
          <a:endParaRPr lang="en-US"/>
        </a:p>
      </dgm:t>
    </dgm:pt>
    <dgm:pt modelId="{A249F15E-42B8-4AB4-8F4F-A7F3B3ED63C1}" type="sibTrans" cxnId="{47679ABC-4330-457C-BC76-235E7D5DC0FA}">
      <dgm:prSet/>
      <dgm:spPr/>
      <dgm:t>
        <a:bodyPr/>
        <a:lstStyle/>
        <a:p>
          <a:endParaRPr lang="en-US"/>
        </a:p>
      </dgm:t>
    </dgm:pt>
    <dgm:pt modelId="{6B8A1146-6E04-4E46-A3C4-FE8076A6E737}" type="pres">
      <dgm:prSet presAssocID="{6D6648EE-A3D4-4B20-8267-B48353FB3DE2}" presName="root" presStyleCnt="0">
        <dgm:presLayoutVars>
          <dgm:dir/>
          <dgm:resizeHandles val="exact"/>
        </dgm:presLayoutVars>
      </dgm:prSet>
      <dgm:spPr/>
    </dgm:pt>
    <dgm:pt modelId="{6BADEB94-37C0-4D7D-BE21-F62F00223770}" type="pres">
      <dgm:prSet presAssocID="{7F110373-81C8-4B44-A7A4-D893752C059F}" presName="compNode" presStyleCnt="0"/>
      <dgm:spPr/>
    </dgm:pt>
    <dgm:pt modelId="{B7BBEA2D-6DF4-446C-B48D-0ABE9F51FD87}" type="pres">
      <dgm:prSet presAssocID="{7F110373-81C8-4B44-A7A4-D893752C059F}" presName="iconBgRect" presStyleLbl="bgShp" presStyleIdx="0" presStyleCnt="4"/>
      <dgm:spPr/>
    </dgm:pt>
    <dgm:pt modelId="{0F92D83D-851E-4969-90CA-A3B6448DA80B}" type="pres">
      <dgm:prSet presAssocID="{7F110373-81C8-4B44-A7A4-D893752C059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283F43CA-31C1-47BC-9D0B-2152C1344450}" type="pres">
      <dgm:prSet presAssocID="{7F110373-81C8-4B44-A7A4-D893752C059F}" presName="spaceRect" presStyleCnt="0"/>
      <dgm:spPr/>
    </dgm:pt>
    <dgm:pt modelId="{DD807179-65B1-4B1A-9F67-925B36005D92}" type="pres">
      <dgm:prSet presAssocID="{7F110373-81C8-4B44-A7A4-D893752C059F}" presName="textRect" presStyleLbl="revTx" presStyleIdx="0" presStyleCnt="4">
        <dgm:presLayoutVars>
          <dgm:chMax val="1"/>
          <dgm:chPref val="1"/>
        </dgm:presLayoutVars>
      </dgm:prSet>
      <dgm:spPr/>
    </dgm:pt>
    <dgm:pt modelId="{FA192BCB-7E2B-4828-93F1-9115BB4F9414}" type="pres">
      <dgm:prSet presAssocID="{FE374A91-CE67-4B39-93C7-136D7EF3A02F}" presName="sibTrans" presStyleCnt="0"/>
      <dgm:spPr/>
    </dgm:pt>
    <dgm:pt modelId="{3AF1A5A0-78D1-42C2-9CB9-38DE1115A264}" type="pres">
      <dgm:prSet presAssocID="{AECA54A3-CE57-45D6-8D24-799D1E6F0589}" presName="compNode" presStyleCnt="0"/>
      <dgm:spPr/>
    </dgm:pt>
    <dgm:pt modelId="{8706E043-4A3C-4D05-B609-8A236DEAE8A0}" type="pres">
      <dgm:prSet presAssocID="{AECA54A3-CE57-45D6-8D24-799D1E6F0589}" presName="iconBgRect" presStyleLbl="bgShp" presStyleIdx="1" presStyleCnt="4"/>
      <dgm:spPr/>
    </dgm:pt>
    <dgm:pt modelId="{5CB3245D-05DE-489E-BE74-4082C7E0464E}" type="pres">
      <dgm:prSet presAssocID="{AECA54A3-CE57-45D6-8D24-799D1E6F058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ndshake"/>
        </a:ext>
      </dgm:extLst>
    </dgm:pt>
    <dgm:pt modelId="{0A4E67AF-B0C0-4F94-B01F-8C924C6BD3B6}" type="pres">
      <dgm:prSet presAssocID="{AECA54A3-CE57-45D6-8D24-799D1E6F0589}" presName="spaceRect" presStyleCnt="0"/>
      <dgm:spPr/>
    </dgm:pt>
    <dgm:pt modelId="{9798548C-54A1-4ED4-8EF7-8E7EC4AAF270}" type="pres">
      <dgm:prSet presAssocID="{AECA54A3-CE57-45D6-8D24-799D1E6F0589}" presName="textRect" presStyleLbl="revTx" presStyleIdx="1" presStyleCnt="4">
        <dgm:presLayoutVars>
          <dgm:chMax val="1"/>
          <dgm:chPref val="1"/>
        </dgm:presLayoutVars>
      </dgm:prSet>
      <dgm:spPr/>
    </dgm:pt>
    <dgm:pt modelId="{5F482201-EE52-402A-8DDB-16FDB6790083}" type="pres">
      <dgm:prSet presAssocID="{1AC827E4-7444-44DB-A006-81E9E29D0F21}" presName="sibTrans" presStyleCnt="0"/>
      <dgm:spPr/>
    </dgm:pt>
    <dgm:pt modelId="{B1614ABB-180F-416F-8A78-3849F1DFCCB7}" type="pres">
      <dgm:prSet presAssocID="{EA8E1E95-CC5F-4433-9AA8-4BD224973C1D}" presName="compNode" presStyleCnt="0"/>
      <dgm:spPr/>
    </dgm:pt>
    <dgm:pt modelId="{665E4E47-2BFA-4A9D-A79E-88298B8098ED}" type="pres">
      <dgm:prSet presAssocID="{EA8E1E95-CC5F-4433-9AA8-4BD224973C1D}" presName="iconBgRect" presStyleLbl="bgShp" presStyleIdx="2" presStyleCnt="4"/>
      <dgm:spPr/>
    </dgm:pt>
    <dgm:pt modelId="{78835E67-4E29-465F-AC54-D5C66F964DB6}" type="pres">
      <dgm:prSet presAssocID="{EA8E1E95-CC5F-4433-9AA8-4BD224973C1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l center"/>
        </a:ext>
      </dgm:extLst>
    </dgm:pt>
    <dgm:pt modelId="{58524353-A4F3-4D89-9116-D1D5E5F25057}" type="pres">
      <dgm:prSet presAssocID="{EA8E1E95-CC5F-4433-9AA8-4BD224973C1D}" presName="spaceRect" presStyleCnt="0"/>
      <dgm:spPr/>
    </dgm:pt>
    <dgm:pt modelId="{E47E569B-5C35-418B-95B5-739290D3062E}" type="pres">
      <dgm:prSet presAssocID="{EA8E1E95-CC5F-4433-9AA8-4BD224973C1D}" presName="textRect" presStyleLbl="revTx" presStyleIdx="2" presStyleCnt="4">
        <dgm:presLayoutVars>
          <dgm:chMax val="1"/>
          <dgm:chPref val="1"/>
        </dgm:presLayoutVars>
      </dgm:prSet>
      <dgm:spPr/>
    </dgm:pt>
    <dgm:pt modelId="{0CB49947-353A-45E2-80EC-4554EF6D46C9}" type="pres">
      <dgm:prSet presAssocID="{F2A58BED-57AA-4DC8-8142-ABF4E33650C3}" presName="sibTrans" presStyleCnt="0"/>
      <dgm:spPr/>
    </dgm:pt>
    <dgm:pt modelId="{8D2808F8-7F3C-46A4-B362-0CF637B24895}" type="pres">
      <dgm:prSet presAssocID="{8EEBF9E3-8B7C-4AB7-AE88-E9B3CF5BCD5C}" presName="compNode" presStyleCnt="0"/>
      <dgm:spPr/>
    </dgm:pt>
    <dgm:pt modelId="{DB46D193-3D1A-498E-BD8C-3936DEAFFC0D}" type="pres">
      <dgm:prSet presAssocID="{8EEBF9E3-8B7C-4AB7-AE88-E9B3CF5BCD5C}" presName="iconBgRect" presStyleLbl="bgShp" presStyleIdx="3" presStyleCnt="4"/>
      <dgm:spPr/>
    </dgm:pt>
    <dgm:pt modelId="{94F1779E-8B60-4687-AAA9-A55D82895F0B}" type="pres">
      <dgm:prSet presAssocID="{8EEBF9E3-8B7C-4AB7-AE88-E9B3CF5BCD5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nternet"/>
        </a:ext>
      </dgm:extLst>
    </dgm:pt>
    <dgm:pt modelId="{57F371B6-26D5-455B-B8B2-6D0DFD09182D}" type="pres">
      <dgm:prSet presAssocID="{8EEBF9E3-8B7C-4AB7-AE88-E9B3CF5BCD5C}" presName="spaceRect" presStyleCnt="0"/>
      <dgm:spPr/>
    </dgm:pt>
    <dgm:pt modelId="{C92E95AF-F0A6-44E4-B134-ABA707F2A53E}" type="pres">
      <dgm:prSet presAssocID="{8EEBF9E3-8B7C-4AB7-AE88-E9B3CF5BCD5C}" presName="textRect" presStyleLbl="revTx" presStyleIdx="3" presStyleCnt="4">
        <dgm:presLayoutVars>
          <dgm:chMax val="1"/>
          <dgm:chPref val="1"/>
        </dgm:presLayoutVars>
      </dgm:prSet>
      <dgm:spPr/>
    </dgm:pt>
  </dgm:ptLst>
  <dgm:cxnLst>
    <dgm:cxn modelId="{B3A8172C-7CC7-42AE-A806-C7544C794BD5}" type="presOf" srcId="{EA8E1E95-CC5F-4433-9AA8-4BD224973C1D}" destId="{E47E569B-5C35-418B-95B5-739290D3062E}" srcOrd="0" destOrd="0" presId="urn:microsoft.com/office/officeart/2018/5/layout/IconCircleLabelList"/>
    <dgm:cxn modelId="{858E0A37-0E47-4CF3-AE21-DEDE38536AD6}" srcId="{6D6648EE-A3D4-4B20-8267-B48353FB3DE2}" destId="{7F110373-81C8-4B44-A7A4-D893752C059F}" srcOrd="0" destOrd="0" parTransId="{3ED83B66-DA02-41CC-B3F8-7CC8AB2FBF55}" sibTransId="{FE374A91-CE67-4B39-93C7-136D7EF3A02F}"/>
    <dgm:cxn modelId="{7598B843-3DEE-444F-B7F9-9A1E307A1CBA}" type="presOf" srcId="{8EEBF9E3-8B7C-4AB7-AE88-E9B3CF5BCD5C}" destId="{C92E95AF-F0A6-44E4-B134-ABA707F2A53E}" srcOrd="0" destOrd="0" presId="urn:microsoft.com/office/officeart/2018/5/layout/IconCircleLabelList"/>
    <dgm:cxn modelId="{2747BF7E-595A-43ED-AC41-C82B3231C80F}" srcId="{6D6648EE-A3D4-4B20-8267-B48353FB3DE2}" destId="{AECA54A3-CE57-45D6-8D24-799D1E6F0589}" srcOrd="1" destOrd="0" parTransId="{2AE203F1-1291-4AF4-9ECE-EB60C75459AD}" sibTransId="{1AC827E4-7444-44DB-A006-81E9E29D0F21}"/>
    <dgm:cxn modelId="{CA787E80-DD95-4409-A4FD-17CF192B22CD}" srcId="{6D6648EE-A3D4-4B20-8267-B48353FB3DE2}" destId="{EA8E1E95-CC5F-4433-9AA8-4BD224973C1D}" srcOrd="2" destOrd="0" parTransId="{ECE10D4B-FDE9-400A-A960-5012227B011E}" sibTransId="{F2A58BED-57AA-4DC8-8142-ABF4E33650C3}"/>
    <dgm:cxn modelId="{CD1EA6A0-6BFA-4863-82F8-3A729341D7D4}" type="presOf" srcId="{6D6648EE-A3D4-4B20-8267-B48353FB3DE2}" destId="{6B8A1146-6E04-4E46-A3C4-FE8076A6E737}" srcOrd="0" destOrd="0" presId="urn:microsoft.com/office/officeart/2018/5/layout/IconCircleLabelList"/>
    <dgm:cxn modelId="{C944A6BA-149E-48A5-AC30-35C6353CDFB6}" type="presOf" srcId="{AECA54A3-CE57-45D6-8D24-799D1E6F0589}" destId="{9798548C-54A1-4ED4-8EF7-8E7EC4AAF270}" srcOrd="0" destOrd="0" presId="urn:microsoft.com/office/officeart/2018/5/layout/IconCircleLabelList"/>
    <dgm:cxn modelId="{47679ABC-4330-457C-BC76-235E7D5DC0FA}" srcId="{6D6648EE-A3D4-4B20-8267-B48353FB3DE2}" destId="{8EEBF9E3-8B7C-4AB7-AE88-E9B3CF5BCD5C}" srcOrd="3" destOrd="0" parTransId="{F8655E94-7DFB-47AA-A900-B64D470EAC39}" sibTransId="{A249F15E-42B8-4AB4-8F4F-A7F3B3ED63C1}"/>
    <dgm:cxn modelId="{ED8FEDDF-EE4F-49DC-8616-AF5C8B716E2D}" type="presOf" srcId="{7F110373-81C8-4B44-A7A4-D893752C059F}" destId="{DD807179-65B1-4B1A-9F67-925B36005D92}" srcOrd="0" destOrd="0" presId="urn:microsoft.com/office/officeart/2018/5/layout/IconCircleLabelList"/>
    <dgm:cxn modelId="{3A79FE93-2A89-4FF0-9351-DE59AEA90BDA}" type="presParOf" srcId="{6B8A1146-6E04-4E46-A3C4-FE8076A6E737}" destId="{6BADEB94-37C0-4D7D-BE21-F62F00223770}" srcOrd="0" destOrd="0" presId="urn:microsoft.com/office/officeart/2018/5/layout/IconCircleLabelList"/>
    <dgm:cxn modelId="{70EFF169-0235-4AB3-8F21-27C8EFDCAF36}" type="presParOf" srcId="{6BADEB94-37C0-4D7D-BE21-F62F00223770}" destId="{B7BBEA2D-6DF4-446C-B48D-0ABE9F51FD87}" srcOrd="0" destOrd="0" presId="urn:microsoft.com/office/officeart/2018/5/layout/IconCircleLabelList"/>
    <dgm:cxn modelId="{CBACE485-9A5F-4678-8348-95FDB1A03F37}" type="presParOf" srcId="{6BADEB94-37C0-4D7D-BE21-F62F00223770}" destId="{0F92D83D-851E-4969-90CA-A3B6448DA80B}" srcOrd="1" destOrd="0" presId="urn:microsoft.com/office/officeart/2018/5/layout/IconCircleLabelList"/>
    <dgm:cxn modelId="{E0299808-CB55-48ED-BF03-D525AEC8FD97}" type="presParOf" srcId="{6BADEB94-37C0-4D7D-BE21-F62F00223770}" destId="{283F43CA-31C1-47BC-9D0B-2152C1344450}" srcOrd="2" destOrd="0" presId="urn:microsoft.com/office/officeart/2018/5/layout/IconCircleLabelList"/>
    <dgm:cxn modelId="{33593D6A-09AD-432C-A0FE-1C790AB970AC}" type="presParOf" srcId="{6BADEB94-37C0-4D7D-BE21-F62F00223770}" destId="{DD807179-65B1-4B1A-9F67-925B36005D92}" srcOrd="3" destOrd="0" presId="urn:microsoft.com/office/officeart/2018/5/layout/IconCircleLabelList"/>
    <dgm:cxn modelId="{6C7F06FF-6400-4578-B2B2-212D421A5EC5}" type="presParOf" srcId="{6B8A1146-6E04-4E46-A3C4-FE8076A6E737}" destId="{FA192BCB-7E2B-4828-93F1-9115BB4F9414}" srcOrd="1" destOrd="0" presId="urn:microsoft.com/office/officeart/2018/5/layout/IconCircleLabelList"/>
    <dgm:cxn modelId="{F9DD9A17-8649-4048-BF3A-D1914C2BC2CC}" type="presParOf" srcId="{6B8A1146-6E04-4E46-A3C4-FE8076A6E737}" destId="{3AF1A5A0-78D1-42C2-9CB9-38DE1115A264}" srcOrd="2" destOrd="0" presId="urn:microsoft.com/office/officeart/2018/5/layout/IconCircleLabelList"/>
    <dgm:cxn modelId="{D3FAE009-9272-4D96-B3B5-A38762785D5E}" type="presParOf" srcId="{3AF1A5A0-78D1-42C2-9CB9-38DE1115A264}" destId="{8706E043-4A3C-4D05-B609-8A236DEAE8A0}" srcOrd="0" destOrd="0" presId="urn:microsoft.com/office/officeart/2018/5/layout/IconCircleLabelList"/>
    <dgm:cxn modelId="{69F0B075-6431-467E-8C57-83DEFBEB68DC}" type="presParOf" srcId="{3AF1A5A0-78D1-42C2-9CB9-38DE1115A264}" destId="{5CB3245D-05DE-489E-BE74-4082C7E0464E}" srcOrd="1" destOrd="0" presId="urn:microsoft.com/office/officeart/2018/5/layout/IconCircleLabelList"/>
    <dgm:cxn modelId="{C457C492-F517-4AA7-BF30-6D3ABCC9EDFD}" type="presParOf" srcId="{3AF1A5A0-78D1-42C2-9CB9-38DE1115A264}" destId="{0A4E67AF-B0C0-4F94-B01F-8C924C6BD3B6}" srcOrd="2" destOrd="0" presId="urn:microsoft.com/office/officeart/2018/5/layout/IconCircleLabelList"/>
    <dgm:cxn modelId="{17926332-460A-43B4-9C8B-79007AA25DF8}" type="presParOf" srcId="{3AF1A5A0-78D1-42C2-9CB9-38DE1115A264}" destId="{9798548C-54A1-4ED4-8EF7-8E7EC4AAF270}" srcOrd="3" destOrd="0" presId="urn:microsoft.com/office/officeart/2018/5/layout/IconCircleLabelList"/>
    <dgm:cxn modelId="{AB89427D-F448-4AAB-BAD3-50320883068D}" type="presParOf" srcId="{6B8A1146-6E04-4E46-A3C4-FE8076A6E737}" destId="{5F482201-EE52-402A-8DDB-16FDB6790083}" srcOrd="3" destOrd="0" presId="urn:microsoft.com/office/officeart/2018/5/layout/IconCircleLabelList"/>
    <dgm:cxn modelId="{F8E19C88-6E7D-4218-854B-54D49E553316}" type="presParOf" srcId="{6B8A1146-6E04-4E46-A3C4-FE8076A6E737}" destId="{B1614ABB-180F-416F-8A78-3849F1DFCCB7}" srcOrd="4" destOrd="0" presId="urn:microsoft.com/office/officeart/2018/5/layout/IconCircleLabelList"/>
    <dgm:cxn modelId="{2D970F38-A15B-4B95-B0EE-DDE50C4E4581}" type="presParOf" srcId="{B1614ABB-180F-416F-8A78-3849F1DFCCB7}" destId="{665E4E47-2BFA-4A9D-A79E-88298B8098ED}" srcOrd="0" destOrd="0" presId="urn:microsoft.com/office/officeart/2018/5/layout/IconCircleLabelList"/>
    <dgm:cxn modelId="{2322ACC6-2A14-4C72-BAF2-7A06B76D266E}" type="presParOf" srcId="{B1614ABB-180F-416F-8A78-3849F1DFCCB7}" destId="{78835E67-4E29-465F-AC54-D5C66F964DB6}" srcOrd="1" destOrd="0" presId="urn:microsoft.com/office/officeart/2018/5/layout/IconCircleLabelList"/>
    <dgm:cxn modelId="{778189A5-A14E-4132-B0D0-53C086759975}" type="presParOf" srcId="{B1614ABB-180F-416F-8A78-3849F1DFCCB7}" destId="{58524353-A4F3-4D89-9116-D1D5E5F25057}" srcOrd="2" destOrd="0" presId="urn:microsoft.com/office/officeart/2018/5/layout/IconCircleLabelList"/>
    <dgm:cxn modelId="{D332DE07-9074-410A-97D6-0741998DBC72}" type="presParOf" srcId="{B1614ABB-180F-416F-8A78-3849F1DFCCB7}" destId="{E47E569B-5C35-418B-95B5-739290D3062E}" srcOrd="3" destOrd="0" presId="urn:microsoft.com/office/officeart/2018/5/layout/IconCircleLabelList"/>
    <dgm:cxn modelId="{7B2F0830-8E95-48AC-81F3-E413F85EA961}" type="presParOf" srcId="{6B8A1146-6E04-4E46-A3C4-FE8076A6E737}" destId="{0CB49947-353A-45E2-80EC-4554EF6D46C9}" srcOrd="5" destOrd="0" presId="urn:microsoft.com/office/officeart/2018/5/layout/IconCircleLabelList"/>
    <dgm:cxn modelId="{D1EA02B8-D2D4-491D-90B8-8DF75854869D}" type="presParOf" srcId="{6B8A1146-6E04-4E46-A3C4-FE8076A6E737}" destId="{8D2808F8-7F3C-46A4-B362-0CF637B24895}" srcOrd="6" destOrd="0" presId="urn:microsoft.com/office/officeart/2018/5/layout/IconCircleLabelList"/>
    <dgm:cxn modelId="{E033DCDC-1357-47EE-814D-FB2514976950}" type="presParOf" srcId="{8D2808F8-7F3C-46A4-B362-0CF637B24895}" destId="{DB46D193-3D1A-498E-BD8C-3936DEAFFC0D}" srcOrd="0" destOrd="0" presId="urn:microsoft.com/office/officeart/2018/5/layout/IconCircleLabelList"/>
    <dgm:cxn modelId="{16EEA203-8592-4143-BB02-A1DAF9577AE3}" type="presParOf" srcId="{8D2808F8-7F3C-46A4-B362-0CF637B24895}" destId="{94F1779E-8B60-4687-AAA9-A55D82895F0B}" srcOrd="1" destOrd="0" presId="urn:microsoft.com/office/officeart/2018/5/layout/IconCircleLabelList"/>
    <dgm:cxn modelId="{B51902FC-5BC2-43E6-A26A-D25F70B3281E}" type="presParOf" srcId="{8D2808F8-7F3C-46A4-B362-0CF637B24895}" destId="{57F371B6-26D5-455B-B8B2-6D0DFD09182D}" srcOrd="2" destOrd="0" presId="urn:microsoft.com/office/officeart/2018/5/layout/IconCircleLabelList"/>
    <dgm:cxn modelId="{9E2237DC-3CD0-4B01-9F54-68AA2D65ED06}" type="presParOf" srcId="{8D2808F8-7F3C-46A4-B362-0CF637B24895}" destId="{C92E95AF-F0A6-44E4-B134-ABA707F2A53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CA145CC-C79B-4E09-970C-27DB42E02957}"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C54C737F-DA89-4870-A5C2-CC88A3726CE9}">
      <dgm:prSet/>
      <dgm:spPr/>
      <dgm:t>
        <a:bodyPr/>
        <a:lstStyle/>
        <a:p>
          <a:r>
            <a:rPr lang="en-SG"/>
            <a:t>Transactional E-commerce site</a:t>
          </a:r>
          <a:endParaRPr lang="en-US"/>
        </a:p>
      </dgm:t>
    </dgm:pt>
    <dgm:pt modelId="{F0C4E846-21B1-49E6-A1A3-9E7238BC7609}" type="parTrans" cxnId="{C7AAAF9B-5466-4E54-BDFF-78FAAB601F5A}">
      <dgm:prSet/>
      <dgm:spPr/>
      <dgm:t>
        <a:bodyPr/>
        <a:lstStyle/>
        <a:p>
          <a:endParaRPr lang="en-US"/>
        </a:p>
      </dgm:t>
    </dgm:pt>
    <dgm:pt modelId="{2801DCEA-F76E-4F06-B5F9-3B03884D8F12}" type="sibTrans" cxnId="{C7AAAF9B-5466-4E54-BDFF-78FAAB601F5A}">
      <dgm:prSet/>
      <dgm:spPr/>
      <dgm:t>
        <a:bodyPr/>
        <a:lstStyle/>
        <a:p>
          <a:endParaRPr lang="en-US"/>
        </a:p>
      </dgm:t>
    </dgm:pt>
    <dgm:pt modelId="{63787877-796D-4E1E-BA30-6B8EB8876BE9}">
      <dgm:prSet/>
      <dgm:spPr/>
      <dgm:t>
        <a:bodyPr/>
        <a:lstStyle/>
        <a:p>
          <a:r>
            <a:rPr lang="en-US" dirty="0"/>
            <a:t>These enable purchase of products online. </a:t>
          </a:r>
        </a:p>
      </dgm:t>
    </dgm:pt>
    <dgm:pt modelId="{AABC01C6-6D2C-479F-846E-4559A148A8FC}" type="parTrans" cxnId="{0AE1CF51-1324-4D6A-8681-B5C988EB1593}">
      <dgm:prSet/>
      <dgm:spPr/>
      <dgm:t>
        <a:bodyPr/>
        <a:lstStyle/>
        <a:p>
          <a:endParaRPr lang="en-US"/>
        </a:p>
      </dgm:t>
    </dgm:pt>
    <dgm:pt modelId="{065D9FA3-5A00-4E27-808A-ECA04791F6C5}" type="sibTrans" cxnId="{0AE1CF51-1324-4D6A-8681-B5C988EB1593}">
      <dgm:prSet/>
      <dgm:spPr/>
      <dgm:t>
        <a:bodyPr/>
        <a:lstStyle/>
        <a:p>
          <a:endParaRPr lang="en-US"/>
        </a:p>
      </dgm:t>
    </dgm:pt>
    <dgm:pt modelId="{64E04C67-4AF2-461D-A9C4-ADCB1F8A5C72}">
      <dgm:prSet/>
      <dgm:spPr/>
      <dgm:t>
        <a:bodyPr/>
        <a:lstStyle/>
        <a:p>
          <a:r>
            <a:rPr lang="en-SG"/>
            <a:t>Service-oriented relationship-building websites</a:t>
          </a:r>
          <a:endParaRPr lang="en-US"/>
        </a:p>
      </dgm:t>
    </dgm:pt>
    <dgm:pt modelId="{84D9F928-4B8D-41EE-8E8E-A8B4AEA114C2}" type="parTrans" cxnId="{0052A211-C740-4317-82D2-710815DDEA22}">
      <dgm:prSet/>
      <dgm:spPr/>
      <dgm:t>
        <a:bodyPr/>
        <a:lstStyle/>
        <a:p>
          <a:endParaRPr lang="en-US"/>
        </a:p>
      </dgm:t>
    </dgm:pt>
    <dgm:pt modelId="{350E1072-FAF0-451A-804C-FA092E0ABAEF}" type="sibTrans" cxnId="{0052A211-C740-4317-82D2-710815DDEA22}">
      <dgm:prSet/>
      <dgm:spPr/>
      <dgm:t>
        <a:bodyPr/>
        <a:lstStyle/>
        <a:p>
          <a:endParaRPr lang="en-US"/>
        </a:p>
      </dgm:t>
    </dgm:pt>
    <dgm:pt modelId="{4CAADCE2-11CD-4D33-82C5-360CDF95B6C1}">
      <dgm:prSet/>
      <dgm:spPr/>
      <dgm:t>
        <a:bodyPr/>
        <a:lstStyle/>
        <a:p>
          <a:r>
            <a:rPr lang="en-US"/>
            <a:t>Provide information to stimulate purchase and build relationships.</a:t>
          </a:r>
        </a:p>
      </dgm:t>
    </dgm:pt>
    <dgm:pt modelId="{913D810A-ACEE-4470-8F27-F64C0BC87326}" type="parTrans" cxnId="{B393517E-178A-462F-B8C2-129004EF9C28}">
      <dgm:prSet/>
      <dgm:spPr/>
      <dgm:t>
        <a:bodyPr/>
        <a:lstStyle/>
        <a:p>
          <a:endParaRPr lang="en-US"/>
        </a:p>
      </dgm:t>
    </dgm:pt>
    <dgm:pt modelId="{96794DB7-CCD1-4BA3-97C0-8DB34B433A3A}" type="sibTrans" cxnId="{B393517E-178A-462F-B8C2-129004EF9C28}">
      <dgm:prSet/>
      <dgm:spPr/>
      <dgm:t>
        <a:bodyPr/>
        <a:lstStyle/>
        <a:p>
          <a:endParaRPr lang="en-US"/>
        </a:p>
      </dgm:t>
    </dgm:pt>
    <dgm:pt modelId="{10BBC10E-1FFD-4F86-A198-F1979F30457D}">
      <dgm:prSet/>
      <dgm:spPr/>
      <dgm:t>
        <a:bodyPr/>
        <a:lstStyle/>
        <a:p>
          <a:r>
            <a:rPr lang="en-SG"/>
            <a:t>Brand-building sites </a:t>
          </a:r>
          <a:endParaRPr lang="en-US"/>
        </a:p>
      </dgm:t>
    </dgm:pt>
    <dgm:pt modelId="{00C6B39E-0351-4E02-88F4-0ED52244B07E}" type="parTrans" cxnId="{E8839541-1548-4DB4-AFA4-BDE8946B9269}">
      <dgm:prSet/>
      <dgm:spPr/>
      <dgm:t>
        <a:bodyPr/>
        <a:lstStyle/>
        <a:p>
          <a:endParaRPr lang="en-US"/>
        </a:p>
      </dgm:t>
    </dgm:pt>
    <dgm:pt modelId="{2C872DEE-C24B-4DDB-8C24-00D82DCA2672}" type="sibTrans" cxnId="{E8839541-1548-4DB4-AFA4-BDE8946B9269}">
      <dgm:prSet/>
      <dgm:spPr/>
      <dgm:t>
        <a:bodyPr/>
        <a:lstStyle/>
        <a:p>
          <a:endParaRPr lang="en-US"/>
        </a:p>
      </dgm:t>
    </dgm:pt>
    <dgm:pt modelId="{AAE6C7F0-98E9-4D76-8149-5A5745B251FC}">
      <dgm:prSet/>
      <dgm:spPr/>
      <dgm:t>
        <a:bodyPr/>
        <a:lstStyle/>
        <a:p>
          <a:r>
            <a:rPr lang="en-US"/>
            <a:t>Provide an experience to support the brand. Products are not typically available for online purchase.</a:t>
          </a:r>
        </a:p>
      </dgm:t>
    </dgm:pt>
    <dgm:pt modelId="{65E54668-5E1C-47E0-9525-180BACE19F1E}" type="parTrans" cxnId="{281E2C63-75DC-4353-9BCD-AAD0CA58D0FB}">
      <dgm:prSet/>
      <dgm:spPr/>
      <dgm:t>
        <a:bodyPr/>
        <a:lstStyle/>
        <a:p>
          <a:endParaRPr lang="en-US"/>
        </a:p>
      </dgm:t>
    </dgm:pt>
    <dgm:pt modelId="{F4D1D976-FD8B-4CE8-AD13-05D770E62827}" type="sibTrans" cxnId="{281E2C63-75DC-4353-9BCD-AAD0CA58D0FB}">
      <dgm:prSet/>
      <dgm:spPr/>
      <dgm:t>
        <a:bodyPr/>
        <a:lstStyle/>
        <a:p>
          <a:endParaRPr lang="en-US"/>
        </a:p>
      </dgm:t>
    </dgm:pt>
    <dgm:pt modelId="{D65EE8D2-33FA-4772-8C2E-BC425ED99496}">
      <dgm:prSet/>
      <dgm:spPr/>
      <dgm:t>
        <a:bodyPr/>
        <a:lstStyle/>
        <a:p>
          <a:r>
            <a:rPr lang="en-SG"/>
            <a:t>Publisher or media sites</a:t>
          </a:r>
          <a:endParaRPr lang="en-US"/>
        </a:p>
      </dgm:t>
    </dgm:pt>
    <dgm:pt modelId="{C009C4EB-EA7B-42D9-9CF2-BC4F4E566F72}" type="parTrans" cxnId="{CB139F09-6345-457F-A892-A3F05044CA22}">
      <dgm:prSet/>
      <dgm:spPr/>
      <dgm:t>
        <a:bodyPr/>
        <a:lstStyle/>
        <a:p>
          <a:endParaRPr lang="en-US"/>
        </a:p>
      </dgm:t>
    </dgm:pt>
    <dgm:pt modelId="{535D360A-43A2-4AC9-815A-810242264A43}" type="sibTrans" cxnId="{CB139F09-6345-457F-A892-A3F05044CA22}">
      <dgm:prSet/>
      <dgm:spPr/>
      <dgm:t>
        <a:bodyPr/>
        <a:lstStyle/>
        <a:p>
          <a:endParaRPr lang="en-US"/>
        </a:p>
      </dgm:t>
    </dgm:pt>
    <dgm:pt modelId="{39D1A7AA-A609-42E3-B90C-27D2F9620FF3}">
      <dgm:prSet/>
      <dgm:spPr/>
      <dgm:t>
        <a:bodyPr/>
        <a:lstStyle/>
        <a:p>
          <a:r>
            <a:rPr lang="en-SG"/>
            <a:t>Provide information, news or entertainment about a range of topics. ‘Portal’ refers to a gateway of information.</a:t>
          </a:r>
          <a:endParaRPr lang="en-US"/>
        </a:p>
      </dgm:t>
    </dgm:pt>
    <dgm:pt modelId="{C055CF54-4ECB-43AF-BEBD-EA26D870D2BB}" type="parTrans" cxnId="{0F74B9A4-4BE5-4E51-82F7-97AAA7785414}">
      <dgm:prSet/>
      <dgm:spPr/>
      <dgm:t>
        <a:bodyPr/>
        <a:lstStyle/>
        <a:p>
          <a:endParaRPr lang="en-US"/>
        </a:p>
      </dgm:t>
    </dgm:pt>
    <dgm:pt modelId="{7A06E9A8-2F16-4C31-B1B2-054288741B3D}" type="sibTrans" cxnId="{0F74B9A4-4BE5-4E51-82F7-97AAA7785414}">
      <dgm:prSet/>
      <dgm:spPr/>
      <dgm:t>
        <a:bodyPr/>
        <a:lstStyle/>
        <a:p>
          <a:endParaRPr lang="en-US"/>
        </a:p>
      </dgm:t>
    </dgm:pt>
    <dgm:pt modelId="{3C36F47F-83DF-4E48-8FCB-F10C0CFFA48F}">
      <dgm:prSet/>
      <dgm:spPr/>
      <dgm:t>
        <a:bodyPr/>
        <a:lstStyle/>
        <a:p>
          <a:r>
            <a:rPr lang="en-SG"/>
            <a:t>Social Network sites</a:t>
          </a:r>
          <a:endParaRPr lang="en-US"/>
        </a:p>
      </dgm:t>
    </dgm:pt>
    <dgm:pt modelId="{B359CD09-A1B0-4820-8CB5-334AD157FCB7}" type="parTrans" cxnId="{CF66D859-1242-44F8-8A40-795ABE567FAF}">
      <dgm:prSet/>
      <dgm:spPr/>
      <dgm:t>
        <a:bodyPr/>
        <a:lstStyle/>
        <a:p>
          <a:endParaRPr lang="en-US"/>
        </a:p>
      </dgm:t>
    </dgm:pt>
    <dgm:pt modelId="{4671D63E-19C5-4D9D-9A93-2F5DCE9B968B}" type="sibTrans" cxnId="{CF66D859-1242-44F8-8A40-795ABE567FAF}">
      <dgm:prSet/>
      <dgm:spPr/>
      <dgm:t>
        <a:bodyPr/>
        <a:lstStyle/>
        <a:p>
          <a:endParaRPr lang="en-US"/>
        </a:p>
      </dgm:t>
    </dgm:pt>
    <dgm:pt modelId="{A0B314CE-0306-4DF3-A8F1-19B1C3DA3AE2}">
      <dgm:prSet/>
      <dgm:spPr/>
      <dgm:t>
        <a:bodyPr/>
        <a:lstStyle/>
        <a:p>
          <a:r>
            <a:rPr lang="en-SG" dirty="0"/>
            <a:t>It is considered as part of the previous category.</a:t>
          </a:r>
          <a:endParaRPr lang="en-US" dirty="0"/>
        </a:p>
      </dgm:t>
    </dgm:pt>
    <dgm:pt modelId="{2A9F2C36-36CA-4B77-9B07-0345286A6A6B}" type="parTrans" cxnId="{BBDC66B2-161F-4504-95B8-6E134E65F2E0}">
      <dgm:prSet/>
      <dgm:spPr/>
      <dgm:t>
        <a:bodyPr/>
        <a:lstStyle/>
        <a:p>
          <a:endParaRPr lang="en-US"/>
        </a:p>
      </dgm:t>
    </dgm:pt>
    <dgm:pt modelId="{197550CC-280C-4748-8744-4352FC2EB6A7}" type="sibTrans" cxnId="{BBDC66B2-161F-4504-95B8-6E134E65F2E0}">
      <dgm:prSet/>
      <dgm:spPr/>
      <dgm:t>
        <a:bodyPr/>
        <a:lstStyle/>
        <a:p>
          <a:endParaRPr lang="en-US"/>
        </a:p>
      </dgm:t>
    </dgm:pt>
    <dgm:pt modelId="{4F56C767-35A7-40F9-ABF5-2248ECA9FCCA}" type="pres">
      <dgm:prSet presAssocID="{ACA145CC-C79B-4E09-970C-27DB42E02957}" presName="Name0" presStyleCnt="0">
        <dgm:presLayoutVars>
          <dgm:dir/>
          <dgm:animLvl val="lvl"/>
          <dgm:resizeHandles val="exact"/>
        </dgm:presLayoutVars>
      </dgm:prSet>
      <dgm:spPr/>
    </dgm:pt>
    <dgm:pt modelId="{38474C8F-3893-4A23-A326-6E225590EE15}" type="pres">
      <dgm:prSet presAssocID="{C54C737F-DA89-4870-A5C2-CC88A3726CE9}" presName="linNode" presStyleCnt="0"/>
      <dgm:spPr/>
    </dgm:pt>
    <dgm:pt modelId="{8A939108-2D33-4936-9DE2-124E50A12A79}" type="pres">
      <dgm:prSet presAssocID="{C54C737F-DA89-4870-A5C2-CC88A3726CE9}" presName="parentText" presStyleLbl="node1" presStyleIdx="0" presStyleCnt="5">
        <dgm:presLayoutVars>
          <dgm:chMax val="1"/>
          <dgm:bulletEnabled val="1"/>
        </dgm:presLayoutVars>
      </dgm:prSet>
      <dgm:spPr/>
    </dgm:pt>
    <dgm:pt modelId="{601AF6C5-E5D1-4D7F-9152-FB2E3313153F}" type="pres">
      <dgm:prSet presAssocID="{C54C737F-DA89-4870-A5C2-CC88A3726CE9}" presName="descendantText" presStyleLbl="alignAccFollowNode1" presStyleIdx="0" presStyleCnt="5">
        <dgm:presLayoutVars>
          <dgm:bulletEnabled val="1"/>
        </dgm:presLayoutVars>
      </dgm:prSet>
      <dgm:spPr/>
    </dgm:pt>
    <dgm:pt modelId="{6846763D-0DCB-495A-A318-2C8CD504A6DE}" type="pres">
      <dgm:prSet presAssocID="{2801DCEA-F76E-4F06-B5F9-3B03884D8F12}" presName="sp" presStyleCnt="0"/>
      <dgm:spPr/>
    </dgm:pt>
    <dgm:pt modelId="{C54B73C3-8D0F-4829-B88B-3EBF76973E66}" type="pres">
      <dgm:prSet presAssocID="{64E04C67-4AF2-461D-A9C4-ADCB1F8A5C72}" presName="linNode" presStyleCnt="0"/>
      <dgm:spPr/>
    </dgm:pt>
    <dgm:pt modelId="{B2D2451A-83BD-4616-BDCB-8A2CBCA23523}" type="pres">
      <dgm:prSet presAssocID="{64E04C67-4AF2-461D-A9C4-ADCB1F8A5C72}" presName="parentText" presStyleLbl="node1" presStyleIdx="1" presStyleCnt="5">
        <dgm:presLayoutVars>
          <dgm:chMax val="1"/>
          <dgm:bulletEnabled val="1"/>
        </dgm:presLayoutVars>
      </dgm:prSet>
      <dgm:spPr/>
    </dgm:pt>
    <dgm:pt modelId="{34CE47CF-65B5-4F6A-828B-2405222D2DC1}" type="pres">
      <dgm:prSet presAssocID="{64E04C67-4AF2-461D-A9C4-ADCB1F8A5C72}" presName="descendantText" presStyleLbl="alignAccFollowNode1" presStyleIdx="1" presStyleCnt="5">
        <dgm:presLayoutVars>
          <dgm:bulletEnabled val="1"/>
        </dgm:presLayoutVars>
      </dgm:prSet>
      <dgm:spPr/>
    </dgm:pt>
    <dgm:pt modelId="{51EA5B48-9D34-457F-8A7A-0D59B6717C5E}" type="pres">
      <dgm:prSet presAssocID="{350E1072-FAF0-451A-804C-FA092E0ABAEF}" presName="sp" presStyleCnt="0"/>
      <dgm:spPr/>
    </dgm:pt>
    <dgm:pt modelId="{576A6F0A-127B-423D-8051-A2596D1978A6}" type="pres">
      <dgm:prSet presAssocID="{10BBC10E-1FFD-4F86-A198-F1979F30457D}" presName="linNode" presStyleCnt="0"/>
      <dgm:spPr/>
    </dgm:pt>
    <dgm:pt modelId="{9DFE9D17-9886-4D58-B6EC-A61B5B7E9376}" type="pres">
      <dgm:prSet presAssocID="{10BBC10E-1FFD-4F86-A198-F1979F30457D}" presName="parentText" presStyleLbl="node1" presStyleIdx="2" presStyleCnt="5">
        <dgm:presLayoutVars>
          <dgm:chMax val="1"/>
          <dgm:bulletEnabled val="1"/>
        </dgm:presLayoutVars>
      </dgm:prSet>
      <dgm:spPr/>
    </dgm:pt>
    <dgm:pt modelId="{04A09A88-7402-41C6-A26E-D7C5DBDB49D9}" type="pres">
      <dgm:prSet presAssocID="{10BBC10E-1FFD-4F86-A198-F1979F30457D}" presName="descendantText" presStyleLbl="alignAccFollowNode1" presStyleIdx="2" presStyleCnt="5">
        <dgm:presLayoutVars>
          <dgm:bulletEnabled val="1"/>
        </dgm:presLayoutVars>
      </dgm:prSet>
      <dgm:spPr/>
    </dgm:pt>
    <dgm:pt modelId="{51CAECD3-D5F6-4C72-A1FB-E3794F339E15}" type="pres">
      <dgm:prSet presAssocID="{2C872DEE-C24B-4DDB-8C24-00D82DCA2672}" presName="sp" presStyleCnt="0"/>
      <dgm:spPr/>
    </dgm:pt>
    <dgm:pt modelId="{7CFDF1D0-B484-4741-954E-E6CA803AE1FB}" type="pres">
      <dgm:prSet presAssocID="{D65EE8D2-33FA-4772-8C2E-BC425ED99496}" presName="linNode" presStyleCnt="0"/>
      <dgm:spPr/>
    </dgm:pt>
    <dgm:pt modelId="{6D1AFCF6-EF13-4A1F-8D66-A7FB03CD5FC2}" type="pres">
      <dgm:prSet presAssocID="{D65EE8D2-33FA-4772-8C2E-BC425ED99496}" presName="parentText" presStyleLbl="node1" presStyleIdx="3" presStyleCnt="5">
        <dgm:presLayoutVars>
          <dgm:chMax val="1"/>
          <dgm:bulletEnabled val="1"/>
        </dgm:presLayoutVars>
      </dgm:prSet>
      <dgm:spPr/>
    </dgm:pt>
    <dgm:pt modelId="{36D6AC6E-8139-4FCF-9939-AAC0237EF23B}" type="pres">
      <dgm:prSet presAssocID="{D65EE8D2-33FA-4772-8C2E-BC425ED99496}" presName="descendantText" presStyleLbl="alignAccFollowNode1" presStyleIdx="3" presStyleCnt="5">
        <dgm:presLayoutVars>
          <dgm:bulletEnabled val="1"/>
        </dgm:presLayoutVars>
      </dgm:prSet>
      <dgm:spPr/>
    </dgm:pt>
    <dgm:pt modelId="{AF7CF622-2ED8-480E-B5DC-1769AF35933D}" type="pres">
      <dgm:prSet presAssocID="{535D360A-43A2-4AC9-815A-810242264A43}" presName="sp" presStyleCnt="0"/>
      <dgm:spPr/>
    </dgm:pt>
    <dgm:pt modelId="{53FB9B31-8D01-4072-B5EF-9B4A290CB44A}" type="pres">
      <dgm:prSet presAssocID="{3C36F47F-83DF-4E48-8FCB-F10C0CFFA48F}" presName="linNode" presStyleCnt="0"/>
      <dgm:spPr/>
    </dgm:pt>
    <dgm:pt modelId="{E4349E96-9BEB-4BA5-A004-C819329BCA04}" type="pres">
      <dgm:prSet presAssocID="{3C36F47F-83DF-4E48-8FCB-F10C0CFFA48F}" presName="parentText" presStyleLbl="node1" presStyleIdx="4" presStyleCnt="5">
        <dgm:presLayoutVars>
          <dgm:chMax val="1"/>
          <dgm:bulletEnabled val="1"/>
        </dgm:presLayoutVars>
      </dgm:prSet>
      <dgm:spPr/>
    </dgm:pt>
    <dgm:pt modelId="{AA3DCCA0-EB89-4758-A487-11CD70888E00}" type="pres">
      <dgm:prSet presAssocID="{3C36F47F-83DF-4E48-8FCB-F10C0CFFA48F}" presName="descendantText" presStyleLbl="alignAccFollowNode1" presStyleIdx="4" presStyleCnt="5">
        <dgm:presLayoutVars>
          <dgm:bulletEnabled val="1"/>
        </dgm:presLayoutVars>
      </dgm:prSet>
      <dgm:spPr/>
    </dgm:pt>
  </dgm:ptLst>
  <dgm:cxnLst>
    <dgm:cxn modelId="{DDBBE102-BEF5-4992-8675-3355251CF9AB}" type="presOf" srcId="{4CAADCE2-11CD-4D33-82C5-360CDF95B6C1}" destId="{34CE47CF-65B5-4F6A-828B-2405222D2DC1}" srcOrd="0" destOrd="0" presId="urn:microsoft.com/office/officeart/2005/8/layout/vList5"/>
    <dgm:cxn modelId="{CB139F09-6345-457F-A892-A3F05044CA22}" srcId="{ACA145CC-C79B-4E09-970C-27DB42E02957}" destId="{D65EE8D2-33FA-4772-8C2E-BC425ED99496}" srcOrd="3" destOrd="0" parTransId="{C009C4EB-EA7B-42D9-9CF2-BC4F4E566F72}" sibTransId="{535D360A-43A2-4AC9-815A-810242264A43}"/>
    <dgm:cxn modelId="{A815310B-1794-4B39-A124-6FAF899FF144}" type="presOf" srcId="{C54C737F-DA89-4870-A5C2-CC88A3726CE9}" destId="{8A939108-2D33-4936-9DE2-124E50A12A79}" srcOrd="0" destOrd="0" presId="urn:microsoft.com/office/officeart/2005/8/layout/vList5"/>
    <dgm:cxn modelId="{0052A211-C740-4317-82D2-710815DDEA22}" srcId="{ACA145CC-C79B-4E09-970C-27DB42E02957}" destId="{64E04C67-4AF2-461D-A9C4-ADCB1F8A5C72}" srcOrd="1" destOrd="0" parTransId="{84D9F928-4B8D-41EE-8E8E-A8B4AEA114C2}" sibTransId="{350E1072-FAF0-451A-804C-FA092E0ABAEF}"/>
    <dgm:cxn modelId="{E8839541-1548-4DB4-AFA4-BDE8946B9269}" srcId="{ACA145CC-C79B-4E09-970C-27DB42E02957}" destId="{10BBC10E-1FFD-4F86-A198-F1979F30457D}" srcOrd="2" destOrd="0" parTransId="{00C6B39E-0351-4E02-88F4-0ED52244B07E}" sibTransId="{2C872DEE-C24B-4DDB-8C24-00D82DCA2672}"/>
    <dgm:cxn modelId="{281E2C63-75DC-4353-9BCD-AAD0CA58D0FB}" srcId="{10BBC10E-1FFD-4F86-A198-F1979F30457D}" destId="{AAE6C7F0-98E9-4D76-8149-5A5745B251FC}" srcOrd="0" destOrd="0" parTransId="{65E54668-5E1C-47E0-9525-180BACE19F1E}" sibTransId="{F4D1D976-FD8B-4CE8-AD13-05D770E62827}"/>
    <dgm:cxn modelId="{0AE1CF51-1324-4D6A-8681-B5C988EB1593}" srcId="{C54C737F-DA89-4870-A5C2-CC88A3726CE9}" destId="{63787877-796D-4E1E-BA30-6B8EB8876BE9}" srcOrd="0" destOrd="0" parTransId="{AABC01C6-6D2C-479F-846E-4559A148A8FC}" sibTransId="{065D9FA3-5A00-4E27-808A-ECA04791F6C5}"/>
    <dgm:cxn modelId="{CF66D859-1242-44F8-8A40-795ABE567FAF}" srcId="{ACA145CC-C79B-4E09-970C-27DB42E02957}" destId="{3C36F47F-83DF-4E48-8FCB-F10C0CFFA48F}" srcOrd="4" destOrd="0" parTransId="{B359CD09-A1B0-4820-8CB5-334AD157FCB7}" sibTransId="{4671D63E-19C5-4D9D-9A93-2F5DCE9B968B}"/>
    <dgm:cxn modelId="{28B1017B-2D78-4D02-9591-A149342D2D3B}" type="presOf" srcId="{AAE6C7F0-98E9-4D76-8149-5A5745B251FC}" destId="{04A09A88-7402-41C6-A26E-D7C5DBDB49D9}" srcOrd="0" destOrd="0" presId="urn:microsoft.com/office/officeart/2005/8/layout/vList5"/>
    <dgm:cxn modelId="{B393517E-178A-462F-B8C2-129004EF9C28}" srcId="{64E04C67-4AF2-461D-A9C4-ADCB1F8A5C72}" destId="{4CAADCE2-11CD-4D33-82C5-360CDF95B6C1}" srcOrd="0" destOrd="0" parTransId="{913D810A-ACEE-4470-8F27-F64C0BC87326}" sibTransId="{96794DB7-CCD1-4BA3-97C0-8DB34B433A3A}"/>
    <dgm:cxn modelId="{70D4DF94-E18B-43F0-8AB4-592E042B7258}" type="presOf" srcId="{ACA145CC-C79B-4E09-970C-27DB42E02957}" destId="{4F56C767-35A7-40F9-ABF5-2248ECA9FCCA}" srcOrd="0" destOrd="0" presId="urn:microsoft.com/office/officeart/2005/8/layout/vList5"/>
    <dgm:cxn modelId="{C7AAAF9B-5466-4E54-BDFF-78FAAB601F5A}" srcId="{ACA145CC-C79B-4E09-970C-27DB42E02957}" destId="{C54C737F-DA89-4870-A5C2-CC88A3726CE9}" srcOrd="0" destOrd="0" parTransId="{F0C4E846-21B1-49E6-A1A3-9E7238BC7609}" sibTransId="{2801DCEA-F76E-4F06-B5F9-3B03884D8F12}"/>
    <dgm:cxn modelId="{0F74B9A4-4BE5-4E51-82F7-97AAA7785414}" srcId="{D65EE8D2-33FA-4772-8C2E-BC425ED99496}" destId="{39D1A7AA-A609-42E3-B90C-27D2F9620FF3}" srcOrd="0" destOrd="0" parTransId="{C055CF54-4ECB-43AF-BEBD-EA26D870D2BB}" sibTransId="{7A06E9A8-2F16-4C31-B1B2-054288741B3D}"/>
    <dgm:cxn modelId="{BBDC66B2-161F-4504-95B8-6E134E65F2E0}" srcId="{3C36F47F-83DF-4E48-8FCB-F10C0CFFA48F}" destId="{A0B314CE-0306-4DF3-A8F1-19B1C3DA3AE2}" srcOrd="0" destOrd="0" parTransId="{2A9F2C36-36CA-4B77-9B07-0345286A6A6B}" sibTransId="{197550CC-280C-4748-8744-4352FC2EB6A7}"/>
    <dgm:cxn modelId="{3DFD60C2-365E-4A1A-9F01-A71D33015038}" type="presOf" srcId="{64E04C67-4AF2-461D-A9C4-ADCB1F8A5C72}" destId="{B2D2451A-83BD-4616-BDCB-8A2CBCA23523}" srcOrd="0" destOrd="0" presId="urn:microsoft.com/office/officeart/2005/8/layout/vList5"/>
    <dgm:cxn modelId="{820BA7C2-43E3-4F6A-A54B-4D0093A9EAD1}" type="presOf" srcId="{3C36F47F-83DF-4E48-8FCB-F10C0CFFA48F}" destId="{E4349E96-9BEB-4BA5-A004-C819329BCA04}" srcOrd="0" destOrd="0" presId="urn:microsoft.com/office/officeart/2005/8/layout/vList5"/>
    <dgm:cxn modelId="{8C85A1C9-B213-4222-84E6-D55993ADCFAB}" type="presOf" srcId="{63787877-796D-4E1E-BA30-6B8EB8876BE9}" destId="{601AF6C5-E5D1-4D7F-9152-FB2E3313153F}" srcOrd="0" destOrd="0" presId="urn:microsoft.com/office/officeart/2005/8/layout/vList5"/>
    <dgm:cxn modelId="{7032B2D2-F1B2-446E-A65A-D198BBD2E93B}" type="presOf" srcId="{A0B314CE-0306-4DF3-A8F1-19B1C3DA3AE2}" destId="{AA3DCCA0-EB89-4758-A487-11CD70888E00}" srcOrd="0" destOrd="0" presId="urn:microsoft.com/office/officeart/2005/8/layout/vList5"/>
    <dgm:cxn modelId="{CA44CFE4-F4FF-41B7-8B1C-EBBFB7ADDBA6}" type="presOf" srcId="{39D1A7AA-A609-42E3-B90C-27D2F9620FF3}" destId="{36D6AC6E-8139-4FCF-9939-AAC0237EF23B}" srcOrd="0" destOrd="0" presId="urn:microsoft.com/office/officeart/2005/8/layout/vList5"/>
    <dgm:cxn modelId="{F6836CEA-D32A-48E6-B2A8-DAEA00A942DB}" type="presOf" srcId="{10BBC10E-1FFD-4F86-A198-F1979F30457D}" destId="{9DFE9D17-9886-4D58-B6EC-A61B5B7E9376}" srcOrd="0" destOrd="0" presId="urn:microsoft.com/office/officeart/2005/8/layout/vList5"/>
    <dgm:cxn modelId="{6F0484F2-0CBA-4E51-8D5C-8217FDF9F543}" type="presOf" srcId="{D65EE8D2-33FA-4772-8C2E-BC425ED99496}" destId="{6D1AFCF6-EF13-4A1F-8D66-A7FB03CD5FC2}" srcOrd="0" destOrd="0" presId="urn:microsoft.com/office/officeart/2005/8/layout/vList5"/>
    <dgm:cxn modelId="{5C7FC50E-1BDF-41C1-B2C4-48C96B32FA6D}" type="presParOf" srcId="{4F56C767-35A7-40F9-ABF5-2248ECA9FCCA}" destId="{38474C8F-3893-4A23-A326-6E225590EE15}" srcOrd="0" destOrd="0" presId="urn:microsoft.com/office/officeart/2005/8/layout/vList5"/>
    <dgm:cxn modelId="{5AC3DA2E-9CF6-4A6D-A8D3-E2708B068BE2}" type="presParOf" srcId="{38474C8F-3893-4A23-A326-6E225590EE15}" destId="{8A939108-2D33-4936-9DE2-124E50A12A79}" srcOrd="0" destOrd="0" presId="urn:microsoft.com/office/officeart/2005/8/layout/vList5"/>
    <dgm:cxn modelId="{FD2B7D3B-6775-4296-951F-750DA4F677D8}" type="presParOf" srcId="{38474C8F-3893-4A23-A326-6E225590EE15}" destId="{601AF6C5-E5D1-4D7F-9152-FB2E3313153F}" srcOrd="1" destOrd="0" presId="urn:microsoft.com/office/officeart/2005/8/layout/vList5"/>
    <dgm:cxn modelId="{48196280-2F61-407C-9917-E26C6A78A975}" type="presParOf" srcId="{4F56C767-35A7-40F9-ABF5-2248ECA9FCCA}" destId="{6846763D-0DCB-495A-A318-2C8CD504A6DE}" srcOrd="1" destOrd="0" presId="urn:microsoft.com/office/officeart/2005/8/layout/vList5"/>
    <dgm:cxn modelId="{310EB1DB-A5F4-4505-BFE9-A6F7D64A888E}" type="presParOf" srcId="{4F56C767-35A7-40F9-ABF5-2248ECA9FCCA}" destId="{C54B73C3-8D0F-4829-B88B-3EBF76973E66}" srcOrd="2" destOrd="0" presId="urn:microsoft.com/office/officeart/2005/8/layout/vList5"/>
    <dgm:cxn modelId="{748342A0-8195-45E4-9CEB-615A9C243EF0}" type="presParOf" srcId="{C54B73C3-8D0F-4829-B88B-3EBF76973E66}" destId="{B2D2451A-83BD-4616-BDCB-8A2CBCA23523}" srcOrd="0" destOrd="0" presId="urn:microsoft.com/office/officeart/2005/8/layout/vList5"/>
    <dgm:cxn modelId="{10253A59-FD5D-4ED0-ADE3-92BF92325E35}" type="presParOf" srcId="{C54B73C3-8D0F-4829-B88B-3EBF76973E66}" destId="{34CE47CF-65B5-4F6A-828B-2405222D2DC1}" srcOrd="1" destOrd="0" presId="urn:microsoft.com/office/officeart/2005/8/layout/vList5"/>
    <dgm:cxn modelId="{E76177CB-3A3C-42CF-8B09-A9B9E73003C1}" type="presParOf" srcId="{4F56C767-35A7-40F9-ABF5-2248ECA9FCCA}" destId="{51EA5B48-9D34-457F-8A7A-0D59B6717C5E}" srcOrd="3" destOrd="0" presId="urn:microsoft.com/office/officeart/2005/8/layout/vList5"/>
    <dgm:cxn modelId="{ED9E4ED0-4E57-4894-8D5F-66B53FBABE72}" type="presParOf" srcId="{4F56C767-35A7-40F9-ABF5-2248ECA9FCCA}" destId="{576A6F0A-127B-423D-8051-A2596D1978A6}" srcOrd="4" destOrd="0" presId="urn:microsoft.com/office/officeart/2005/8/layout/vList5"/>
    <dgm:cxn modelId="{646A0EC2-D3DF-4971-BD2A-7DEC8BDDE4D7}" type="presParOf" srcId="{576A6F0A-127B-423D-8051-A2596D1978A6}" destId="{9DFE9D17-9886-4D58-B6EC-A61B5B7E9376}" srcOrd="0" destOrd="0" presId="urn:microsoft.com/office/officeart/2005/8/layout/vList5"/>
    <dgm:cxn modelId="{E24408B6-8B54-4AAC-BA40-B1C12B963C49}" type="presParOf" srcId="{576A6F0A-127B-423D-8051-A2596D1978A6}" destId="{04A09A88-7402-41C6-A26E-D7C5DBDB49D9}" srcOrd="1" destOrd="0" presId="urn:microsoft.com/office/officeart/2005/8/layout/vList5"/>
    <dgm:cxn modelId="{C4E86857-D38D-4682-8D08-C26DF5507F91}" type="presParOf" srcId="{4F56C767-35A7-40F9-ABF5-2248ECA9FCCA}" destId="{51CAECD3-D5F6-4C72-A1FB-E3794F339E15}" srcOrd="5" destOrd="0" presId="urn:microsoft.com/office/officeart/2005/8/layout/vList5"/>
    <dgm:cxn modelId="{8D51A735-577E-4964-A72A-428FC20FBBF6}" type="presParOf" srcId="{4F56C767-35A7-40F9-ABF5-2248ECA9FCCA}" destId="{7CFDF1D0-B484-4741-954E-E6CA803AE1FB}" srcOrd="6" destOrd="0" presId="urn:microsoft.com/office/officeart/2005/8/layout/vList5"/>
    <dgm:cxn modelId="{10CA765C-8AF0-4DEC-807D-E39D6AECEAE9}" type="presParOf" srcId="{7CFDF1D0-B484-4741-954E-E6CA803AE1FB}" destId="{6D1AFCF6-EF13-4A1F-8D66-A7FB03CD5FC2}" srcOrd="0" destOrd="0" presId="urn:microsoft.com/office/officeart/2005/8/layout/vList5"/>
    <dgm:cxn modelId="{FAE1FCC2-4362-412A-A4DD-716C89D21171}" type="presParOf" srcId="{7CFDF1D0-B484-4741-954E-E6CA803AE1FB}" destId="{36D6AC6E-8139-4FCF-9939-AAC0237EF23B}" srcOrd="1" destOrd="0" presId="urn:microsoft.com/office/officeart/2005/8/layout/vList5"/>
    <dgm:cxn modelId="{C102F7BD-CE90-42F1-A4A4-1384ACF92D9F}" type="presParOf" srcId="{4F56C767-35A7-40F9-ABF5-2248ECA9FCCA}" destId="{AF7CF622-2ED8-480E-B5DC-1769AF35933D}" srcOrd="7" destOrd="0" presId="urn:microsoft.com/office/officeart/2005/8/layout/vList5"/>
    <dgm:cxn modelId="{A957C65A-BFB1-4D3F-A163-D1BA59470724}" type="presParOf" srcId="{4F56C767-35A7-40F9-ABF5-2248ECA9FCCA}" destId="{53FB9B31-8D01-4072-B5EF-9B4A290CB44A}" srcOrd="8" destOrd="0" presId="urn:microsoft.com/office/officeart/2005/8/layout/vList5"/>
    <dgm:cxn modelId="{BB0B4AB9-C4F9-43C0-8602-7273E972F4E8}" type="presParOf" srcId="{53FB9B31-8D01-4072-B5EF-9B4A290CB44A}" destId="{E4349E96-9BEB-4BA5-A004-C819329BCA04}" srcOrd="0" destOrd="0" presId="urn:microsoft.com/office/officeart/2005/8/layout/vList5"/>
    <dgm:cxn modelId="{92736E94-E26D-4C5A-90B8-0A5B42BF99C5}" type="presParOf" srcId="{53FB9B31-8D01-4072-B5EF-9B4A290CB44A}" destId="{AA3DCCA0-EB89-4758-A487-11CD70888E0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8B1B30E-36E9-43C0-AF49-C0C459D10FD4}"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B4E3DD49-E893-4260-85D4-98D2D1255C7A}">
      <dgm:prSet/>
      <dgm:spPr/>
      <dgm:t>
        <a:bodyPr/>
        <a:lstStyle/>
        <a:p>
          <a:pPr>
            <a:defRPr b="1"/>
          </a:pPr>
          <a:r>
            <a:rPr lang="en-SG"/>
            <a:t>Digital Marketing Involves:</a:t>
          </a:r>
          <a:endParaRPr lang="en-US"/>
        </a:p>
      </dgm:t>
    </dgm:pt>
    <dgm:pt modelId="{97E17E00-EBAB-40F4-9A3D-8F50FD275E59}" type="parTrans" cxnId="{AC47BCEB-354C-45AC-8BC0-6D6BD5872DEE}">
      <dgm:prSet/>
      <dgm:spPr/>
      <dgm:t>
        <a:bodyPr/>
        <a:lstStyle/>
        <a:p>
          <a:endParaRPr lang="en-US"/>
        </a:p>
      </dgm:t>
    </dgm:pt>
    <dgm:pt modelId="{A46958D4-BEC6-4676-B059-8F19C203CE1C}" type="sibTrans" cxnId="{AC47BCEB-354C-45AC-8BC0-6D6BD5872DEE}">
      <dgm:prSet/>
      <dgm:spPr/>
      <dgm:t>
        <a:bodyPr/>
        <a:lstStyle/>
        <a:p>
          <a:endParaRPr lang="en-US"/>
        </a:p>
      </dgm:t>
    </dgm:pt>
    <dgm:pt modelId="{89D6AF90-F10A-4672-9797-472D5DE28213}">
      <dgm:prSet custT="1"/>
      <dgm:spPr/>
      <dgm:t>
        <a:bodyPr/>
        <a:lstStyle/>
        <a:p>
          <a:r>
            <a:rPr lang="en-SG" sz="2000" dirty="0"/>
            <a:t>Applying this technology which forms online channels to market</a:t>
          </a:r>
          <a:endParaRPr lang="en-US" sz="2000" dirty="0"/>
        </a:p>
      </dgm:t>
    </dgm:pt>
    <dgm:pt modelId="{52503185-C6F4-4564-AFFE-055EDD7ACDAB}" type="parTrans" cxnId="{3DEF48C0-60E4-43FE-BFAE-CBE295774EAD}">
      <dgm:prSet/>
      <dgm:spPr/>
      <dgm:t>
        <a:bodyPr/>
        <a:lstStyle/>
        <a:p>
          <a:endParaRPr lang="en-US"/>
        </a:p>
      </dgm:t>
    </dgm:pt>
    <dgm:pt modelId="{3C09244E-6B96-42B1-AC7F-D2E7943373C4}" type="sibTrans" cxnId="{3DEF48C0-60E4-43FE-BFAE-CBE295774EAD}">
      <dgm:prSet/>
      <dgm:spPr/>
      <dgm:t>
        <a:bodyPr/>
        <a:lstStyle/>
        <a:p>
          <a:endParaRPr lang="en-US"/>
        </a:p>
      </dgm:t>
    </dgm:pt>
    <dgm:pt modelId="{99EF93B4-B0E7-4E71-8202-42783D6E298E}">
      <dgm:prSet custT="1"/>
      <dgm:spPr/>
      <dgm:t>
        <a:bodyPr/>
        <a:lstStyle/>
        <a:p>
          <a:r>
            <a:rPr lang="en-US" sz="2000" dirty="0"/>
            <a:t>Web, e-mail, databases, plus mobile/wireless and digital TV. </a:t>
          </a:r>
        </a:p>
      </dgm:t>
    </dgm:pt>
    <dgm:pt modelId="{06CFED0E-8188-40B2-81FB-2681CE784B0B}" type="parTrans" cxnId="{B60B3332-152C-4F8B-B5F6-237C420C895D}">
      <dgm:prSet/>
      <dgm:spPr/>
      <dgm:t>
        <a:bodyPr/>
        <a:lstStyle/>
        <a:p>
          <a:endParaRPr lang="en-US"/>
        </a:p>
      </dgm:t>
    </dgm:pt>
    <dgm:pt modelId="{0E6111E3-98EA-4DE0-8BF5-5752D3A51405}" type="sibTrans" cxnId="{B60B3332-152C-4F8B-B5F6-237C420C895D}">
      <dgm:prSet/>
      <dgm:spPr/>
      <dgm:t>
        <a:bodyPr/>
        <a:lstStyle/>
        <a:p>
          <a:endParaRPr lang="en-US"/>
        </a:p>
      </dgm:t>
    </dgm:pt>
    <dgm:pt modelId="{4B533859-3D04-4C43-836D-533F8EEF863F}">
      <dgm:prSet/>
      <dgm:spPr/>
      <dgm:t>
        <a:bodyPr/>
        <a:lstStyle/>
        <a:p>
          <a:pPr>
            <a:defRPr b="1"/>
          </a:pPr>
          <a:r>
            <a:rPr lang="en-SG"/>
            <a:t>To achieve this objectives:</a:t>
          </a:r>
          <a:endParaRPr lang="en-US"/>
        </a:p>
      </dgm:t>
    </dgm:pt>
    <dgm:pt modelId="{30F3F804-299A-4C76-B929-E3F3274969EC}" type="parTrans" cxnId="{56CC99D0-C306-4FB2-A8B0-0C9C4D611282}">
      <dgm:prSet/>
      <dgm:spPr/>
      <dgm:t>
        <a:bodyPr/>
        <a:lstStyle/>
        <a:p>
          <a:endParaRPr lang="en-US"/>
        </a:p>
      </dgm:t>
    </dgm:pt>
    <dgm:pt modelId="{7DCACEF1-1684-403D-AF39-97E812D0DA53}" type="sibTrans" cxnId="{56CC99D0-C306-4FB2-A8B0-0C9C4D611282}">
      <dgm:prSet/>
      <dgm:spPr/>
      <dgm:t>
        <a:bodyPr/>
        <a:lstStyle/>
        <a:p>
          <a:endParaRPr lang="en-US"/>
        </a:p>
      </dgm:t>
    </dgm:pt>
    <dgm:pt modelId="{5D354BDE-7BE2-4F3B-A193-F6800ACE9687}">
      <dgm:prSet custT="1"/>
      <dgm:spPr/>
      <dgm:t>
        <a:bodyPr/>
        <a:lstStyle/>
        <a:p>
          <a:r>
            <a:rPr lang="en-US" sz="2000" dirty="0"/>
            <a:t>Support marketing activities aimed at achieving profitable acquisition and retention of customers … within a multi-channel buying process and customer lifecycle. </a:t>
          </a:r>
        </a:p>
      </dgm:t>
    </dgm:pt>
    <dgm:pt modelId="{E57AB42D-224D-476F-B713-1CAB6CF61ABF}" type="parTrans" cxnId="{3E1594A1-39D9-4A32-8521-3E9709930FAC}">
      <dgm:prSet/>
      <dgm:spPr/>
      <dgm:t>
        <a:bodyPr/>
        <a:lstStyle/>
        <a:p>
          <a:endParaRPr lang="en-US"/>
        </a:p>
      </dgm:t>
    </dgm:pt>
    <dgm:pt modelId="{E0F09F37-E331-48FB-A538-D38AB2632467}" type="sibTrans" cxnId="{3E1594A1-39D9-4A32-8521-3E9709930FAC}">
      <dgm:prSet/>
      <dgm:spPr/>
      <dgm:t>
        <a:bodyPr/>
        <a:lstStyle/>
        <a:p>
          <a:endParaRPr lang="en-US"/>
        </a:p>
      </dgm:t>
    </dgm:pt>
    <dgm:pt modelId="{2A8C8DC3-545D-4B7B-AF6C-E5D6AA8A7D65}">
      <dgm:prSet/>
      <dgm:spPr/>
      <dgm:t>
        <a:bodyPr/>
        <a:lstStyle/>
        <a:p>
          <a:pPr>
            <a:defRPr b="1"/>
          </a:pPr>
          <a:r>
            <a:rPr lang="en-SG"/>
            <a:t>Through using this marketing tactics:</a:t>
          </a:r>
          <a:endParaRPr lang="en-US"/>
        </a:p>
      </dgm:t>
    </dgm:pt>
    <dgm:pt modelId="{6595820F-7A26-48EA-AA2F-182117AE0468}" type="parTrans" cxnId="{246134D5-054E-4FAE-B6F4-E225DE0B5B53}">
      <dgm:prSet/>
      <dgm:spPr/>
      <dgm:t>
        <a:bodyPr/>
        <a:lstStyle/>
        <a:p>
          <a:endParaRPr lang="en-US"/>
        </a:p>
      </dgm:t>
    </dgm:pt>
    <dgm:pt modelId="{C073C055-C7EE-4B4F-839D-D60C38261FBC}" type="sibTrans" cxnId="{246134D5-054E-4FAE-B6F4-E225DE0B5B53}">
      <dgm:prSet/>
      <dgm:spPr/>
      <dgm:t>
        <a:bodyPr/>
        <a:lstStyle/>
        <a:p>
          <a:endParaRPr lang="en-US"/>
        </a:p>
      </dgm:t>
    </dgm:pt>
    <dgm:pt modelId="{59747201-1465-4AD4-8A50-605C7FFC4594}">
      <dgm:prSet custT="1"/>
      <dgm:spPr/>
      <dgm:t>
        <a:bodyPr/>
        <a:lstStyle/>
        <a:p>
          <a:r>
            <a:rPr lang="en-US" sz="1800" dirty="0"/>
            <a:t>Recognizing the strategic importance of digital technologies and developing a planned approach to reach and migrate customers to online services through e-communications and traditional communications. Retention is achieved through improving our customer knowledge (of their profiles, behavior, value and loyalty drivers), then delivering integrated, targeted communications and online services that match their individual needs.</a:t>
          </a:r>
        </a:p>
      </dgm:t>
    </dgm:pt>
    <dgm:pt modelId="{8A544515-FB91-46C8-9DD1-EF390AFEE230}" type="parTrans" cxnId="{60F848D9-B600-4B79-81D6-FA067820A366}">
      <dgm:prSet/>
      <dgm:spPr/>
      <dgm:t>
        <a:bodyPr/>
        <a:lstStyle/>
        <a:p>
          <a:endParaRPr lang="en-US"/>
        </a:p>
      </dgm:t>
    </dgm:pt>
    <dgm:pt modelId="{30FCAF61-99D8-4DB8-92CE-5B54EB4BCC7D}" type="sibTrans" cxnId="{60F848D9-B600-4B79-81D6-FA067820A366}">
      <dgm:prSet/>
      <dgm:spPr/>
      <dgm:t>
        <a:bodyPr/>
        <a:lstStyle/>
        <a:p>
          <a:endParaRPr lang="en-US"/>
        </a:p>
      </dgm:t>
    </dgm:pt>
    <dgm:pt modelId="{4DA5F3D3-E34A-4CF8-813A-9AB8C86860BD}" type="pres">
      <dgm:prSet presAssocID="{E8B1B30E-36E9-43C0-AF49-C0C459D10FD4}" presName="root" presStyleCnt="0">
        <dgm:presLayoutVars>
          <dgm:dir/>
          <dgm:resizeHandles val="exact"/>
        </dgm:presLayoutVars>
      </dgm:prSet>
      <dgm:spPr/>
    </dgm:pt>
    <dgm:pt modelId="{E7A9E598-1A70-4372-93A8-1288B827D287}" type="pres">
      <dgm:prSet presAssocID="{B4E3DD49-E893-4260-85D4-98D2D1255C7A}" presName="compNode" presStyleCnt="0"/>
      <dgm:spPr/>
    </dgm:pt>
    <dgm:pt modelId="{93729411-1EF3-416D-AF23-4E2632B281C3}" type="pres">
      <dgm:prSet presAssocID="{B4E3DD49-E893-4260-85D4-98D2D1255C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757D05F0-3648-4EC6-BED9-2FA7D8527256}" type="pres">
      <dgm:prSet presAssocID="{B4E3DD49-E893-4260-85D4-98D2D1255C7A}" presName="iconSpace" presStyleCnt="0"/>
      <dgm:spPr/>
    </dgm:pt>
    <dgm:pt modelId="{E2C2582A-3EFA-4AE2-B3B8-F53ED67E2097}" type="pres">
      <dgm:prSet presAssocID="{B4E3DD49-E893-4260-85D4-98D2D1255C7A}" presName="parTx" presStyleLbl="revTx" presStyleIdx="0" presStyleCnt="6">
        <dgm:presLayoutVars>
          <dgm:chMax val="0"/>
          <dgm:chPref val="0"/>
        </dgm:presLayoutVars>
      </dgm:prSet>
      <dgm:spPr/>
    </dgm:pt>
    <dgm:pt modelId="{BF5223F3-38A1-48A4-82DC-FF1FFE6387F1}" type="pres">
      <dgm:prSet presAssocID="{B4E3DD49-E893-4260-85D4-98D2D1255C7A}" presName="txSpace" presStyleCnt="0"/>
      <dgm:spPr/>
    </dgm:pt>
    <dgm:pt modelId="{F57ABA77-F757-47EC-856E-98B00E586B37}" type="pres">
      <dgm:prSet presAssocID="{B4E3DD49-E893-4260-85D4-98D2D1255C7A}" presName="desTx" presStyleLbl="revTx" presStyleIdx="1" presStyleCnt="6">
        <dgm:presLayoutVars/>
      </dgm:prSet>
      <dgm:spPr/>
    </dgm:pt>
    <dgm:pt modelId="{1C19BF24-2488-44C1-B736-7CECB46CA65D}" type="pres">
      <dgm:prSet presAssocID="{A46958D4-BEC6-4676-B059-8F19C203CE1C}" presName="sibTrans" presStyleCnt="0"/>
      <dgm:spPr/>
    </dgm:pt>
    <dgm:pt modelId="{2C1E49AA-3A96-44B9-810F-A70FF12EEE19}" type="pres">
      <dgm:prSet presAssocID="{4B533859-3D04-4C43-836D-533F8EEF863F}" presName="compNode" presStyleCnt="0"/>
      <dgm:spPr/>
    </dgm:pt>
    <dgm:pt modelId="{15D3C9E5-41AC-4C97-A4D8-10481F4B0607}" type="pres">
      <dgm:prSet presAssocID="{4B533859-3D04-4C43-836D-533F8EEF863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AF44455D-6C62-4047-9AA9-70E210136BEE}" type="pres">
      <dgm:prSet presAssocID="{4B533859-3D04-4C43-836D-533F8EEF863F}" presName="iconSpace" presStyleCnt="0"/>
      <dgm:spPr/>
    </dgm:pt>
    <dgm:pt modelId="{711BDD37-E0FA-4E42-A0DE-DAA1DC7FCE9E}" type="pres">
      <dgm:prSet presAssocID="{4B533859-3D04-4C43-836D-533F8EEF863F}" presName="parTx" presStyleLbl="revTx" presStyleIdx="2" presStyleCnt="6">
        <dgm:presLayoutVars>
          <dgm:chMax val="0"/>
          <dgm:chPref val="0"/>
        </dgm:presLayoutVars>
      </dgm:prSet>
      <dgm:spPr/>
    </dgm:pt>
    <dgm:pt modelId="{35152047-17D9-45F3-9329-CA6E3EF4ED77}" type="pres">
      <dgm:prSet presAssocID="{4B533859-3D04-4C43-836D-533F8EEF863F}" presName="txSpace" presStyleCnt="0"/>
      <dgm:spPr/>
    </dgm:pt>
    <dgm:pt modelId="{C9CD3952-AD32-4B59-B497-A336C151E5E4}" type="pres">
      <dgm:prSet presAssocID="{4B533859-3D04-4C43-836D-533F8EEF863F}" presName="desTx" presStyleLbl="revTx" presStyleIdx="3" presStyleCnt="6">
        <dgm:presLayoutVars/>
      </dgm:prSet>
      <dgm:spPr/>
    </dgm:pt>
    <dgm:pt modelId="{05699D16-25C3-4F4D-B2B8-B65861C6EABD}" type="pres">
      <dgm:prSet presAssocID="{7DCACEF1-1684-403D-AF39-97E812D0DA53}" presName="sibTrans" presStyleCnt="0"/>
      <dgm:spPr/>
    </dgm:pt>
    <dgm:pt modelId="{DC748753-1842-45A6-82DF-ABB53D36D056}" type="pres">
      <dgm:prSet presAssocID="{2A8C8DC3-545D-4B7B-AF6C-E5D6AA8A7D65}" presName="compNode" presStyleCnt="0"/>
      <dgm:spPr/>
    </dgm:pt>
    <dgm:pt modelId="{33DB46C5-81E1-4D82-86AD-2F9263D06F98}" type="pres">
      <dgm:prSet presAssocID="{2A8C8DC3-545D-4B7B-AF6C-E5D6AA8A7D6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egaphone"/>
        </a:ext>
      </dgm:extLst>
    </dgm:pt>
    <dgm:pt modelId="{D8702CDE-09C2-4F67-8840-FD61CDA7A706}" type="pres">
      <dgm:prSet presAssocID="{2A8C8DC3-545D-4B7B-AF6C-E5D6AA8A7D65}" presName="iconSpace" presStyleCnt="0"/>
      <dgm:spPr/>
    </dgm:pt>
    <dgm:pt modelId="{2679676A-36F4-4D0A-ADEC-66F3B5B74067}" type="pres">
      <dgm:prSet presAssocID="{2A8C8DC3-545D-4B7B-AF6C-E5D6AA8A7D65}" presName="parTx" presStyleLbl="revTx" presStyleIdx="4" presStyleCnt="6">
        <dgm:presLayoutVars>
          <dgm:chMax val="0"/>
          <dgm:chPref val="0"/>
        </dgm:presLayoutVars>
      </dgm:prSet>
      <dgm:spPr/>
    </dgm:pt>
    <dgm:pt modelId="{68D7446F-8E5E-4EA0-AA60-398478D9DC21}" type="pres">
      <dgm:prSet presAssocID="{2A8C8DC3-545D-4B7B-AF6C-E5D6AA8A7D65}" presName="txSpace" presStyleCnt="0"/>
      <dgm:spPr/>
    </dgm:pt>
    <dgm:pt modelId="{4A8A8B57-D23E-4201-B094-AD9A1AC6E06A}" type="pres">
      <dgm:prSet presAssocID="{2A8C8DC3-545D-4B7B-AF6C-E5D6AA8A7D65}" presName="desTx" presStyleLbl="revTx" presStyleIdx="5" presStyleCnt="6">
        <dgm:presLayoutVars/>
      </dgm:prSet>
      <dgm:spPr/>
    </dgm:pt>
  </dgm:ptLst>
  <dgm:cxnLst>
    <dgm:cxn modelId="{60DA9006-38EB-4BD8-873B-F76620C7D81B}" type="presOf" srcId="{4B533859-3D04-4C43-836D-533F8EEF863F}" destId="{711BDD37-E0FA-4E42-A0DE-DAA1DC7FCE9E}" srcOrd="0" destOrd="0" presId="urn:microsoft.com/office/officeart/2018/5/layout/CenteredIconLabelDescriptionList"/>
    <dgm:cxn modelId="{6A26072E-329B-4CD8-B374-863654E17DD4}" type="presOf" srcId="{59747201-1465-4AD4-8A50-605C7FFC4594}" destId="{4A8A8B57-D23E-4201-B094-AD9A1AC6E06A}" srcOrd="0" destOrd="0" presId="urn:microsoft.com/office/officeart/2018/5/layout/CenteredIconLabelDescriptionList"/>
    <dgm:cxn modelId="{B60B3332-152C-4F8B-B5F6-237C420C895D}" srcId="{89D6AF90-F10A-4672-9797-472D5DE28213}" destId="{99EF93B4-B0E7-4E71-8202-42783D6E298E}" srcOrd="0" destOrd="0" parTransId="{06CFED0E-8188-40B2-81FB-2681CE784B0B}" sibTransId="{0E6111E3-98EA-4DE0-8BF5-5752D3A51405}"/>
    <dgm:cxn modelId="{D70BE066-6D5E-4B5D-91A8-BB51BDE46309}" type="presOf" srcId="{5D354BDE-7BE2-4F3B-A193-F6800ACE9687}" destId="{C9CD3952-AD32-4B59-B497-A336C151E5E4}" srcOrd="0" destOrd="0" presId="urn:microsoft.com/office/officeart/2018/5/layout/CenteredIconLabelDescriptionList"/>
    <dgm:cxn modelId="{A4841D84-BD2C-4872-8325-620A7592FCD1}" type="presOf" srcId="{89D6AF90-F10A-4672-9797-472D5DE28213}" destId="{F57ABA77-F757-47EC-856E-98B00E586B37}" srcOrd="0" destOrd="0" presId="urn:microsoft.com/office/officeart/2018/5/layout/CenteredIconLabelDescriptionList"/>
    <dgm:cxn modelId="{F5D47C9A-58BD-45B5-86FB-058135DF1415}" type="presOf" srcId="{2A8C8DC3-545D-4B7B-AF6C-E5D6AA8A7D65}" destId="{2679676A-36F4-4D0A-ADEC-66F3B5B74067}" srcOrd="0" destOrd="0" presId="urn:microsoft.com/office/officeart/2018/5/layout/CenteredIconLabelDescriptionList"/>
    <dgm:cxn modelId="{3E1594A1-39D9-4A32-8521-3E9709930FAC}" srcId="{4B533859-3D04-4C43-836D-533F8EEF863F}" destId="{5D354BDE-7BE2-4F3B-A193-F6800ACE9687}" srcOrd="0" destOrd="0" parTransId="{E57AB42D-224D-476F-B713-1CAB6CF61ABF}" sibTransId="{E0F09F37-E331-48FB-A538-D38AB2632467}"/>
    <dgm:cxn modelId="{E93169AC-3257-4E1D-B62C-FEEE4A06089A}" type="presOf" srcId="{99EF93B4-B0E7-4E71-8202-42783D6E298E}" destId="{F57ABA77-F757-47EC-856E-98B00E586B37}" srcOrd="0" destOrd="1" presId="urn:microsoft.com/office/officeart/2018/5/layout/CenteredIconLabelDescriptionList"/>
    <dgm:cxn modelId="{3DEF48C0-60E4-43FE-BFAE-CBE295774EAD}" srcId="{B4E3DD49-E893-4260-85D4-98D2D1255C7A}" destId="{89D6AF90-F10A-4672-9797-472D5DE28213}" srcOrd="0" destOrd="0" parTransId="{52503185-C6F4-4564-AFFE-055EDD7ACDAB}" sibTransId="{3C09244E-6B96-42B1-AC7F-D2E7943373C4}"/>
    <dgm:cxn modelId="{371290CC-748A-4BCE-B347-F295601528D2}" type="presOf" srcId="{B4E3DD49-E893-4260-85D4-98D2D1255C7A}" destId="{E2C2582A-3EFA-4AE2-B3B8-F53ED67E2097}" srcOrd="0" destOrd="0" presId="urn:microsoft.com/office/officeart/2018/5/layout/CenteredIconLabelDescriptionList"/>
    <dgm:cxn modelId="{56CC99D0-C306-4FB2-A8B0-0C9C4D611282}" srcId="{E8B1B30E-36E9-43C0-AF49-C0C459D10FD4}" destId="{4B533859-3D04-4C43-836D-533F8EEF863F}" srcOrd="1" destOrd="0" parTransId="{30F3F804-299A-4C76-B929-E3F3274969EC}" sibTransId="{7DCACEF1-1684-403D-AF39-97E812D0DA53}"/>
    <dgm:cxn modelId="{246134D5-054E-4FAE-B6F4-E225DE0B5B53}" srcId="{E8B1B30E-36E9-43C0-AF49-C0C459D10FD4}" destId="{2A8C8DC3-545D-4B7B-AF6C-E5D6AA8A7D65}" srcOrd="2" destOrd="0" parTransId="{6595820F-7A26-48EA-AA2F-182117AE0468}" sibTransId="{C073C055-C7EE-4B4F-839D-D60C38261FBC}"/>
    <dgm:cxn modelId="{60F848D9-B600-4B79-81D6-FA067820A366}" srcId="{2A8C8DC3-545D-4B7B-AF6C-E5D6AA8A7D65}" destId="{59747201-1465-4AD4-8A50-605C7FFC4594}" srcOrd="0" destOrd="0" parTransId="{8A544515-FB91-46C8-9DD1-EF390AFEE230}" sibTransId="{30FCAF61-99D8-4DB8-92CE-5B54EB4BCC7D}"/>
    <dgm:cxn modelId="{EA962FE4-7D10-410B-8984-946B6D88F0DD}" type="presOf" srcId="{E8B1B30E-36E9-43C0-AF49-C0C459D10FD4}" destId="{4DA5F3D3-E34A-4CF8-813A-9AB8C86860BD}" srcOrd="0" destOrd="0" presId="urn:microsoft.com/office/officeart/2018/5/layout/CenteredIconLabelDescriptionList"/>
    <dgm:cxn modelId="{AC47BCEB-354C-45AC-8BC0-6D6BD5872DEE}" srcId="{E8B1B30E-36E9-43C0-AF49-C0C459D10FD4}" destId="{B4E3DD49-E893-4260-85D4-98D2D1255C7A}" srcOrd="0" destOrd="0" parTransId="{97E17E00-EBAB-40F4-9A3D-8F50FD275E59}" sibTransId="{A46958D4-BEC6-4676-B059-8F19C203CE1C}"/>
    <dgm:cxn modelId="{B3BBD9D2-A7D0-4746-A031-A3934B353BC1}" type="presParOf" srcId="{4DA5F3D3-E34A-4CF8-813A-9AB8C86860BD}" destId="{E7A9E598-1A70-4372-93A8-1288B827D287}" srcOrd="0" destOrd="0" presId="urn:microsoft.com/office/officeart/2018/5/layout/CenteredIconLabelDescriptionList"/>
    <dgm:cxn modelId="{D84BA252-2A4C-4FB9-A94D-25D382EE9E2D}" type="presParOf" srcId="{E7A9E598-1A70-4372-93A8-1288B827D287}" destId="{93729411-1EF3-416D-AF23-4E2632B281C3}" srcOrd="0" destOrd="0" presId="urn:microsoft.com/office/officeart/2018/5/layout/CenteredIconLabelDescriptionList"/>
    <dgm:cxn modelId="{62C6E588-DFDD-4627-8CA6-378F6A731E89}" type="presParOf" srcId="{E7A9E598-1A70-4372-93A8-1288B827D287}" destId="{757D05F0-3648-4EC6-BED9-2FA7D8527256}" srcOrd="1" destOrd="0" presId="urn:microsoft.com/office/officeart/2018/5/layout/CenteredIconLabelDescriptionList"/>
    <dgm:cxn modelId="{87866F61-915D-4A08-A742-E9D99844ED1E}" type="presParOf" srcId="{E7A9E598-1A70-4372-93A8-1288B827D287}" destId="{E2C2582A-3EFA-4AE2-B3B8-F53ED67E2097}" srcOrd="2" destOrd="0" presId="urn:microsoft.com/office/officeart/2018/5/layout/CenteredIconLabelDescriptionList"/>
    <dgm:cxn modelId="{6AA994FE-BBB2-4592-9297-6926EAEBF494}" type="presParOf" srcId="{E7A9E598-1A70-4372-93A8-1288B827D287}" destId="{BF5223F3-38A1-48A4-82DC-FF1FFE6387F1}" srcOrd="3" destOrd="0" presId="urn:microsoft.com/office/officeart/2018/5/layout/CenteredIconLabelDescriptionList"/>
    <dgm:cxn modelId="{EAA87457-3927-4FBD-B762-049172F21897}" type="presParOf" srcId="{E7A9E598-1A70-4372-93A8-1288B827D287}" destId="{F57ABA77-F757-47EC-856E-98B00E586B37}" srcOrd="4" destOrd="0" presId="urn:microsoft.com/office/officeart/2018/5/layout/CenteredIconLabelDescriptionList"/>
    <dgm:cxn modelId="{5D9286CC-AFEC-46B2-AAA8-4F471D9C685F}" type="presParOf" srcId="{4DA5F3D3-E34A-4CF8-813A-9AB8C86860BD}" destId="{1C19BF24-2488-44C1-B736-7CECB46CA65D}" srcOrd="1" destOrd="0" presId="urn:microsoft.com/office/officeart/2018/5/layout/CenteredIconLabelDescriptionList"/>
    <dgm:cxn modelId="{41C6E625-82E0-408C-B38C-ABFFB625426A}" type="presParOf" srcId="{4DA5F3D3-E34A-4CF8-813A-9AB8C86860BD}" destId="{2C1E49AA-3A96-44B9-810F-A70FF12EEE19}" srcOrd="2" destOrd="0" presId="urn:microsoft.com/office/officeart/2018/5/layout/CenteredIconLabelDescriptionList"/>
    <dgm:cxn modelId="{6F5E65FB-A5FF-4C2A-BB22-CDE8E36162F5}" type="presParOf" srcId="{2C1E49AA-3A96-44B9-810F-A70FF12EEE19}" destId="{15D3C9E5-41AC-4C97-A4D8-10481F4B0607}" srcOrd="0" destOrd="0" presId="urn:microsoft.com/office/officeart/2018/5/layout/CenteredIconLabelDescriptionList"/>
    <dgm:cxn modelId="{FB9F741E-756D-4F91-8BBB-39EAC647BDFC}" type="presParOf" srcId="{2C1E49AA-3A96-44B9-810F-A70FF12EEE19}" destId="{AF44455D-6C62-4047-9AA9-70E210136BEE}" srcOrd="1" destOrd="0" presId="urn:microsoft.com/office/officeart/2018/5/layout/CenteredIconLabelDescriptionList"/>
    <dgm:cxn modelId="{6A063657-2FE9-4B9D-9807-1544ECE80616}" type="presParOf" srcId="{2C1E49AA-3A96-44B9-810F-A70FF12EEE19}" destId="{711BDD37-E0FA-4E42-A0DE-DAA1DC7FCE9E}" srcOrd="2" destOrd="0" presId="urn:microsoft.com/office/officeart/2018/5/layout/CenteredIconLabelDescriptionList"/>
    <dgm:cxn modelId="{7B6AD8E5-4B8B-42F9-B458-595EB9CA4370}" type="presParOf" srcId="{2C1E49AA-3A96-44B9-810F-A70FF12EEE19}" destId="{35152047-17D9-45F3-9329-CA6E3EF4ED77}" srcOrd="3" destOrd="0" presId="urn:microsoft.com/office/officeart/2018/5/layout/CenteredIconLabelDescriptionList"/>
    <dgm:cxn modelId="{EC78593D-5F4E-41FC-8A55-3DE412198205}" type="presParOf" srcId="{2C1E49AA-3A96-44B9-810F-A70FF12EEE19}" destId="{C9CD3952-AD32-4B59-B497-A336C151E5E4}" srcOrd="4" destOrd="0" presId="urn:microsoft.com/office/officeart/2018/5/layout/CenteredIconLabelDescriptionList"/>
    <dgm:cxn modelId="{EA785BE4-54CC-4279-8C5C-1EF620C438A1}" type="presParOf" srcId="{4DA5F3D3-E34A-4CF8-813A-9AB8C86860BD}" destId="{05699D16-25C3-4F4D-B2B8-B65861C6EABD}" srcOrd="3" destOrd="0" presId="urn:microsoft.com/office/officeart/2018/5/layout/CenteredIconLabelDescriptionList"/>
    <dgm:cxn modelId="{D24FD5F0-ECD9-4359-AB3E-A1E737A3E7C4}" type="presParOf" srcId="{4DA5F3D3-E34A-4CF8-813A-9AB8C86860BD}" destId="{DC748753-1842-45A6-82DF-ABB53D36D056}" srcOrd="4" destOrd="0" presId="urn:microsoft.com/office/officeart/2018/5/layout/CenteredIconLabelDescriptionList"/>
    <dgm:cxn modelId="{9151DCB2-3B9D-4A7B-9BF1-A44B9A0E3F47}" type="presParOf" srcId="{DC748753-1842-45A6-82DF-ABB53D36D056}" destId="{33DB46C5-81E1-4D82-86AD-2F9263D06F98}" srcOrd="0" destOrd="0" presId="urn:microsoft.com/office/officeart/2018/5/layout/CenteredIconLabelDescriptionList"/>
    <dgm:cxn modelId="{4053B50E-6AB2-4663-9362-472E612AB8ED}" type="presParOf" srcId="{DC748753-1842-45A6-82DF-ABB53D36D056}" destId="{D8702CDE-09C2-4F67-8840-FD61CDA7A706}" srcOrd="1" destOrd="0" presId="urn:microsoft.com/office/officeart/2018/5/layout/CenteredIconLabelDescriptionList"/>
    <dgm:cxn modelId="{A09D8203-93D4-4F71-8CDF-669FDCFB523F}" type="presParOf" srcId="{DC748753-1842-45A6-82DF-ABB53D36D056}" destId="{2679676A-36F4-4D0A-ADEC-66F3B5B74067}" srcOrd="2" destOrd="0" presId="urn:microsoft.com/office/officeart/2018/5/layout/CenteredIconLabelDescriptionList"/>
    <dgm:cxn modelId="{834CFBB9-E36C-4429-84F4-936E58F10FFE}" type="presParOf" srcId="{DC748753-1842-45A6-82DF-ABB53D36D056}" destId="{68D7446F-8E5E-4EA0-AA60-398478D9DC21}" srcOrd="3" destOrd="0" presId="urn:microsoft.com/office/officeart/2018/5/layout/CenteredIconLabelDescriptionList"/>
    <dgm:cxn modelId="{DF9B6080-F8BF-4D86-A2B4-F05F4452A83E}" type="presParOf" srcId="{DC748753-1842-45A6-82DF-ABB53D36D056}" destId="{4A8A8B57-D23E-4201-B094-AD9A1AC6E06A}"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D7D85BC-7887-49BC-B56C-3A4CED4CB9E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8E5B475-361B-4602-A648-5F57AAA58F52}">
      <dgm:prSet/>
      <dgm:spPr/>
      <dgm:t>
        <a:bodyPr/>
        <a:lstStyle/>
        <a:p>
          <a:r>
            <a:rPr lang="en-SG"/>
            <a:t>Site downtime affecting whole site or some processes</a:t>
          </a:r>
          <a:endParaRPr lang="en-US"/>
        </a:p>
      </dgm:t>
    </dgm:pt>
    <dgm:pt modelId="{8CDBD07B-1D02-4B65-B958-A87C4CA65046}" type="parTrans" cxnId="{AD6165D1-E9C2-4BB9-ABBE-4B6456669B1B}">
      <dgm:prSet/>
      <dgm:spPr/>
      <dgm:t>
        <a:bodyPr/>
        <a:lstStyle/>
        <a:p>
          <a:endParaRPr lang="en-US"/>
        </a:p>
      </dgm:t>
    </dgm:pt>
    <dgm:pt modelId="{0792E9A1-6D69-4C85-8686-E04B21B8749F}" type="sibTrans" cxnId="{AD6165D1-E9C2-4BB9-ABBE-4B6456669B1B}">
      <dgm:prSet/>
      <dgm:spPr/>
      <dgm:t>
        <a:bodyPr/>
        <a:lstStyle/>
        <a:p>
          <a:endParaRPr lang="en-US"/>
        </a:p>
      </dgm:t>
    </dgm:pt>
    <dgm:pt modelId="{8C34B103-3ADE-415E-906F-F7D48D6F4FB8}">
      <dgm:prSet/>
      <dgm:spPr/>
      <dgm:t>
        <a:bodyPr/>
        <a:lstStyle/>
        <a:p>
          <a:r>
            <a:rPr lang="en-SG"/>
            <a:t>Security attack e.g. denial-of-service attack, content hijacked</a:t>
          </a:r>
          <a:endParaRPr lang="en-US"/>
        </a:p>
      </dgm:t>
    </dgm:pt>
    <dgm:pt modelId="{230ACE85-02CE-42AD-857B-2C94DA099BE2}" type="parTrans" cxnId="{C65EEDF6-CD85-4AFA-B1FA-FB02A150C75C}">
      <dgm:prSet/>
      <dgm:spPr/>
      <dgm:t>
        <a:bodyPr/>
        <a:lstStyle/>
        <a:p>
          <a:endParaRPr lang="en-US"/>
        </a:p>
      </dgm:t>
    </dgm:pt>
    <dgm:pt modelId="{8D00F79D-C53F-4AAF-B7A8-FC2FA337B96A}" type="sibTrans" cxnId="{C65EEDF6-CD85-4AFA-B1FA-FB02A150C75C}">
      <dgm:prSet/>
      <dgm:spPr/>
      <dgm:t>
        <a:bodyPr/>
        <a:lstStyle/>
        <a:p>
          <a:endParaRPr lang="en-US"/>
        </a:p>
      </dgm:t>
    </dgm:pt>
    <dgm:pt modelId="{C4832D68-5081-4B9C-8958-6C1459ADBCE5}">
      <dgm:prSet/>
      <dgm:spPr/>
      <dgm:t>
        <a:bodyPr/>
        <a:lstStyle/>
        <a:p>
          <a:r>
            <a:rPr lang="en-SG"/>
            <a:t>Wrong content presented for site visitor</a:t>
          </a:r>
          <a:endParaRPr lang="en-US"/>
        </a:p>
      </dgm:t>
    </dgm:pt>
    <dgm:pt modelId="{2EE648B6-6502-46DD-A180-43D5B0210D4C}" type="parTrans" cxnId="{46C449BC-B694-4A69-BAEE-5107FE8F8262}">
      <dgm:prSet/>
      <dgm:spPr/>
      <dgm:t>
        <a:bodyPr/>
        <a:lstStyle/>
        <a:p>
          <a:endParaRPr lang="en-US"/>
        </a:p>
      </dgm:t>
    </dgm:pt>
    <dgm:pt modelId="{BAF6F793-C95D-4FCE-8B25-31CC3B091845}" type="sibTrans" cxnId="{46C449BC-B694-4A69-BAEE-5107FE8F8262}">
      <dgm:prSet/>
      <dgm:spPr/>
      <dgm:t>
        <a:bodyPr/>
        <a:lstStyle/>
        <a:p>
          <a:endParaRPr lang="en-US"/>
        </a:p>
      </dgm:t>
    </dgm:pt>
    <dgm:pt modelId="{F04C97A5-A363-4EDA-B67E-22FC86D1B63E}" type="pres">
      <dgm:prSet presAssocID="{5D7D85BC-7887-49BC-B56C-3A4CED4CB9E6}" presName="root" presStyleCnt="0">
        <dgm:presLayoutVars>
          <dgm:dir/>
          <dgm:resizeHandles val="exact"/>
        </dgm:presLayoutVars>
      </dgm:prSet>
      <dgm:spPr/>
    </dgm:pt>
    <dgm:pt modelId="{F6084713-74FF-4067-9C2E-8E4D2BF7B4EA}" type="pres">
      <dgm:prSet presAssocID="{38E5B475-361B-4602-A648-5F57AAA58F52}" presName="compNode" presStyleCnt="0"/>
      <dgm:spPr/>
    </dgm:pt>
    <dgm:pt modelId="{52C35DB5-8913-4756-8782-6BB51E549FC7}" type="pres">
      <dgm:prSet presAssocID="{38E5B475-361B-4602-A648-5F57AAA58F52}" presName="bgRect" presStyleLbl="bgShp" presStyleIdx="0" presStyleCnt="3"/>
      <dgm:spPr/>
    </dgm:pt>
    <dgm:pt modelId="{9E699960-8A1B-4B0B-B2E1-6EE998852576}" type="pres">
      <dgm:prSet presAssocID="{38E5B475-361B-4602-A648-5F57AAA58F5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E4440071-5755-4134-964B-8408230CB7A9}" type="pres">
      <dgm:prSet presAssocID="{38E5B475-361B-4602-A648-5F57AAA58F52}" presName="spaceRect" presStyleCnt="0"/>
      <dgm:spPr/>
    </dgm:pt>
    <dgm:pt modelId="{79421C16-90CF-45D0-AADF-83C382B6695F}" type="pres">
      <dgm:prSet presAssocID="{38E5B475-361B-4602-A648-5F57AAA58F52}" presName="parTx" presStyleLbl="revTx" presStyleIdx="0" presStyleCnt="3">
        <dgm:presLayoutVars>
          <dgm:chMax val="0"/>
          <dgm:chPref val="0"/>
        </dgm:presLayoutVars>
      </dgm:prSet>
      <dgm:spPr/>
    </dgm:pt>
    <dgm:pt modelId="{AC7273F2-3B8D-4C34-A09D-0961364A9657}" type="pres">
      <dgm:prSet presAssocID="{0792E9A1-6D69-4C85-8686-E04B21B8749F}" presName="sibTrans" presStyleCnt="0"/>
      <dgm:spPr/>
    </dgm:pt>
    <dgm:pt modelId="{AFA0684F-5AF3-4335-B24A-7B1F529F2CBA}" type="pres">
      <dgm:prSet presAssocID="{8C34B103-3ADE-415E-906F-F7D48D6F4FB8}" presName="compNode" presStyleCnt="0"/>
      <dgm:spPr/>
    </dgm:pt>
    <dgm:pt modelId="{0BA99BE7-C68A-4DA7-A1F9-45B5CB094C38}" type="pres">
      <dgm:prSet presAssocID="{8C34B103-3ADE-415E-906F-F7D48D6F4FB8}" presName="bgRect" presStyleLbl="bgShp" presStyleIdx="1" presStyleCnt="3"/>
      <dgm:spPr/>
    </dgm:pt>
    <dgm:pt modelId="{B1213E64-F035-40FE-AFE7-2A709A957020}" type="pres">
      <dgm:prSet presAssocID="{8C34B103-3ADE-415E-906F-F7D48D6F4F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1BB178EC-ACCE-45B2-9D1D-FD64C58B0FD3}" type="pres">
      <dgm:prSet presAssocID="{8C34B103-3ADE-415E-906F-F7D48D6F4FB8}" presName="spaceRect" presStyleCnt="0"/>
      <dgm:spPr/>
    </dgm:pt>
    <dgm:pt modelId="{634FE51B-1762-4E29-A0C4-32686361536E}" type="pres">
      <dgm:prSet presAssocID="{8C34B103-3ADE-415E-906F-F7D48D6F4FB8}" presName="parTx" presStyleLbl="revTx" presStyleIdx="1" presStyleCnt="3">
        <dgm:presLayoutVars>
          <dgm:chMax val="0"/>
          <dgm:chPref val="0"/>
        </dgm:presLayoutVars>
      </dgm:prSet>
      <dgm:spPr/>
    </dgm:pt>
    <dgm:pt modelId="{6ED064D0-8527-45C0-9E2F-6D7ACDE57BF9}" type="pres">
      <dgm:prSet presAssocID="{8D00F79D-C53F-4AAF-B7A8-FC2FA337B96A}" presName="sibTrans" presStyleCnt="0"/>
      <dgm:spPr/>
    </dgm:pt>
    <dgm:pt modelId="{AF82F565-2B42-465B-B229-B47396F5E207}" type="pres">
      <dgm:prSet presAssocID="{C4832D68-5081-4B9C-8958-6C1459ADBCE5}" presName="compNode" presStyleCnt="0"/>
      <dgm:spPr/>
    </dgm:pt>
    <dgm:pt modelId="{34B4DDE3-2CF3-4EC7-81E5-AFAEEC5DFD68}" type="pres">
      <dgm:prSet presAssocID="{C4832D68-5081-4B9C-8958-6C1459ADBCE5}" presName="bgRect" presStyleLbl="bgShp" presStyleIdx="2" presStyleCnt="3"/>
      <dgm:spPr/>
    </dgm:pt>
    <dgm:pt modelId="{2235057A-7AFF-4880-A96E-896AA1E3B025}" type="pres">
      <dgm:prSet presAssocID="{C4832D68-5081-4B9C-8958-6C1459ADBCE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hjong"/>
        </a:ext>
      </dgm:extLst>
    </dgm:pt>
    <dgm:pt modelId="{C8F50D38-AA96-416D-AF88-073C6E1463FE}" type="pres">
      <dgm:prSet presAssocID="{C4832D68-5081-4B9C-8958-6C1459ADBCE5}" presName="spaceRect" presStyleCnt="0"/>
      <dgm:spPr/>
    </dgm:pt>
    <dgm:pt modelId="{103A90C3-D899-4446-8E1D-43EC70C9E7E2}" type="pres">
      <dgm:prSet presAssocID="{C4832D68-5081-4B9C-8958-6C1459ADBCE5}" presName="parTx" presStyleLbl="revTx" presStyleIdx="2" presStyleCnt="3">
        <dgm:presLayoutVars>
          <dgm:chMax val="0"/>
          <dgm:chPref val="0"/>
        </dgm:presLayoutVars>
      </dgm:prSet>
      <dgm:spPr/>
    </dgm:pt>
  </dgm:ptLst>
  <dgm:cxnLst>
    <dgm:cxn modelId="{7B27FE68-5C5E-47BF-8882-85E98CA9C43B}" type="presOf" srcId="{5D7D85BC-7887-49BC-B56C-3A4CED4CB9E6}" destId="{F04C97A5-A363-4EDA-B67E-22FC86D1B63E}" srcOrd="0" destOrd="0" presId="urn:microsoft.com/office/officeart/2018/2/layout/IconVerticalSolidList"/>
    <dgm:cxn modelId="{A73CBE6D-E5E8-44DA-A84F-72B4CAB1C6E6}" type="presOf" srcId="{38E5B475-361B-4602-A648-5F57AAA58F52}" destId="{79421C16-90CF-45D0-AADF-83C382B6695F}" srcOrd="0" destOrd="0" presId="urn:microsoft.com/office/officeart/2018/2/layout/IconVerticalSolidList"/>
    <dgm:cxn modelId="{46C449BC-B694-4A69-BAEE-5107FE8F8262}" srcId="{5D7D85BC-7887-49BC-B56C-3A4CED4CB9E6}" destId="{C4832D68-5081-4B9C-8958-6C1459ADBCE5}" srcOrd="2" destOrd="0" parTransId="{2EE648B6-6502-46DD-A180-43D5B0210D4C}" sibTransId="{BAF6F793-C95D-4FCE-8B25-31CC3B091845}"/>
    <dgm:cxn modelId="{BB6E81C0-9550-4264-AC3C-03B52F6913E7}" type="presOf" srcId="{C4832D68-5081-4B9C-8958-6C1459ADBCE5}" destId="{103A90C3-D899-4446-8E1D-43EC70C9E7E2}" srcOrd="0" destOrd="0" presId="urn:microsoft.com/office/officeart/2018/2/layout/IconVerticalSolidList"/>
    <dgm:cxn modelId="{AD6165D1-E9C2-4BB9-ABBE-4B6456669B1B}" srcId="{5D7D85BC-7887-49BC-B56C-3A4CED4CB9E6}" destId="{38E5B475-361B-4602-A648-5F57AAA58F52}" srcOrd="0" destOrd="0" parTransId="{8CDBD07B-1D02-4B65-B958-A87C4CA65046}" sibTransId="{0792E9A1-6D69-4C85-8686-E04B21B8749F}"/>
    <dgm:cxn modelId="{FAB1CCED-BCF7-46CB-9ED7-EF314F4DCF21}" type="presOf" srcId="{8C34B103-3ADE-415E-906F-F7D48D6F4FB8}" destId="{634FE51B-1762-4E29-A0C4-32686361536E}" srcOrd="0" destOrd="0" presId="urn:microsoft.com/office/officeart/2018/2/layout/IconVerticalSolidList"/>
    <dgm:cxn modelId="{C65EEDF6-CD85-4AFA-B1FA-FB02A150C75C}" srcId="{5D7D85BC-7887-49BC-B56C-3A4CED4CB9E6}" destId="{8C34B103-3ADE-415E-906F-F7D48D6F4FB8}" srcOrd="1" destOrd="0" parTransId="{230ACE85-02CE-42AD-857B-2C94DA099BE2}" sibTransId="{8D00F79D-C53F-4AAF-B7A8-FC2FA337B96A}"/>
    <dgm:cxn modelId="{45183A24-739B-4E61-9C59-63C1B55E8F55}" type="presParOf" srcId="{F04C97A5-A363-4EDA-B67E-22FC86D1B63E}" destId="{F6084713-74FF-4067-9C2E-8E4D2BF7B4EA}" srcOrd="0" destOrd="0" presId="urn:microsoft.com/office/officeart/2018/2/layout/IconVerticalSolidList"/>
    <dgm:cxn modelId="{2D5C7D5F-40D6-48A9-9064-7F9D0289060C}" type="presParOf" srcId="{F6084713-74FF-4067-9C2E-8E4D2BF7B4EA}" destId="{52C35DB5-8913-4756-8782-6BB51E549FC7}" srcOrd="0" destOrd="0" presId="urn:microsoft.com/office/officeart/2018/2/layout/IconVerticalSolidList"/>
    <dgm:cxn modelId="{629D4350-F5E7-4222-AAEC-E6E2037D9E47}" type="presParOf" srcId="{F6084713-74FF-4067-9C2E-8E4D2BF7B4EA}" destId="{9E699960-8A1B-4B0B-B2E1-6EE998852576}" srcOrd="1" destOrd="0" presId="urn:microsoft.com/office/officeart/2018/2/layout/IconVerticalSolidList"/>
    <dgm:cxn modelId="{D74B7201-47C6-4D9D-97D6-4E02039A2AD6}" type="presParOf" srcId="{F6084713-74FF-4067-9C2E-8E4D2BF7B4EA}" destId="{E4440071-5755-4134-964B-8408230CB7A9}" srcOrd="2" destOrd="0" presId="urn:microsoft.com/office/officeart/2018/2/layout/IconVerticalSolidList"/>
    <dgm:cxn modelId="{8C760ECD-490C-40E5-9030-1CD18152F219}" type="presParOf" srcId="{F6084713-74FF-4067-9C2E-8E4D2BF7B4EA}" destId="{79421C16-90CF-45D0-AADF-83C382B6695F}" srcOrd="3" destOrd="0" presId="urn:microsoft.com/office/officeart/2018/2/layout/IconVerticalSolidList"/>
    <dgm:cxn modelId="{2E959FC3-59C4-4404-84C6-97BD14463B4E}" type="presParOf" srcId="{F04C97A5-A363-4EDA-B67E-22FC86D1B63E}" destId="{AC7273F2-3B8D-4C34-A09D-0961364A9657}" srcOrd="1" destOrd="0" presId="urn:microsoft.com/office/officeart/2018/2/layout/IconVerticalSolidList"/>
    <dgm:cxn modelId="{E8CEAE9D-E949-4D8B-87FD-A14A1643152E}" type="presParOf" srcId="{F04C97A5-A363-4EDA-B67E-22FC86D1B63E}" destId="{AFA0684F-5AF3-4335-B24A-7B1F529F2CBA}" srcOrd="2" destOrd="0" presId="urn:microsoft.com/office/officeart/2018/2/layout/IconVerticalSolidList"/>
    <dgm:cxn modelId="{022D9C8A-56B6-458A-BE38-64F22BE754D7}" type="presParOf" srcId="{AFA0684F-5AF3-4335-B24A-7B1F529F2CBA}" destId="{0BA99BE7-C68A-4DA7-A1F9-45B5CB094C38}" srcOrd="0" destOrd="0" presId="urn:microsoft.com/office/officeart/2018/2/layout/IconVerticalSolidList"/>
    <dgm:cxn modelId="{AF493535-C0DF-4C4F-BA52-23CAD562FBAB}" type="presParOf" srcId="{AFA0684F-5AF3-4335-B24A-7B1F529F2CBA}" destId="{B1213E64-F035-40FE-AFE7-2A709A957020}" srcOrd="1" destOrd="0" presId="urn:microsoft.com/office/officeart/2018/2/layout/IconVerticalSolidList"/>
    <dgm:cxn modelId="{127E2055-3B2B-49C4-8138-5A6185182BFD}" type="presParOf" srcId="{AFA0684F-5AF3-4335-B24A-7B1F529F2CBA}" destId="{1BB178EC-ACCE-45B2-9D1D-FD64C58B0FD3}" srcOrd="2" destOrd="0" presId="urn:microsoft.com/office/officeart/2018/2/layout/IconVerticalSolidList"/>
    <dgm:cxn modelId="{54E4EDB6-4742-4FD3-A461-1CE134CEF61A}" type="presParOf" srcId="{AFA0684F-5AF3-4335-B24A-7B1F529F2CBA}" destId="{634FE51B-1762-4E29-A0C4-32686361536E}" srcOrd="3" destOrd="0" presId="urn:microsoft.com/office/officeart/2018/2/layout/IconVerticalSolidList"/>
    <dgm:cxn modelId="{A785B0B9-E438-4E5F-A5B0-F1132EAA73E7}" type="presParOf" srcId="{F04C97A5-A363-4EDA-B67E-22FC86D1B63E}" destId="{6ED064D0-8527-45C0-9E2F-6D7ACDE57BF9}" srcOrd="3" destOrd="0" presId="urn:microsoft.com/office/officeart/2018/2/layout/IconVerticalSolidList"/>
    <dgm:cxn modelId="{0E96A0F8-1B61-48C1-AE4F-AC31204CE2B4}" type="presParOf" srcId="{F04C97A5-A363-4EDA-B67E-22FC86D1B63E}" destId="{AF82F565-2B42-465B-B229-B47396F5E207}" srcOrd="4" destOrd="0" presId="urn:microsoft.com/office/officeart/2018/2/layout/IconVerticalSolidList"/>
    <dgm:cxn modelId="{E3F99927-C2CF-4D55-9DAF-FD05DF71E973}" type="presParOf" srcId="{AF82F565-2B42-465B-B229-B47396F5E207}" destId="{34B4DDE3-2CF3-4EC7-81E5-AFAEEC5DFD68}" srcOrd="0" destOrd="0" presId="urn:microsoft.com/office/officeart/2018/2/layout/IconVerticalSolidList"/>
    <dgm:cxn modelId="{C6B3F13A-0639-45AA-86B0-2CE47135AD99}" type="presParOf" srcId="{AF82F565-2B42-465B-B229-B47396F5E207}" destId="{2235057A-7AFF-4880-A96E-896AA1E3B025}" srcOrd="1" destOrd="0" presId="urn:microsoft.com/office/officeart/2018/2/layout/IconVerticalSolidList"/>
    <dgm:cxn modelId="{0C3C9CFA-FF16-4460-9DC1-4D052864F4F5}" type="presParOf" srcId="{AF82F565-2B42-465B-B229-B47396F5E207}" destId="{C8F50D38-AA96-416D-AF88-073C6E1463FE}" srcOrd="2" destOrd="0" presId="urn:microsoft.com/office/officeart/2018/2/layout/IconVerticalSolidList"/>
    <dgm:cxn modelId="{17AED1F2-6FE9-48A5-8C8A-500F28D7F90A}" type="presParOf" srcId="{AF82F565-2B42-465B-B229-B47396F5E207}" destId="{103A90C3-D899-4446-8E1D-43EC70C9E7E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2BE6117-F396-4E61-895A-B2AE9ADC33BB}"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02754985-7EB2-49EB-B690-E064D1DB8F56}">
      <dgm:prSet custT="1"/>
      <dgm:spPr/>
      <dgm:t>
        <a:bodyPr/>
        <a:lstStyle/>
        <a:p>
          <a:r>
            <a:rPr lang="en-SG" sz="2800" b="1" u="sng" dirty="0"/>
            <a:t>Cost/Efficiency drivers</a:t>
          </a:r>
          <a:endParaRPr lang="en-US" sz="2800" dirty="0"/>
        </a:p>
      </dgm:t>
    </dgm:pt>
    <dgm:pt modelId="{76613F84-3948-472E-8086-92D81F28463C}" type="parTrans" cxnId="{B9F302B4-8145-4427-A46C-58783171C34B}">
      <dgm:prSet/>
      <dgm:spPr/>
      <dgm:t>
        <a:bodyPr/>
        <a:lstStyle/>
        <a:p>
          <a:endParaRPr lang="en-US"/>
        </a:p>
      </dgm:t>
    </dgm:pt>
    <dgm:pt modelId="{60A975AE-78CA-44BA-846C-4447F5304DAC}" type="sibTrans" cxnId="{B9F302B4-8145-4427-A46C-58783171C34B}">
      <dgm:prSet/>
      <dgm:spPr/>
      <dgm:t>
        <a:bodyPr/>
        <a:lstStyle/>
        <a:p>
          <a:endParaRPr lang="en-US"/>
        </a:p>
      </dgm:t>
    </dgm:pt>
    <dgm:pt modelId="{6BA17103-7B91-4955-97EC-4A2EE7D9F5AD}">
      <dgm:prSet/>
      <dgm:spPr/>
      <dgm:t>
        <a:bodyPr/>
        <a:lstStyle/>
        <a:p>
          <a:r>
            <a:rPr lang="en-SG"/>
            <a:t>Increasing speed with which supplies can be obtained</a:t>
          </a:r>
          <a:endParaRPr lang="en-US"/>
        </a:p>
      </dgm:t>
    </dgm:pt>
    <dgm:pt modelId="{C999C6A3-C656-4CE2-8682-59F2907F6054}" type="parTrans" cxnId="{6791C422-AB09-42C0-8059-9521B95AC40F}">
      <dgm:prSet/>
      <dgm:spPr/>
      <dgm:t>
        <a:bodyPr/>
        <a:lstStyle/>
        <a:p>
          <a:endParaRPr lang="en-US"/>
        </a:p>
      </dgm:t>
    </dgm:pt>
    <dgm:pt modelId="{D06ED666-62CD-422D-B239-7286D96484AB}" type="sibTrans" cxnId="{6791C422-AB09-42C0-8059-9521B95AC40F}">
      <dgm:prSet/>
      <dgm:spPr/>
      <dgm:t>
        <a:bodyPr/>
        <a:lstStyle/>
        <a:p>
          <a:endParaRPr lang="en-US"/>
        </a:p>
      </dgm:t>
    </dgm:pt>
    <dgm:pt modelId="{51098523-CF3F-4A3B-BA02-73A72784FAB7}">
      <dgm:prSet/>
      <dgm:spPr/>
      <dgm:t>
        <a:bodyPr/>
        <a:lstStyle/>
        <a:p>
          <a:r>
            <a:rPr lang="en-SG"/>
            <a:t>Increasing speed with which goods can be dispatched</a:t>
          </a:r>
          <a:endParaRPr lang="en-US"/>
        </a:p>
      </dgm:t>
    </dgm:pt>
    <dgm:pt modelId="{0D28D173-B359-423A-857B-9FBFD6BA7D8A}" type="parTrans" cxnId="{3C64DC0C-8BC9-4FB5-90AB-83BA3E53E210}">
      <dgm:prSet/>
      <dgm:spPr/>
      <dgm:t>
        <a:bodyPr/>
        <a:lstStyle/>
        <a:p>
          <a:endParaRPr lang="en-US"/>
        </a:p>
      </dgm:t>
    </dgm:pt>
    <dgm:pt modelId="{289A5F00-7FDF-4D02-ACB3-BF850CC37572}" type="sibTrans" cxnId="{3C64DC0C-8BC9-4FB5-90AB-83BA3E53E210}">
      <dgm:prSet/>
      <dgm:spPr/>
      <dgm:t>
        <a:bodyPr/>
        <a:lstStyle/>
        <a:p>
          <a:endParaRPr lang="en-US"/>
        </a:p>
      </dgm:t>
    </dgm:pt>
    <dgm:pt modelId="{FB1197D8-0608-4085-AD27-3D07C6682B78}">
      <dgm:prSet/>
      <dgm:spPr/>
      <dgm:t>
        <a:bodyPr/>
        <a:lstStyle/>
        <a:p>
          <a:r>
            <a:rPr lang="en-SG"/>
            <a:t>Reduced sales and purchasing costs</a:t>
          </a:r>
          <a:endParaRPr lang="en-US"/>
        </a:p>
      </dgm:t>
    </dgm:pt>
    <dgm:pt modelId="{F23EC05B-FF17-451B-B0A2-AE1793937961}" type="parTrans" cxnId="{0AC3B6F5-5FDB-4E68-B87C-2FA41BFDE07C}">
      <dgm:prSet/>
      <dgm:spPr/>
      <dgm:t>
        <a:bodyPr/>
        <a:lstStyle/>
        <a:p>
          <a:endParaRPr lang="en-US"/>
        </a:p>
      </dgm:t>
    </dgm:pt>
    <dgm:pt modelId="{62DE3E9E-7B2F-428A-83DE-9F19C42492BA}" type="sibTrans" cxnId="{0AC3B6F5-5FDB-4E68-B87C-2FA41BFDE07C}">
      <dgm:prSet/>
      <dgm:spPr/>
      <dgm:t>
        <a:bodyPr/>
        <a:lstStyle/>
        <a:p>
          <a:endParaRPr lang="en-US"/>
        </a:p>
      </dgm:t>
    </dgm:pt>
    <dgm:pt modelId="{B84840E2-B560-45BC-A988-7C5967ED50FF}">
      <dgm:prSet/>
      <dgm:spPr/>
      <dgm:t>
        <a:bodyPr/>
        <a:lstStyle/>
        <a:p>
          <a:r>
            <a:rPr lang="en-SG"/>
            <a:t>Reduced operating costs</a:t>
          </a:r>
          <a:endParaRPr lang="en-US"/>
        </a:p>
      </dgm:t>
    </dgm:pt>
    <dgm:pt modelId="{8CF101D7-17F4-4991-A94E-225EDD71B51C}" type="parTrans" cxnId="{3B05B24B-246F-4674-B14C-D5243095B765}">
      <dgm:prSet/>
      <dgm:spPr/>
      <dgm:t>
        <a:bodyPr/>
        <a:lstStyle/>
        <a:p>
          <a:endParaRPr lang="en-US"/>
        </a:p>
      </dgm:t>
    </dgm:pt>
    <dgm:pt modelId="{5C7307B3-F28E-42B2-A3D8-5C8EDA56B1F4}" type="sibTrans" cxnId="{3B05B24B-246F-4674-B14C-D5243095B765}">
      <dgm:prSet/>
      <dgm:spPr/>
      <dgm:t>
        <a:bodyPr/>
        <a:lstStyle/>
        <a:p>
          <a:endParaRPr lang="en-US"/>
        </a:p>
      </dgm:t>
    </dgm:pt>
    <dgm:pt modelId="{987875D1-EE76-44F0-89F5-28418F89FC4E}">
      <dgm:prSet custT="1"/>
      <dgm:spPr/>
      <dgm:t>
        <a:bodyPr/>
        <a:lstStyle/>
        <a:p>
          <a:r>
            <a:rPr lang="en-SG" sz="2800" b="1" u="sng" dirty="0"/>
            <a:t>Competitiveness drivers</a:t>
          </a:r>
          <a:endParaRPr lang="en-US" sz="2800" dirty="0"/>
        </a:p>
      </dgm:t>
    </dgm:pt>
    <dgm:pt modelId="{80A7B539-C36C-4B21-B24F-4323BD37304D}" type="parTrans" cxnId="{5E83F119-23B5-438A-B2B5-A1EE992B2B4B}">
      <dgm:prSet/>
      <dgm:spPr/>
      <dgm:t>
        <a:bodyPr/>
        <a:lstStyle/>
        <a:p>
          <a:endParaRPr lang="en-US"/>
        </a:p>
      </dgm:t>
    </dgm:pt>
    <dgm:pt modelId="{090D904A-DDCD-422B-AE4F-454DE7A3EAE4}" type="sibTrans" cxnId="{5E83F119-23B5-438A-B2B5-A1EE992B2B4B}">
      <dgm:prSet/>
      <dgm:spPr/>
      <dgm:t>
        <a:bodyPr/>
        <a:lstStyle/>
        <a:p>
          <a:endParaRPr lang="en-US"/>
        </a:p>
      </dgm:t>
    </dgm:pt>
    <dgm:pt modelId="{4B7D0050-6FC9-4661-BA91-7110EFAC135D}">
      <dgm:prSet/>
      <dgm:spPr/>
      <dgm:t>
        <a:bodyPr/>
        <a:lstStyle/>
        <a:p>
          <a:r>
            <a:rPr lang="en-SG"/>
            <a:t>Customer demand</a:t>
          </a:r>
          <a:endParaRPr lang="en-US"/>
        </a:p>
      </dgm:t>
    </dgm:pt>
    <dgm:pt modelId="{44E3AA73-F8FE-4EFF-A4D4-A6F58BD9E467}" type="parTrans" cxnId="{40AA60DC-EE4E-4796-847B-C283B717B5D4}">
      <dgm:prSet/>
      <dgm:spPr/>
      <dgm:t>
        <a:bodyPr/>
        <a:lstStyle/>
        <a:p>
          <a:endParaRPr lang="en-US"/>
        </a:p>
      </dgm:t>
    </dgm:pt>
    <dgm:pt modelId="{2B0754F5-052F-46A0-B743-C698280EE460}" type="sibTrans" cxnId="{40AA60DC-EE4E-4796-847B-C283B717B5D4}">
      <dgm:prSet/>
      <dgm:spPr/>
      <dgm:t>
        <a:bodyPr/>
        <a:lstStyle/>
        <a:p>
          <a:endParaRPr lang="en-US"/>
        </a:p>
      </dgm:t>
    </dgm:pt>
    <dgm:pt modelId="{73FB818A-AED4-4075-8669-6DB24D4ECFBA}">
      <dgm:prSet/>
      <dgm:spPr/>
      <dgm:t>
        <a:bodyPr/>
        <a:lstStyle/>
        <a:p>
          <a:r>
            <a:rPr lang="en-SG"/>
            <a:t>Improving the range and quality of services offered</a:t>
          </a:r>
          <a:endParaRPr lang="en-US"/>
        </a:p>
      </dgm:t>
    </dgm:pt>
    <dgm:pt modelId="{74BD5441-AD94-403E-9D17-27891681B35B}" type="parTrans" cxnId="{BF717636-2FD4-4B01-B87C-C6A2184492DC}">
      <dgm:prSet/>
      <dgm:spPr/>
      <dgm:t>
        <a:bodyPr/>
        <a:lstStyle/>
        <a:p>
          <a:endParaRPr lang="en-US"/>
        </a:p>
      </dgm:t>
    </dgm:pt>
    <dgm:pt modelId="{3BFFE44A-25CF-4628-AC57-802563518A65}" type="sibTrans" cxnId="{BF717636-2FD4-4B01-B87C-C6A2184492DC}">
      <dgm:prSet/>
      <dgm:spPr/>
      <dgm:t>
        <a:bodyPr/>
        <a:lstStyle/>
        <a:p>
          <a:endParaRPr lang="en-US"/>
        </a:p>
      </dgm:t>
    </dgm:pt>
    <dgm:pt modelId="{CAA80589-B804-4870-97BD-51E23C880F43}">
      <dgm:prSet/>
      <dgm:spPr/>
      <dgm:t>
        <a:bodyPr/>
        <a:lstStyle/>
        <a:p>
          <a:r>
            <a:rPr lang="en-SG"/>
            <a:t>Avoiding losing market share to businesses already using e-commerce</a:t>
          </a:r>
          <a:endParaRPr lang="en-US"/>
        </a:p>
      </dgm:t>
    </dgm:pt>
    <dgm:pt modelId="{0BF214F2-39BC-4345-8217-622FBFBB1C32}" type="parTrans" cxnId="{4D35F3FF-B08C-4E23-909D-679F8D3E7AB0}">
      <dgm:prSet/>
      <dgm:spPr/>
      <dgm:t>
        <a:bodyPr/>
        <a:lstStyle/>
        <a:p>
          <a:endParaRPr lang="en-US"/>
        </a:p>
      </dgm:t>
    </dgm:pt>
    <dgm:pt modelId="{31930180-67A3-48BA-A7FB-142D172B241C}" type="sibTrans" cxnId="{4D35F3FF-B08C-4E23-909D-679F8D3E7AB0}">
      <dgm:prSet/>
      <dgm:spPr/>
      <dgm:t>
        <a:bodyPr/>
        <a:lstStyle/>
        <a:p>
          <a:endParaRPr lang="en-US"/>
        </a:p>
      </dgm:t>
    </dgm:pt>
    <dgm:pt modelId="{566060FA-D44B-4C16-9546-66C95A355190}" type="pres">
      <dgm:prSet presAssocID="{02BE6117-F396-4E61-895A-B2AE9ADC33BB}" presName="linear" presStyleCnt="0">
        <dgm:presLayoutVars>
          <dgm:dir/>
          <dgm:animLvl val="lvl"/>
          <dgm:resizeHandles val="exact"/>
        </dgm:presLayoutVars>
      </dgm:prSet>
      <dgm:spPr/>
    </dgm:pt>
    <dgm:pt modelId="{339AA546-9908-4EA7-92D8-BE07D5890CAF}" type="pres">
      <dgm:prSet presAssocID="{02754985-7EB2-49EB-B690-E064D1DB8F56}" presName="parentLin" presStyleCnt="0"/>
      <dgm:spPr/>
    </dgm:pt>
    <dgm:pt modelId="{A3CCA909-8404-4341-80A1-520FCFE5E678}" type="pres">
      <dgm:prSet presAssocID="{02754985-7EB2-49EB-B690-E064D1DB8F56}" presName="parentLeftMargin" presStyleLbl="node1" presStyleIdx="0" presStyleCnt="2"/>
      <dgm:spPr/>
    </dgm:pt>
    <dgm:pt modelId="{E2C12643-3070-4D4B-BC42-9C952F84366D}" type="pres">
      <dgm:prSet presAssocID="{02754985-7EB2-49EB-B690-E064D1DB8F56}" presName="parentText" presStyleLbl="node1" presStyleIdx="0" presStyleCnt="2">
        <dgm:presLayoutVars>
          <dgm:chMax val="0"/>
          <dgm:bulletEnabled val="1"/>
        </dgm:presLayoutVars>
      </dgm:prSet>
      <dgm:spPr/>
    </dgm:pt>
    <dgm:pt modelId="{BA397CBD-EB51-4DEE-A6EE-F8BF362B3FA7}" type="pres">
      <dgm:prSet presAssocID="{02754985-7EB2-49EB-B690-E064D1DB8F56}" presName="negativeSpace" presStyleCnt="0"/>
      <dgm:spPr/>
    </dgm:pt>
    <dgm:pt modelId="{B879EE6E-41A6-48FA-862F-84B4673C7919}" type="pres">
      <dgm:prSet presAssocID="{02754985-7EB2-49EB-B690-E064D1DB8F56}" presName="childText" presStyleLbl="conFgAcc1" presStyleIdx="0" presStyleCnt="2">
        <dgm:presLayoutVars>
          <dgm:bulletEnabled val="1"/>
        </dgm:presLayoutVars>
      </dgm:prSet>
      <dgm:spPr/>
    </dgm:pt>
    <dgm:pt modelId="{0A7BE937-B972-4D82-8763-B2A0A593BA28}" type="pres">
      <dgm:prSet presAssocID="{60A975AE-78CA-44BA-846C-4447F5304DAC}" presName="spaceBetweenRectangles" presStyleCnt="0"/>
      <dgm:spPr/>
    </dgm:pt>
    <dgm:pt modelId="{DC4C9BD9-FC24-41EC-80F4-90C51025647C}" type="pres">
      <dgm:prSet presAssocID="{987875D1-EE76-44F0-89F5-28418F89FC4E}" presName="parentLin" presStyleCnt="0"/>
      <dgm:spPr/>
    </dgm:pt>
    <dgm:pt modelId="{079D9867-C483-4293-89F5-364297F03CEE}" type="pres">
      <dgm:prSet presAssocID="{987875D1-EE76-44F0-89F5-28418F89FC4E}" presName="parentLeftMargin" presStyleLbl="node1" presStyleIdx="0" presStyleCnt="2"/>
      <dgm:spPr/>
    </dgm:pt>
    <dgm:pt modelId="{85F5AD61-D5B4-49C0-A93A-EC0932897D86}" type="pres">
      <dgm:prSet presAssocID="{987875D1-EE76-44F0-89F5-28418F89FC4E}" presName="parentText" presStyleLbl="node1" presStyleIdx="1" presStyleCnt="2">
        <dgm:presLayoutVars>
          <dgm:chMax val="0"/>
          <dgm:bulletEnabled val="1"/>
        </dgm:presLayoutVars>
      </dgm:prSet>
      <dgm:spPr/>
    </dgm:pt>
    <dgm:pt modelId="{1DF6F8B9-BFBC-4411-A5F3-F9A39C6EC0C6}" type="pres">
      <dgm:prSet presAssocID="{987875D1-EE76-44F0-89F5-28418F89FC4E}" presName="negativeSpace" presStyleCnt="0"/>
      <dgm:spPr/>
    </dgm:pt>
    <dgm:pt modelId="{9CF9976B-6F1E-412A-A9A6-168229870231}" type="pres">
      <dgm:prSet presAssocID="{987875D1-EE76-44F0-89F5-28418F89FC4E}" presName="childText" presStyleLbl="conFgAcc1" presStyleIdx="1" presStyleCnt="2">
        <dgm:presLayoutVars>
          <dgm:bulletEnabled val="1"/>
        </dgm:presLayoutVars>
      </dgm:prSet>
      <dgm:spPr/>
    </dgm:pt>
  </dgm:ptLst>
  <dgm:cxnLst>
    <dgm:cxn modelId="{3C64DC0C-8BC9-4FB5-90AB-83BA3E53E210}" srcId="{02754985-7EB2-49EB-B690-E064D1DB8F56}" destId="{51098523-CF3F-4A3B-BA02-73A72784FAB7}" srcOrd="1" destOrd="0" parTransId="{0D28D173-B359-423A-857B-9FBFD6BA7D8A}" sibTransId="{289A5F00-7FDF-4D02-ACB3-BF850CC37572}"/>
    <dgm:cxn modelId="{5E83F119-23B5-438A-B2B5-A1EE992B2B4B}" srcId="{02BE6117-F396-4E61-895A-B2AE9ADC33BB}" destId="{987875D1-EE76-44F0-89F5-28418F89FC4E}" srcOrd="1" destOrd="0" parTransId="{80A7B539-C36C-4B21-B24F-4323BD37304D}" sibTransId="{090D904A-DDCD-422B-AE4F-454DE7A3EAE4}"/>
    <dgm:cxn modelId="{7D80D51E-D4D9-4E8C-8F0A-69D46782BEAB}" type="presOf" srcId="{73FB818A-AED4-4075-8669-6DB24D4ECFBA}" destId="{9CF9976B-6F1E-412A-A9A6-168229870231}" srcOrd="0" destOrd="1" presId="urn:microsoft.com/office/officeart/2005/8/layout/list1"/>
    <dgm:cxn modelId="{6791C422-AB09-42C0-8059-9521B95AC40F}" srcId="{02754985-7EB2-49EB-B690-E064D1DB8F56}" destId="{6BA17103-7B91-4955-97EC-4A2EE7D9F5AD}" srcOrd="0" destOrd="0" parTransId="{C999C6A3-C656-4CE2-8682-59F2907F6054}" sibTransId="{D06ED666-62CD-422D-B239-7286D96484AB}"/>
    <dgm:cxn modelId="{183AA42E-E9C3-4701-A76C-CD03FE365E9D}" type="presOf" srcId="{02BE6117-F396-4E61-895A-B2AE9ADC33BB}" destId="{566060FA-D44B-4C16-9546-66C95A355190}" srcOrd="0" destOrd="0" presId="urn:microsoft.com/office/officeart/2005/8/layout/list1"/>
    <dgm:cxn modelId="{BF717636-2FD4-4B01-B87C-C6A2184492DC}" srcId="{987875D1-EE76-44F0-89F5-28418F89FC4E}" destId="{73FB818A-AED4-4075-8669-6DB24D4ECFBA}" srcOrd="1" destOrd="0" parTransId="{74BD5441-AD94-403E-9D17-27891681B35B}" sibTransId="{3BFFE44A-25CF-4628-AC57-802563518A65}"/>
    <dgm:cxn modelId="{10C8775C-95CE-48ED-968F-172E0D418B83}" type="presOf" srcId="{6BA17103-7B91-4955-97EC-4A2EE7D9F5AD}" destId="{B879EE6E-41A6-48FA-862F-84B4673C7919}" srcOrd="0" destOrd="0" presId="urn:microsoft.com/office/officeart/2005/8/layout/list1"/>
    <dgm:cxn modelId="{36BE675D-9373-48DA-B7FB-089FA32EE1A3}" type="presOf" srcId="{02754985-7EB2-49EB-B690-E064D1DB8F56}" destId="{E2C12643-3070-4D4B-BC42-9C952F84366D}" srcOrd="1" destOrd="0" presId="urn:microsoft.com/office/officeart/2005/8/layout/list1"/>
    <dgm:cxn modelId="{F9417245-540A-48CC-AFAE-86F1A6DCAE5A}" type="presOf" srcId="{CAA80589-B804-4870-97BD-51E23C880F43}" destId="{9CF9976B-6F1E-412A-A9A6-168229870231}" srcOrd="0" destOrd="2" presId="urn:microsoft.com/office/officeart/2005/8/layout/list1"/>
    <dgm:cxn modelId="{3B05B24B-246F-4674-B14C-D5243095B765}" srcId="{02754985-7EB2-49EB-B690-E064D1DB8F56}" destId="{B84840E2-B560-45BC-A988-7C5967ED50FF}" srcOrd="3" destOrd="0" parTransId="{8CF101D7-17F4-4991-A94E-225EDD71B51C}" sibTransId="{5C7307B3-F28E-42B2-A3D8-5C8EDA56B1F4}"/>
    <dgm:cxn modelId="{0FFA1F4D-2FA7-4B82-84D7-CC62D67F2F8D}" type="presOf" srcId="{987875D1-EE76-44F0-89F5-28418F89FC4E}" destId="{85F5AD61-D5B4-49C0-A93A-EC0932897D86}" srcOrd="1" destOrd="0" presId="urn:microsoft.com/office/officeart/2005/8/layout/list1"/>
    <dgm:cxn modelId="{F97ABC88-CE53-452C-925B-88D567837D0A}" type="presOf" srcId="{B84840E2-B560-45BC-A988-7C5967ED50FF}" destId="{B879EE6E-41A6-48FA-862F-84B4673C7919}" srcOrd="0" destOrd="3" presId="urn:microsoft.com/office/officeart/2005/8/layout/list1"/>
    <dgm:cxn modelId="{B9F302B4-8145-4427-A46C-58783171C34B}" srcId="{02BE6117-F396-4E61-895A-B2AE9ADC33BB}" destId="{02754985-7EB2-49EB-B690-E064D1DB8F56}" srcOrd="0" destOrd="0" parTransId="{76613F84-3948-472E-8086-92D81F28463C}" sibTransId="{60A975AE-78CA-44BA-846C-4447F5304DAC}"/>
    <dgm:cxn modelId="{A9C3ECB8-2085-4EA6-B112-5934F4D8003B}" type="presOf" srcId="{02754985-7EB2-49EB-B690-E064D1DB8F56}" destId="{A3CCA909-8404-4341-80A1-520FCFE5E678}" srcOrd="0" destOrd="0" presId="urn:microsoft.com/office/officeart/2005/8/layout/list1"/>
    <dgm:cxn modelId="{3BE1B6C1-2D5E-4AC1-9317-AC3B5D797BD9}" type="presOf" srcId="{51098523-CF3F-4A3B-BA02-73A72784FAB7}" destId="{B879EE6E-41A6-48FA-862F-84B4673C7919}" srcOrd="0" destOrd="1" presId="urn:microsoft.com/office/officeart/2005/8/layout/list1"/>
    <dgm:cxn modelId="{40AA60DC-EE4E-4796-847B-C283B717B5D4}" srcId="{987875D1-EE76-44F0-89F5-28418F89FC4E}" destId="{4B7D0050-6FC9-4661-BA91-7110EFAC135D}" srcOrd="0" destOrd="0" parTransId="{44E3AA73-F8FE-4EFF-A4D4-A6F58BD9E467}" sibTransId="{2B0754F5-052F-46A0-B743-C698280EE460}"/>
    <dgm:cxn modelId="{9203ADDF-4601-4BA9-831C-040FDCA4CEF4}" type="presOf" srcId="{4B7D0050-6FC9-4661-BA91-7110EFAC135D}" destId="{9CF9976B-6F1E-412A-A9A6-168229870231}" srcOrd="0" destOrd="0" presId="urn:microsoft.com/office/officeart/2005/8/layout/list1"/>
    <dgm:cxn modelId="{96E967ED-20E2-40ED-90C6-CFEAB28B1295}" type="presOf" srcId="{FB1197D8-0608-4085-AD27-3D07C6682B78}" destId="{B879EE6E-41A6-48FA-862F-84B4673C7919}" srcOrd="0" destOrd="2" presId="urn:microsoft.com/office/officeart/2005/8/layout/list1"/>
    <dgm:cxn modelId="{0AC3B6F5-5FDB-4E68-B87C-2FA41BFDE07C}" srcId="{02754985-7EB2-49EB-B690-E064D1DB8F56}" destId="{FB1197D8-0608-4085-AD27-3D07C6682B78}" srcOrd="2" destOrd="0" parTransId="{F23EC05B-FF17-451B-B0A2-AE1793937961}" sibTransId="{62DE3E9E-7B2F-428A-83DE-9F19C42492BA}"/>
    <dgm:cxn modelId="{F7634FF7-0256-485E-8086-A4D2C1C1AA16}" type="presOf" srcId="{987875D1-EE76-44F0-89F5-28418F89FC4E}" destId="{079D9867-C483-4293-89F5-364297F03CEE}" srcOrd="0" destOrd="0" presId="urn:microsoft.com/office/officeart/2005/8/layout/list1"/>
    <dgm:cxn modelId="{4D35F3FF-B08C-4E23-909D-679F8D3E7AB0}" srcId="{987875D1-EE76-44F0-89F5-28418F89FC4E}" destId="{CAA80589-B804-4870-97BD-51E23C880F43}" srcOrd="2" destOrd="0" parTransId="{0BF214F2-39BC-4345-8217-622FBFBB1C32}" sibTransId="{31930180-67A3-48BA-A7FB-142D172B241C}"/>
    <dgm:cxn modelId="{C9B8DD15-2745-4F0D-B0A2-82BC8F26924E}" type="presParOf" srcId="{566060FA-D44B-4C16-9546-66C95A355190}" destId="{339AA546-9908-4EA7-92D8-BE07D5890CAF}" srcOrd="0" destOrd="0" presId="urn:microsoft.com/office/officeart/2005/8/layout/list1"/>
    <dgm:cxn modelId="{806D1F8D-1D88-4BD3-9744-07D45B2E42B0}" type="presParOf" srcId="{339AA546-9908-4EA7-92D8-BE07D5890CAF}" destId="{A3CCA909-8404-4341-80A1-520FCFE5E678}" srcOrd="0" destOrd="0" presId="urn:microsoft.com/office/officeart/2005/8/layout/list1"/>
    <dgm:cxn modelId="{8410E303-B0E8-44C9-AD65-8A6DD6D70824}" type="presParOf" srcId="{339AA546-9908-4EA7-92D8-BE07D5890CAF}" destId="{E2C12643-3070-4D4B-BC42-9C952F84366D}" srcOrd="1" destOrd="0" presId="urn:microsoft.com/office/officeart/2005/8/layout/list1"/>
    <dgm:cxn modelId="{2BE83CC8-8879-41C0-ACD6-54FB8956BBBC}" type="presParOf" srcId="{566060FA-D44B-4C16-9546-66C95A355190}" destId="{BA397CBD-EB51-4DEE-A6EE-F8BF362B3FA7}" srcOrd="1" destOrd="0" presId="urn:microsoft.com/office/officeart/2005/8/layout/list1"/>
    <dgm:cxn modelId="{D1242D69-26DB-49FF-A0C2-0F6A79339672}" type="presParOf" srcId="{566060FA-D44B-4C16-9546-66C95A355190}" destId="{B879EE6E-41A6-48FA-862F-84B4673C7919}" srcOrd="2" destOrd="0" presId="urn:microsoft.com/office/officeart/2005/8/layout/list1"/>
    <dgm:cxn modelId="{EE528C95-0A51-4E2D-B429-87AF170AAFB5}" type="presParOf" srcId="{566060FA-D44B-4C16-9546-66C95A355190}" destId="{0A7BE937-B972-4D82-8763-B2A0A593BA28}" srcOrd="3" destOrd="0" presId="urn:microsoft.com/office/officeart/2005/8/layout/list1"/>
    <dgm:cxn modelId="{34FCD42D-EB74-437B-B7E7-FD9C2AE1660A}" type="presParOf" srcId="{566060FA-D44B-4C16-9546-66C95A355190}" destId="{DC4C9BD9-FC24-41EC-80F4-90C51025647C}" srcOrd="4" destOrd="0" presId="urn:microsoft.com/office/officeart/2005/8/layout/list1"/>
    <dgm:cxn modelId="{FBB86C44-E46D-4227-931B-93F5F3221FCE}" type="presParOf" srcId="{DC4C9BD9-FC24-41EC-80F4-90C51025647C}" destId="{079D9867-C483-4293-89F5-364297F03CEE}" srcOrd="0" destOrd="0" presId="urn:microsoft.com/office/officeart/2005/8/layout/list1"/>
    <dgm:cxn modelId="{7B82F8D1-8D88-4306-8EEF-5EE26868C008}" type="presParOf" srcId="{DC4C9BD9-FC24-41EC-80F4-90C51025647C}" destId="{85F5AD61-D5B4-49C0-A93A-EC0932897D86}" srcOrd="1" destOrd="0" presId="urn:microsoft.com/office/officeart/2005/8/layout/list1"/>
    <dgm:cxn modelId="{8F62D5FC-C647-437B-ACF2-8462286BE378}" type="presParOf" srcId="{566060FA-D44B-4C16-9546-66C95A355190}" destId="{1DF6F8B9-BFBC-4411-A5F3-F9A39C6EC0C6}" srcOrd="5" destOrd="0" presId="urn:microsoft.com/office/officeart/2005/8/layout/list1"/>
    <dgm:cxn modelId="{27917C2C-5818-4E72-BB38-8E731793BB39}" type="presParOf" srcId="{566060FA-D44B-4C16-9546-66C95A355190}" destId="{9CF9976B-6F1E-412A-A9A6-16822987023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08B0B-79C1-42B5-98B2-0C62D690964C}">
      <dsp:nvSpPr>
        <dsp:cNvPr id="0" name=""/>
        <dsp:cNvSpPr/>
      </dsp:nvSpPr>
      <dsp:spPr>
        <a:xfrm>
          <a:off x="0" y="0"/>
          <a:ext cx="2971619" cy="3934884"/>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1679" tIns="330200" rIns="231679" bIns="330200" numCol="1" spcCol="1270" anchor="t" anchorCtr="0">
          <a:noAutofit/>
        </a:bodyPr>
        <a:lstStyle/>
        <a:p>
          <a:pPr marL="0" lvl="0" indent="0" algn="l" defTabSz="889000">
            <a:lnSpc>
              <a:spcPct val="90000"/>
            </a:lnSpc>
            <a:spcBef>
              <a:spcPct val="0"/>
            </a:spcBef>
            <a:spcAft>
              <a:spcPct val="35000"/>
            </a:spcAft>
            <a:buNone/>
          </a:pPr>
          <a:r>
            <a:rPr lang="en-SG" sz="2000" kern="1200" dirty="0"/>
            <a:t>Define the meaning and scope of digital business and e-commerce and their different elements</a:t>
          </a:r>
          <a:endParaRPr lang="en-US" sz="2000" kern="1200" dirty="0"/>
        </a:p>
      </dsp:txBody>
      <dsp:txXfrm>
        <a:off x="0" y="1495255"/>
        <a:ext cx="2971619" cy="2360930"/>
      </dsp:txXfrm>
    </dsp:sp>
    <dsp:sp modelId="{583A2A3E-A7BB-4204-86F1-D9A2FDF87D4D}">
      <dsp:nvSpPr>
        <dsp:cNvPr id="0" name=""/>
        <dsp:cNvSpPr/>
      </dsp:nvSpPr>
      <dsp:spPr>
        <a:xfrm>
          <a:off x="895577" y="393488"/>
          <a:ext cx="1180465" cy="1180465"/>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034" tIns="12700" rIns="92034"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068452" y="566363"/>
        <a:ext cx="834715" cy="834715"/>
      </dsp:txXfrm>
    </dsp:sp>
    <dsp:sp modelId="{3B2B775D-1D09-437C-8617-D1CA6BDA2815}">
      <dsp:nvSpPr>
        <dsp:cNvPr id="0" name=""/>
        <dsp:cNvSpPr/>
      </dsp:nvSpPr>
      <dsp:spPr>
        <a:xfrm>
          <a:off x="0" y="3934812"/>
          <a:ext cx="2971619" cy="72"/>
        </a:xfrm>
        <a:prstGeom prst="rect">
          <a:avLst/>
        </a:prstGeom>
        <a:solidFill>
          <a:schemeClr val="accent5">
            <a:hueOff val="-1351709"/>
            <a:satOff val="-3484"/>
            <a:lumOff val="-2353"/>
            <a:alphaOff val="0"/>
          </a:schemeClr>
        </a:solidFill>
        <a:ln w="12700" cap="flat" cmpd="sng" algn="ctr">
          <a:solidFill>
            <a:schemeClr val="accent5">
              <a:hueOff val="-1351709"/>
              <a:satOff val="-3484"/>
              <a:lumOff val="-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62E90F-19F1-40EA-A578-F53CC63E9C09}">
      <dsp:nvSpPr>
        <dsp:cNvPr id="0" name=""/>
        <dsp:cNvSpPr/>
      </dsp:nvSpPr>
      <dsp:spPr>
        <a:xfrm>
          <a:off x="3268781" y="0"/>
          <a:ext cx="2971619" cy="3934884"/>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1679" tIns="330200" rIns="231679" bIns="330200" numCol="1" spcCol="1270" anchor="t" anchorCtr="0">
          <a:noAutofit/>
        </a:bodyPr>
        <a:lstStyle/>
        <a:p>
          <a:pPr marL="0" lvl="0" indent="0" algn="l" defTabSz="889000">
            <a:lnSpc>
              <a:spcPct val="90000"/>
            </a:lnSpc>
            <a:spcBef>
              <a:spcPct val="0"/>
            </a:spcBef>
            <a:spcAft>
              <a:spcPct val="35000"/>
            </a:spcAft>
            <a:buNone/>
          </a:pPr>
          <a:r>
            <a:rPr lang="en-SG" sz="2000" kern="1200" dirty="0"/>
            <a:t>Summarize the main reasons for adoption of digital business and barriers that may restrict adoption</a:t>
          </a:r>
          <a:endParaRPr lang="en-US" sz="2000" kern="1200" dirty="0"/>
        </a:p>
      </dsp:txBody>
      <dsp:txXfrm>
        <a:off x="3268781" y="1495255"/>
        <a:ext cx="2971619" cy="2360930"/>
      </dsp:txXfrm>
    </dsp:sp>
    <dsp:sp modelId="{74770FE4-4183-4DAA-8882-32E474594B24}">
      <dsp:nvSpPr>
        <dsp:cNvPr id="0" name=""/>
        <dsp:cNvSpPr/>
      </dsp:nvSpPr>
      <dsp:spPr>
        <a:xfrm>
          <a:off x="4164358" y="393488"/>
          <a:ext cx="1180465" cy="1180465"/>
        </a:xfrm>
        <a:prstGeom prst="ellipse">
          <a:avLst/>
        </a:prstGeom>
        <a:solidFill>
          <a:schemeClr val="accent5">
            <a:hueOff val="-2703417"/>
            <a:satOff val="-6968"/>
            <a:lumOff val="-4706"/>
            <a:alphaOff val="0"/>
          </a:schemeClr>
        </a:solidFill>
        <a:ln w="12700" cap="flat" cmpd="sng" algn="ctr">
          <a:solidFill>
            <a:schemeClr val="accent5">
              <a:hueOff val="-2703417"/>
              <a:satOff val="-6968"/>
              <a:lumOff val="-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034" tIns="12700" rIns="92034"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337233" y="566363"/>
        <a:ext cx="834715" cy="834715"/>
      </dsp:txXfrm>
    </dsp:sp>
    <dsp:sp modelId="{0E5F78E4-3F89-44AE-83D6-E40BABFBB65B}">
      <dsp:nvSpPr>
        <dsp:cNvPr id="0" name=""/>
        <dsp:cNvSpPr/>
      </dsp:nvSpPr>
      <dsp:spPr>
        <a:xfrm>
          <a:off x="3268781" y="3934812"/>
          <a:ext cx="2971619" cy="72"/>
        </a:xfrm>
        <a:prstGeom prst="rect">
          <a:avLst/>
        </a:prstGeom>
        <a:solidFill>
          <a:schemeClr val="accent5">
            <a:hueOff val="-4055126"/>
            <a:satOff val="-10451"/>
            <a:lumOff val="-7059"/>
            <a:alphaOff val="0"/>
          </a:schemeClr>
        </a:solidFill>
        <a:ln w="12700" cap="flat" cmpd="sng" algn="ctr">
          <a:solidFill>
            <a:schemeClr val="accent5">
              <a:hueOff val="-4055126"/>
              <a:satOff val="-10451"/>
              <a:lumOff val="-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A4EFFC-BA03-48CD-B5D2-AA5F5501EBF1}">
      <dsp:nvSpPr>
        <dsp:cNvPr id="0" name=""/>
        <dsp:cNvSpPr/>
      </dsp:nvSpPr>
      <dsp:spPr>
        <a:xfrm>
          <a:off x="6537562" y="0"/>
          <a:ext cx="2971619" cy="3934884"/>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1679" tIns="330200" rIns="231679" bIns="330200" numCol="1" spcCol="1270" anchor="t" anchorCtr="0">
          <a:noAutofit/>
        </a:bodyPr>
        <a:lstStyle/>
        <a:p>
          <a:pPr marL="0" lvl="0" indent="0" algn="l" defTabSz="889000">
            <a:lnSpc>
              <a:spcPct val="90000"/>
            </a:lnSpc>
            <a:spcBef>
              <a:spcPct val="0"/>
            </a:spcBef>
            <a:spcAft>
              <a:spcPct val="35000"/>
            </a:spcAft>
            <a:buNone/>
          </a:pPr>
          <a:r>
            <a:rPr lang="en-SG" sz="2000" kern="1200" dirty="0"/>
            <a:t>Outline the on-going business challenges of managing digital business in an organization, particularly online start-up of business</a:t>
          </a:r>
          <a:endParaRPr lang="en-US" sz="2000" kern="1200" dirty="0"/>
        </a:p>
      </dsp:txBody>
      <dsp:txXfrm>
        <a:off x="6537562" y="1495255"/>
        <a:ext cx="2971619" cy="2360930"/>
      </dsp:txXfrm>
    </dsp:sp>
    <dsp:sp modelId="{C5D031AA-7D7F-4EA6-A990-4840167D65BE}">
      <dsp:nvSpPr>
        <dsp:cNvPr id="0" name=""/>
        <dsp:cNvSpPr/>
      </dsp:nvSpPr>
      <dsp:spPr>
        <a:xfrm>
          <a:off x="7433139" y="393488"/>
          <a:ext cx="1180465" cy="1180465"/>
        </a:xfrm>
        <a:prstGeom prst="ellipse">
          <a:avLst/>
        </a:prstGeom>
        <a:solidFill>
          <a:schemeClr val="accent5">
            <a:hueOff val="-5406834"/>
            <a:satOff val="-13935"/>
            <a:lumOff val="-9412"/>
            <a:alphaOff val="0"/>
          </a:schemeClr>
        </a:solidFill>
        <a:ln w="12700" cap="flat" cmpd="sng" algn="ctr">
          <a:solidFill>
            <a:schemeClr val="accent5">
              <a:hueOff val="-5406834"/>
              <a:satOff val="-13935"/>
              <a:lumOff val="-9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034" tIns="12700" rIns="92034"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7606014" y="566363"/>
        <a:ext cx="834715" cy="834715"/>
      </dsp:txXfrm>
    </dsp:sp>
    <dsp:sp modelId="{27089BB9-BDAD-461D-AFF6-BC06B6FEF46E}">
      <dsp:nvSpPr>
        <dsp:cNvPr id="0" name=""/>
        <dsp:cNvSpPr/>
      </dsp:nvSpPr>
      <dsp:spPr>
        <a:xfrm>
          <a:off x="6537562" y="3934812"/>
          <a:ext cx="2971619" cy="72"/>
        </a:xfrm>
        <a:prstGeom prst="rect">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2ADC55-7BA8-4451-BECD-AB5EC1B1A5C1}">
      <dsp:nvSpPr>
        <dsp:cNvPr id="0" name=""/>
        <dsp:cNvSpPr/>
      </dsp:nvSpPr>
      <dsp:spPr>
        <a:xfrm>
          <a:off x="1283" y="50795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B30E5C-5173-48A3-9552-079C19D6FCFE}">
      <dsp:nvSpPr>
        <dsp:cNvPr id="0" name=""/>
        <dsp:cNvSpPr/>
      </dsp:nvSpPr>
      <dsp:spPr>
        <a:xfrm>
          <a:off x="501904" y="983543"/>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SG" sz="6500" kern="1200"/>
            <a:t>Inbound Marketing</a:t>
          </a:r>
          <a:endParaRPr lang="en-US" sz="6500" kern="1200"/>
        </a:p>
      </dsp:txBody>
      <dsp:txXfrm>
        <a:off x="585701" y="1067340"/>
        <a:ext cx="4337991" cy="2693452"/>
      </dsp:txXfrm>
    </dsp:sp>
    <dsp:sp modelId="{D410EF57-F303-4022-AB06-2F429D12192D}">
      <dsp:nvSpPr>
        <dsp:cNvPr id="0" name=""/>
        <dsp:cNvSpPr/>
      </dsp:nvSpPr>
      <dsp:spPr>
        <a:xfrm>
          <a:off x="5508110" y="50795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E1222F-2FAB-415A-9B3B-1134EBE752D9}">
      <dsp:nvSpPr>
        <dsp:cNvPr id="0" name=""/>
        <dsp:cNvSpPr/>
      </dsp:nvSpPr>
      <dsp:spPr>
        <a:xfrm>
          <a:off x="6008730" y="983543"/>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SG" sz="6500" kern="1200" dirty="0"/>
            <a:t>Mobile Marketing</a:t>
          </a:r>
          <a:endParaRPr lang="en-US" sz="6500" kern="1200" dirty="0"/>
        </a:p>
      </dsp:txBody>
      <dsp:txXfrm>
        <a:off x="6092527" y="1067340"/>
        <a:ext cx="4337991" cy="26934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26E71A-250D-423D-87E5-73FC04687AD7}">
      <dsp:nvSpPr>
        <dsp:cNvPr id="0" name=""/>
        <dsp:cNvSpPr/>
      </dsp:nvSpPr>
      <dsp:spPr>
        <a:xfrm>
          <a:off x="82613" y="461859"/>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8DE9F1-2C34-46E0-ACA1-61DDBAB883A4}">
      <dsp:nvSpPr>
        <dsp:cNvPr id="0" name=""/>
        <dsp:cNvSpPr/>
      </dsp:nvSpPr>
      <dsp:spPr>
        <a:xfrm>
          <a:off x="271034" y="6502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B0A819-8DDF-47C6-9A72-B031703E58F2}">
      <dsp:nvSpPr>
        <dsp:cNvPr id="0" name=""/>
        <dsp:cNvSpPr/>
      </dsp:nvSpPr>
      <dsp:spPr>
        <a:xfrm>
          <a:off x="1172126" y="4618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SG" sz="1900" kern="1200"/>
            <a:t>Social Networking</a:t>
          </a:r>
          <a:endParaRPr lang="en-US" sz="1900" kern="1200"/>
        </a:p>
      </dsp:txBody>
      <dsp:txXfrm>
        <a:off x="1172126" y="461859"/>
        <a:ext cx="2114937" cy="897246"/>
      </dsp:txXfrm>
    </dsp:sp>
    <dsp:sp modelId="{BCDCC5EB-0540-4B13-80D6-5A7F9287A25C}">
      <dsp:nvSpPr>
        <dsp:cNvPr id="0" name=""/>
        <dsp:cNvSpPr/>
      </dsp:nvSpPr>
      <dsp:spPr>
        <a:xfrm>
          <a:off x="3655575" y="461859"/>
          <a:ext cx="897246" cy="897246"/>
        </a:xfrm>
        <a:prstGeom prst="ellipse">
          <a:avLst/>
        </a:prstGeom>
        <a:solidFill>
          <a:schemeClr val="accent5">
            <a:hueOff val="-1351709"/>
            <a:satOff val="-3484"/>
            <a:lumOff val="-2353"/>
            <a:alphaOff val="0"/>
          </a:schemeClr>
        </a:solidFill>
        <a:ln>
          <a:noFill/>
        </a:ln>
        <a:effectLst/>
      </dsp:spPr>
      <dsp:style>
        <a:lnRef idx="0">
          <a:scrgbClr r="0" g="0" b="0"/>
        </a:lnRef>
        <a:fillRef idx="1">
          <a:scrgbClr r="0" g="0" b="0"/>
        </a:fillRef>
        <a:effectRef idx="0">
          <a:scrgbClr r="0" g="0" b="0"/>
        </a:effectRef>
        <a:fontRef idx="minor"/>
      </dsp:style>
    </dsp:sp>
    <dsp:sp modelId="{C52E9428-E32D-44E5-8E5F-2D713C97AA2F}">
      <dsp:nvSpPr>
        <dsp:cNvPr id="0" name=""/>
        <dsp:cNvSpPr/>
      </dsp:nvSpPr>
      <dsp:spPr>
        <a:xfrm>
          <a:off x="3843996" y="6502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8D49FE-EE5C-44CE-B25A-0D780B73B672}">
      <dsp:nvSpPr>
        <dsp:cNvPr id="0" name=""/>
        <dsp:cNvSpPr/>
      </dsp:nvSpPr>
      <dsp:spPr>
        <a:xfrm>
          <a:off x="4745088" y="4618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SG" sz="1900" kern="1200"/>
            <a:t>Social Knowledge</a:t>
          </a:r>
          <a:endParaRPr lang="en-US" sz="1900" kern="1200"/>
        </a:p>
      </dsp:txBody>
      <dsp:txXfrm>
        <a:off x="4745088" y="461859"/>
        <a:ext cx="2114937" cy="897246"/>
      </dsp:txXfrm>
    </dsp:sp>
    <dsp:sp modelId="{ADA21536-689E-4D5D-8180-D694EA9A4920}">
      <dsp:nvSpPr>
        <dsp:cNvPr id="0" name=""/>
        <dsp:cNvSpPr/>
      </dsp:nvSpPr>
      <dsp:spPr>
        <a:xfrm>
          <a:off x="7228536" y="461859"/>
          <a:ext cx="897246" cy="897246"/>
        </a:xfrm>
        <a:prstGeom prst="ellipse">
          <a:avLst/>
        </a:prstGeom>
        <a:solidFill>
          <a:schemeClr val="accent5">
            <a:hueOff val="-2703417"/>
            <a:satOff val="-6968"/>
            <a:lumOff val="-4706"/>
            <a:alphaOff val="0"/>
          </a:schemeClr>
        </a:solidFill>
        <a:ln>
          <a:noFill/>
        </a:ln>
        <a:effectLst/>
      </dsp:spPr>
      <dsp:style>
        <a:lnRef idx="0">
          <a:scrgbClr r="0" g="0" b="0"/>
        </a:lnRef>
        <a:fillRef idx="1">
          <a:scrgbClr r="0" g="0" b="0"/>
        </a:fillRef>
        <a:effectRef idx="0">
          <a:scrgbClr r="0" g="0" b="0"/>
        </a:effectRef>
        <a:fontRef idx="minor"/>
      </dsp:style>
    </dsp:sp>
    <dsp:sp modelId="{0FCBCAB6-939F-4D15-B842-07FB3BF227D3}">
      <dsp:nvSpPr>
        <dsp:cNvPr id="0" name=""/>
        <dsp:cNvSpPr/>
      </dsp:nvSpPr>
      <dsp:spPr>
        <a:xfrm>
          <a:off x="7416958" y="6502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22363C-9D74-4A31-BA77-5734338CC60D}">
      <dsp:nvSpPr>
        <dsp:cNvPr id="0" name=""/>
        <dsp:cNvSpPr/>
      </dsp:nvSpPr>
      <dsp:spPr>
        <a:xfrm>
          <a:off x="8318049" y="4618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SG" sz="1900" kern="1200"/>
            <a:t>Social Sharing</a:t>
          </a:r>
          <a:endParaRPr lang="en-US" sz="1900" kern="1200"/>
        </a:p>
      </dsp:txBody>
      <dsp:txXfrm>
        <a:off x="8318049" y="461859"/>
        <a:ext cx="2114937" cy="897246"/>
      </dsp:txXfrm>
    </dsp:sp>
    <dsp:sp modelId="{04B2B5B7-40D7-42FD-AA25-DE9C1BB11C79}">
      <dsp:nvSpPr>
        <dsp:cNvPr id="0" name=""/>
        <dsp:cNvSpPr/>
      </dsp:nvSpPr>
      <dsp:spPr>
        <a:xfrm>
          <a:off x="82613" y="1915846"/>
          <a:ext cx="897246" cy="897246"/>
        </a:xfrm>
        <a:prstGeom prst="ellipse">
          <a:avLst/>
        </a:prstGeom>
        <a:solidFill>
          <a:schemeClr val="accent5">
            <a:hueOff val="-4055126"/>
            <a:satOff val="-10451"/>
            <a:lumOff val="-7059"/>
            <a:alphaOff val="0"/>
          </a:schemeClr>
        </a:solidFill>
        <a:ln>
          <a:noFill/>
        </a:ln>
        <a:effectLst/>
      </dsp:spPr>
      <dsp:style>
        <a:lnRef idx="0">
          <a:scrgbClr r="0" g="0" b="0"/>
        </a:lnRef>
        <a:fillRef idx="1">
          <a:scrgbClr r="0" g="0" b="0"/>
        </a:fillRef>
        <a:effectRef idx="0">
          <a:scrgbClr r="0" g="0" b="0"/>
        </a:effectRef>
        <a:fontRef idx="minor"/>
      </dsp:style>
    </dsp:sp>
    <dsp:sp modelId="{3FE47145-8659-4996-A590-DD11EC61200E}">
      <dsp:nvSpPr>
        <dsp:cNvPr id="0" name=""/>
        <dsp:cNvSpPr/>
      </dsp:nvSpPr>
      <dsp:spPr>
        <a:xfrm>
          <a:off x="271034" y="2104268"/>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6BBFB6-079E-4ABF-A7E7-3C8F7FE388BD}">
      <dsp:nvSpPr>
        <dsp:cNvPr id="0" name=""/>
        <dsp:cNvSpPr/>
      </dsp:nvSpPr>
      <dsp:spPr>
        <a:xfrm>
          <a:off x="1172126" y="191584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SG" sz="1900" kern="1200"/>
            <a:t>Social News</a:t>
          </a:r>
          <a:endParaRPr lang="en-US" sz="1900" kern="1200"/>
        </a:p>
      </dsp:txBody>
      <dsp:txXfrm>
        <a:off x="1172126" y="1915846"/>
        <a:ext cx="2114937" cy="897246"/>
      </dsp:txXfrm>
    </dsp:sp>
    <dsp:sp modelId="{0C31B47A-DBBD-489B-B519-AB619A38DA43}">
      <dsp:nvSpPr>
        <dsp:cNvPr id="0" name=""/>
        <dsp:cNvSpPr/>
      </dsp:nvSpPr>
      <dsp:spPr>
        <a:xfrm>
          <a:off x="3655575" y="1915846"/>
          <a:ext cx="897246" cy="897246"/>
        </a:xfrm>
        <a:prstGeom prst="ellipse">
          <a:avLst/>
        </a:prstGeom>
        <a:solidFill>
          <a:schemeClr val="accent5">
            <a:hueOff val="-5406834"/>
            <a:satOff val="-13935"/>
            <a:lumOff val="-9412"/>
            <a:alphaOff val="0"/>
          </a:schemeClr>
        </a:solidFill>
        <a:ln>
          <a:noFill/>
        </a:ln>
        <a:effectLst/>
      </dsp:spPr>
      <dsp:style>
        <a:lnRef idx="0">
          <a:scrgbClr r="0" g="0" b="0"/>
        </a:lnRef>
        <a:fillRef idx="1">
          <a:scrgbClr r="0" g="0" b="0"/>
        </a:fillRef>
        <a:effectRef idx="0">
          <a:scrgbClr r="0" g="0" b="0"/>
        </a:effectRef>
        <a:fontRef idx="minor"/>
      </dsp:style>
    </dsp:sp>
    <dsp:sp modelId="{AC2456C6-2B6D-4194-90DA-FF1FA29F5BC2}">
      <dsp:nvSpPr>
        <dsp:cNvPr id="0" name=""/>
        <dsp:cNvSpPr/>
      </dsp:nvSpPr>
      <dsp:spPr>
        <a:xfrm>
          <a:off x="3843996" y="2104268"/>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37652B-CB17-4595-A4C3-A8A35DF0FC08}">
      <dsp:nvSpPr>
        <dsp:cNvPr id="0" name=""/>
        <dsp:cNvSpPr/>
      </dsp:nvSpPr>
      <dsp:spPr>
        <a:xfrm>
          <a:off x="4745088" y="191584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SG" sz="1900" kern="1200"/>
            <a:t>Social Streaming</a:t>
          </a:r>
          <a:endParaRPr lang="en-US" sz="1900" kern="1200"/>
        </a:p>
      </dsp:txBody>
      <dsp:txXfrm>
        <a:off x="4745088" y="1915846"/>
        <a:ext cx="2114937" cy="897246"/>
      </dsp:txXfrm>
    </dsp:sp>
    <dsp:sp modelId="{F385C139-E413-4B6B-A7B9-599CFB5F7ECB}">
      <dsp:nvSpPr>
        <dsp:cNvPr id="0" name=""/>
        <dsp:cNvSpPr/>
      </dsp:nvSpPr>
      <dsp:spPr>
        <a:xfrm>
          <a:off x="7228536" y="1915846"/>
          <a:ext cx="897246" cy="897246"/>
        </a:xfrm>
        <a:prstGeom prst="ellipse">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dsp:style>
    </dsp:sp>
    <dsp:sp modelId="{F06E3E30-0F9F-487B-9C5D-B6B4E6397D43}">
      <dsp:nvSpPr>
        <dsp:cNvPr id="0" name=""/>
        <dsp:cNvSpPr/>
      </dsp:nvSpPr>
      <dsp:spPr>
        <a:xfrm>
          <a:off x="7416958" y="2104268"/>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49C48D-0967-46E8-9003-C5DEDB610B95}">
      <dsp:nvSpPr>
        <dsp:cNvPr id="0" name=""/>
        <dsp:cNvSpPr/>
      </dsp:nvSpPr>
      <dsp:spPr>
        <a:xfrm>
          <a:off x="8318049" y="191584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SG" sz="1900" kern="1200"/>
            <a:t>Company user-generated content and community</a:t>
          </a:r>
          <a:endParaRPr lang="en-US" sz="1900" kern="1200"/>
        </a:p>
      </dsp:txBody>
      <dsp:txXfrm>
        <a:off x="8318049" y="1915846"/>
        <a:ext cx="2114937" cy="8972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A78708-1E92-4CE5-A2CA-2DFF6DE09825}">
      <dsp:nvSpPr>
        <dsp:cNvPr id="0" name=""/>
        <dsp:cNvSpPr/>
      </dsp:nvSpPr>
      <dsp:spPr>
        <a:xfrm>
          <a:off x="0" y="671"/>
          <a:ext cx="6263640" cy="157238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222DCC-CC77-4914-B492-272B1B8CF9CB}">
      <dsp:nvSpPr>
        <dsp:cNvPr id="0" name=""/>
        <dsp:cNvSpPr/>
      </dsp:nvSpPr>
      <dsp:spPr>
        <a:xfrm>
          <a:off x="475646" y="354458"/>
          <a:ext cx="864811" cy="8648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773FEB-9E2B-449B-AA0B-1511953D0974}">
      <dsp:nvSpPr>
        <dsp:cNvPr id="0" name=""/>
        <dsp:cNvSpPr/>
      </dsp:nvSpPr>
      <dsp:spPr>
        <a:xfrm>
          <a:off x="1816103" y="67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889000">
            <a:lnSpc>
              <a:spcPct val="100000"/>
            </a:lnSpc>
            <a:spcBef>
              <a:spcPct val="0"/>
            </a:spcBef>
            <a:spcAft>
              <a:spcPct val="35000"/>
            </a:spcAft>
            <a:buNone/>
          </a:pPr>
          <a:r>
            <a:rPr lang="en-SG" sz="2000" kern="1200" dirty="0"/>
            <a:t>The scope of e-commerce is narrower than digital business. </a:t>
          </a:r>
          <a:endParaRPr lang="en-US" sz="2000" kern="1200" dirty="0"/>
        </a:p>
      </dsp:txBody>
      <dsp:txXfrm>
        <a:off x="1816103" y="671"/>
        <a:ext cx="4447536" cy="1572384"/>
      </dsp:txXfrm>
    </dsp:sp>
    <dsp:sp modelId="{57A07060-267C-47CD-8405-16B7F030D0C6}">
      <dsp:nvSpPr>
        <dsp:cNvPr id="0" name=""/>
        <dsp:cNvSpPr/>
      </dsp:nvSpPr>
      <dsp:spPr>
        <a:xfrm>
          <a:off x="0" y="1966151"/>
          <a:ext cx="6263640" cy="157238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AADA8B-0BCC-4983-9BF9-38D652A3B641}">
      <dsp:nvSpPr>
        <dsp:cNvPr id="0" name=""/>
        <dsp:cNvSpPr/>
      </dsp:nvSpPr>
      <dsp:spPr>
        <a:xfrm>
          <a:off x="475646" y="2319938"/>
          <a:ext cx="864811" cy="8648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3FC8FC-826B-4577-B1B8-BC17200915BE}">
      <dsp:nvSpPr>
        <dsp:cNvPr id="0" name=""/>
        <dsp:cNvSpPr/>
      </dsp:nvSpPr>
      <dsp:spPr>
        <a:xfrm>
          <a:off x="1816103" y="196615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889000">
            <a:lnSpc>
              <a:spcPct val="100000"/>
            </a:lnSpc>
            <a:spcBef>
              <a:spcPct val="0"/>
            </a:spcBef>
            <a:spcAft>
              <a:spcPct val="35000"/>
            </a:spcAft>
            <a:buNone/>
          </a:pPr>
          <a:r>
            <a:rPr lang="en-SG" sz="2000" kern="1200"/>
            <a:t>It is referred to as buying and selling using the Internet.</a:t>
          </a:r>
          <a:endParaRPr lang="en-US" sz="2000" kern="1200"/>
        </a:p>
      </dsp:txBody>
      <dsp:txXfrm>
        <a:off x="1816103" y="1966151"/>
        <a:ext cx="4447536" cy="1572384"/>
      </dsp:txXfrm>
    </dsp:sp>
    <dsp:sp modelId="{82731728-61CD-44A0-B3E1-33B7A30ABC6D}">
      <dsp:nvSpPr>
        <dsp:cNvPr id="0" name=""/>
        <dsp:cNvSpPr/>
      </dsp:nvSpPr>
      <dsp:spPr>
        <a:xfrm>
          <a:off x="0" y="3931632"/>
          <a:ext cx="6263640" cy="157238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FB2D1F-DD9F-4DD8-912A-F52F46FC0CF1}">
      <dsp:nvSpPr>
        <dsp:cNvPr id="0" name=""/>
        <dsp:cNvSpPr/>
      </dsp:nvSpPr>
      <dsp:spPr>
        <a:xfrm>
          <a:off x="475646" y="4285418"/>
          <a:ext cx="864811" cy="8648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7B81F3-B2FF-43EE-A60B-A31EB974B924}">
      <dsp:nvSpPr>
        <dsp:cNvPr id="0" name=""/>
        <dsp:cNvSpPr/>
      </dsp:nvSpPr>
      <dsp:spPr>
        <a:xfrm>
          <a:off x="1816103" y="3931632"/>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889000">
            <a:lnSpc>
              <a:spcPct val="100000"/>
            </a:lnSpc>
            <a:spcBef>
              <a:spcPct val="0"/>
            </a:spcBef>
            <a:spcAft>
              <a:spcPct val="35000"/>
            </a:spcAft>
            <a:buNone/>
          </a:pPr>
          <a:r>
            <a:rPr lang="en-SG" sz="2000" kern="1200"/>
            <a:t>All electronically mediated transactions between an organization and any third party it deals with.</a:t>
          </a:r>
          <a:endParaRPr lang="en-US" sz="2000" kern="1200"/>
        </a:p>
      </dsp:txBody>
      <dsp:txXfrm>
        <a:off x="1816103" y="3931632"/>
        <a:ext cx="4447536" cy="15723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BBEA2D-6DF4-446C-B48D-0ABE9F51FD87}">
      <dsp:nvSpPr>
        <dsp:cNvPr id="0" name=""/>
        <dsp:cNvSpPr/>
      </dsp:nvSpPr>
      <dsp:spPr>
        <a:xfrm>
          <a:off x="597260" y="685229"/>
          <a:ext cx="1449528" cy="144952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92D83D-851E-4969-90CA-A3B6448DA80B}">
      <dsp:nvSpPr>
        <dsp:cNvPr id="0" name=""/>
        <dsp:cNvSpPr/>
      </dsp:nvSpPr>
      <dsp:spPr>
        <a:xfrm>
          <a:off x="906176" y="994145"/>
          <a:ext cx="831696" cy="8316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807179-65B1-4B1A-9F67-925B36005D92}">
      <dsp:nvSpPr>
        <dsp:cNvPr id="0" name=""/>
        <dsp:cNvSpPr/>
      </dsp:nvSpPr>
      <dsp:spPr>
        <a:xfrm>
          <a:off x="133886" y="2586250"/>
          <a:ext cx="23762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SG" sz="2300" kern="1200"/>
            <a:t>Communication </a:t>
          </a:r>
          <a:endParaRPr lang="en-US" sz="2300" kern="1200"/>
        </a:p>
      </dsp:txBody>
      <dsp:txXfrm>
        <a:off x="133886" y="2586250"/>
        <a:ext cx="2376276" cy="720000"/>
      </dsp:txXfrm>
    </dsp:sp>
    <dsp:sp modelId="{8706E043-4A3C-4D05-B609-8A236DEAE8A0}">
      <dsp:nvSpPr>
        <dsp:cNvPr id="0" name=""/>
        <dsp:cNvSpPr/>
      </dsp:nvSpPr>
      <dsp:spPr>
        <a:xfrm>
          <a:off x="3389385" y="685229"/>
          <a:ext cx="1449528" cy="144952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B3245D-05DE-489E-BE74-4082C7E0464E}">
      <dsp:nvSpPr>
        <dsp:cNvPr id="0" name=""/>
        <dsp:cNvSpPr/>
      </dsp:nvSpPr>
      <dsp:spPr>
        <a:xfrm>
          <a:off x="3698301" y="994145"/>
          <a:ext cx="831696" cy="8316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98548C-54A1-4ED4-8EF7-8E7EC4AAF270}">
      <dsp:nvSpPr>
        <dsp:cNvPr id="0" name=""/>
        <dsp:cNvSpPr/>
      </dsp:nvSpPr>
      <dsp:spPr>
        <a:xfrm>
          <a:off x="2926011" y="2586250"/>
          <a:ext cx="23762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SG" sz="2300" kern="1200"/>
            <a:t>Business Process</a:t>
          </a:r>
          <a:endParaRPr lang="en-US" sz="2300" kern="1200"/>
        </a:p>
      </dsp:txBody>
      <dsp:txXfrm>
        <a:off x="2926011" y="2586250"/>
        <a:ext cx="2376276" cy="720000"/>
      </dsp:txXfrm>
    </dsp:sp>
    <dsp:sp modelId="{665E4E47-2BFA-4A9D-A79E-88298B8098ED}">
      <dsp:nvSpPr>
        <dsp:cNvPr id="0" name=""/>
        <dsp:cNvSpPr/>
      </dsp:nvSpPr>
      <dsp:spPr>
        <a:xfrm>
          <a:off x="6181510" y="685229"/>
          <a:ext cx="1449528" cy="144952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835E67-4E29-465F-AC54-D5C66F964DB6}">
      <dsp:nvSpPr>
        <dsp:cNvPr id="0" name=""/>
        <dsp:cNvSpPr/>
      </dsp:nvSpPr>
      <dsp:spPr>
        <a:xfrm>
          <a:off x="6490426" y="994145"/>
          <a:ext cx="831696" cy="8316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7E569B-5C35-418B-95B5-739290D3062E}">
      <dsp:nvSpPr>
        <dsp:cNvPr id="0" name=""/>
        <dsp:cNvSpPr/>
      </dsp:nvSpPr>
      <dsp:spPr>
        <a:xfrm>
          <a:off x="5718136" y="2586250"/>
          <a:ext cx="23762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SG" sz="2300" kern="1200"/>
            <a:t>Service</a:t>
          </a:r>
          <a:endParaRPr lang="en-US" sz="2300" kern="1200"/>
        </a:p>
      </dsp:txBody>
      <dsp:txXfrm>
        <a:off x="5718136" y="2586250"/>
        <a:ext cx="2376276" cy="720000"/>
      </dsp:txXfrm>
    </dsp:sp>
    <dsp:sp modelId="{DB46D193-3D1A-498E-BD8C-3936DEAFFC0D}">
      <dsp:nvSpPr>
        <dsp:cNvPr id="0" name=""/>
        <dsp:cNvSpPr/>
      </dsp:nvSpPr>
      <dsp:spPr>
        <a:xfrm>
          <a:off x="8973635" y="685229"/>
          <a:ext cx="1449528" cy="144952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F1779E-8B60-4687-AAA9-A55D82895F0B}">
      <dsp:nvSpPr>
        <dsp:cNvPr id="0" name=""/>
        <dsp:cNvSpPr/>
      </dsp:nvSpPr>
      <dsp:spPr>
        <a:xfrm>
          <a:off x="9282551" y="994145"/>
          <a:ext cx="831696" cy="8316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2E95AF-F0A6-44E4-B134-ABA707F2A53E}">
      <dsp:nvSpPr>
        <dsp:cNvPr id="0" name=""/>
        <dsp:cNvSpPr/>
      </dsp:nvSpPr>
      <dsp:spPr>
        <a:xfrm>
          <a:off x="8510261" y="2586250"/>
          <a:ext cx="23762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SG" sz="2300" kern="1200"/>
            <a:t>Online</a:t>
          </a:r>
          <a:endParaRPr lang="en-US" sz="2300" kern="1200"/>
        </a:p>
      </dsp:txBody>
      <dsp:txXfrm>
        <a:off x="8510261" y="2586250"/>
        <a:ext cx="2376276"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1AF6C5-E5D1-4D7F-9152-FB2E3313153F}">
      <dsp:nvSpPr>
        <dsp:cNvPr id="0" name=""/>
        <dsp:cNvSpPr/>
      </dsp:nvSpPr>
      <dsp:spPr>
        <a:xfrm rot="5400000">
          <a:off x="5374178" y="-2224948"/>
          <a:ext cx="774590" cy="5422563"/>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These enable purchase of products online. </a:t>
          </a:r>
        </a:p>
      </dsp:txBody>
      <dsp:txXfrm rot="-5400000">
        <a:off x="3050192" y="136850"/>
        <a:ext cx="5384751" cy="698966"/>
      </dsp:txXfrm>
    </dsp:sp>
    <dsp:sp modelId="{8A939108-2D33-4936-9DE2-124E50A12A79}">
      <dsp:nvSpPr>
        <dsp:cNvPr id="0" name=""/>
        <dsp:cNvSpPr/>
      </dsp:nvSpPr>
      <dsp:spPr>
        <a:xfrm>
          <a:off x="0" y="2214"/>
          <a:ext cx="3050192" cy="96823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SG" sz="1900" kern="1200"/>
            <a:t>Transactional E-commerce site</a:t>
          </a:r>
          <a:endParaRPr lang="en-US" sz="1900" kern="1200"/>
        </a:p>
      </dsp:txBody>
      <dsp:txXfrm>
        <a:off x="47265" y="49479"/>
        <a:ext cx="2955662" cy="873708"/>
      </dsp:txXfrm>
    </dsp:sp>
    <dsp:sp modelId="{34CE47CF-65B5-4F6A-828B-2405222D2DC1}">
      <dsp:nvSpPr>
        <dsp:cNvPr id="0" name=""/>
        <dsp:cNvSpPr/>
      </dsp:nvSpPr>
      <dsp:spPr>
        <a:xfrm rot="5400000">
          <a:off x="5374178" y="-1208298"/>
          <a:ext cx="774590" cy="5422563"/>
        </a:xfrm>
        <a:prstGeom prst="round2SameRect">
          <a:avLst/>
        </a:prstGeom>
        <a:solidFill>
          <a:schemeClr val="accent2">
            <a:tint val="40000"/>
            <a:alpha val="90000"/>
            <a:hueOff val="-212306"/>
            <a:satOff val="-18836"/>
            <a:lumOff val="-192"/>
            <a:alphaOff val="0"/>
          </a:schemeClr>
        </a:solidFill>
        <a:ln w="12700" cap="flat" cmpd="sng" algn="ctr">
          <a:solidFill>
            <a:schemeClr val="accent2">
              <a:tint val="40000"/>
              <a:alpha val="90000"/>
              <a:hueOff val="-212306"/>
              <a:satOff val="-18836"/>
              <a:lumOff val="-1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Provide information to stimulate purchase and build relationships.</a:t>
          </a:r>
        </a:p>
      </dsp:txBody>
      <dsp:txXfrm rot="-5400000">
        <a:off x="3050192" y="1153500"/>
        <a:ext cx="5384751" cy="698966"/>
      </dsp:txXfrm>
    </dsp:sp>
    <dsp:sp modelId="{B2D2451A-83BD-4616-BDCB-8A2CBCA23523}">
      <dsp:nvSpPr>
        <dsp:cNvPr id="0" name=""/>
        <dsp:cNvSpPr/>
      </dsp:nvSpPr>
      <dsp:spPr>
        <a:xfrm>
          <a:off x="0" y="1018864"/>
          <a:ext cx="3050192" cy="968238"/>
        </a:xfrm>
        <a:prstGeom prst="round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SG" sz="1900" kern="1200"/>
            <a:t>Service-oriented relationship-building websites</a:t>
          </a:r>
          <a:endParaRPr lang="en-US" sz="1900" kern="1200"/>
        </a:p>
      </dsp:txBody>
      <dsp:txXfrm>
        <a:off x="47265" y="1066129"/>
        <a:ext cx="2955662" cy="873708"/>
      </dsp:txXfrm>
    </dsp:sp>
    <dsp:sp modelId="{04A09A88-7402-41C6-A26E-D7C5DBDB49D9}">
      <dsp:nvSpPr>
        <dsp:cNvPr id="0" name=""/>
        <dsp:cNvSpPr/>
      </dsp:nvSpPr>
      <dsp:spPr>
        <a:xfrm rot="5400000">
          <a:off x="5374178" y="-191647"/>
          <a:ext cx="774590" cy="5422563"/>
        </a:xfrm>
        <a:prstGeom prst="round2Same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Provide an experience to support the brand. Products are not typically available for online purchase.</a:t>
          </a:r>
        </a:p>
      </dsp:txBody>
      <dsp:txXfrm rot="-5400000">
        <a:off x="3050192" y="2170151"/>
        <a:ext cx="5384751" cy="698966"/>
      </dsp:txXfrm>
    </dsp:sp>
    <dsp:sp modelId="{9DFE9D17-9886-4D58-B6EC-A61B5B7E9376}">
      <dsp:nvSpPr>
        <dsp:cNvPr id="0" name=""/>
        <dsp:cNvSpPr/>
      </dsp:nvSpPr>
      <dsp:spPr>
        <a:xfrm>
          <a:off x="0" y="2035514"/>
          <a:ext cx="3050192" cy="968238"/>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SG" sz="1900" kern="1200"/>
            <a:t>Brand-building sites </a:t>
          </a:r>
          <a:endParaRPr lang="en-US" sz="1900" kern="1200"/>
        </a:p>
      </dsp:txBody>
      <dsp:txXfrm>
        <a:off x="47265" y="2082779"/>
        <a:ext cx="2955662" cy="873708"/>
      </dsp:txXfrm>
    </dsp:sp>
    <dsp:sp modelId="{36D6AC6E-8139-4FCF-9939-AAC0237EF23B}">
      <dsp:nvSpPr>
        <dsp:cNvPr id="0" name=""/>
        <dsp:cNvSpPr/>
      </dsp:nvSpPr>
      <dsp:spPr>
        <a:xfrm rot="5400000">
          <a:off x="5374178" y="825002"/>
          <a:ext cx="774590" cy="5422563"/>
        </a:xfrm>
        <a:prstGeom prst="round2SameRect">
          <a:avLst/>
        </a:prstGeom>
        <a:solidFill>
          <a:schemeClr val="accent2">
            <a:tint val="40000"/>
            <a:alpha val="90000"/>
            <a:hueOff val="-636919"/>
            <a:satOff val="-56510"/>
            <a:lumOff val="-577"/>
            <a:alphaOff val="0"/>
          </a:schemeClr>
        </a:solidFill>
        <a:ln w="12700" cap="flat" cmpd="sng" algn="ctr">
          <a:solidFill>
            <a:schemeClr val="accent2">
              <a:tint val="40000"/>
              <a:alpha val="90000"/>
              <a:hueOff val="-636919"/>
              <a:satOff val="-56510"/>
              <a:lumOff val="-5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SG" sz="1600" kern="1200"/>
            <a:t>Provide information, news or entertainment about a range of topics. ‘Portal’ refers to a gateway of information.</a:t>
          </a:r>
          <a:endParaRPr lang="en-US" sz="1600" kern="1200"/>
        </a:p>
      </dsp:txBody>
      <dsp:txXfrm rot="-5400000">
        <a:off x="3050192" y="3186800"/>
        <a:ext cx="5384751" cy="698966"/>
      </dsp:txXfrm>
    </dsp:sp>
    <dsp:sp modelId="{6D1AFCF6-EF13-4A1F-8D66-A7FB03CD5FC2}">
      <dsp:nvSpPr>
        <dsp:cNvPr id="0" name=""/>
        <dsp:cNvSpPr/>
      </dsp:nvSpPr>
      <dsp:spPr>
        <a:xfrm>
          <a:off x="0" y="3052165"/>
          <a:ext cx="3050192" cy="968238"/>
        </a:xfrm>
        <a:prstGeom prst="round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SG" sz="1900" kern="1200"/>
            <a:t>Publisher or media sites</a:t>
          </a:r>
          <a:endParaRPr lang="en-US" sz="1900" kern="1200"/>
        </a:p>
      </dsp:txBody>
      <dsp:txXfrm>
        <a:off x="47265" y="3099430"/>
        <a:ext cx="2955662" cy="873708"/>
      </dsp:txXfrm>
    </dsp:sp>
    <dsp:sp modelId="{AA3DCCA0-EB89-4758-A487-11CD70888E00}">
      <dsp:nvSpPr>
        <dsp:cNvPr id="0" name=""/>
        <dsp:cNvSpPr/>
      </dsp:nvSpPr>
      <dsp:spPr>
        <a:xfrm rot="5400000">
          <a:off x="5374178" y="1841652"/>
          <a:ext cx="774590" cy="5422563"/>
        </a:xfrm>
        <a:prstGeom prst="round2Same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SG" sz="1600" kern="1200" dirty="0"/>
            <a:t>It is considered as part of the previous category.</a:t>
          </a:r>
          <a:endParaRPr lang="en-US" sz="1600" kern="1200" dirty="0"/>
        </a:p>
      </dsp:txBody>
      <dsp:txXfrm rot="-5400000">
        <a:off x="3050192" y="4203450"/>
        <a:ext cx="5384751" cy="698966"/>
      </dsp:txXfrm>
    </dsp:sp>
    <dsp:sp modelId="{E4349E96-9BEB-4BA5-A004-C819329BCA04}">
      <dsp:nvSpPr>
        <dsp:cNvPr id="0" name=""/>
        <dsp:cNvSpPr/>
      </dsp:nvSpPr>
      <dsp:spPr>
        <a:xfrm>
          <a:off x="0" y="4068815"/>
          <a:ext cx="3050192" cy="968238"/>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SG" sz="1900" kern="1200"/>
            <a:t>Social Network sites</a:t>
          </a:r>
          <a:endParaRPr lang="en-US" sz="1900" kern="1200"/>
        </a:p>
      </dsp:txBody>
      <dsp:txXfrm>
        <a:off x="47265" y="4116080"/>
        <a:ext cx="2955662" cy="87370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29411-1EF3-416D-AF23-4E2632B281C3}">
      <dsp:nvSpPr>
        <dsp:cNvPr id="0" name=""/>
        <dsp:cNvSpPr/>
      </dsp:nvSpPr>
      <dsp:spPr>
        <a:xfrm>
          <a:off x="1087446" y="42441"/>
          <a:ext cx="1165007" cy="11650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C2582A-3EFA-4AE2-B3B8-F53ED67E2097}">
      <dsp:nvSpPr>
        <dsp:cNvPr id="0" name=""/>
        <dsp:cNvSpPr/>
      </dsp:nvSpPr>
      <dsp:spPr>
        <a:xfrm>
          <a:off x="5653" y="1445508"/>
          <a:ext cx="3328593" cy="49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SG" sz="1700" kern="1200"/>
            <a:t>Digital Marketing Involves:</a:t>
          </a:r>
          <a:endParaRPr lang="en-US" sz="1700" kern="1200"/>
        </a:p>
      </dsp:txBody>
      <dsp:txXfrm>
        <a:off x="5653" y="1445508"/>
        <a:ext cx="3328593" cy="499289"/>
      </dsp:txXfrm>
    </dsp:sp>
    <dsp:sp modelId="{F57ABA77-F757-47EC-856E-98B00E586B37}">
      <dsp:nvSpPr>
        <dsp:cNvPr id="0" name=""/>
        <dsp:cNvSpPr/>
      </dsp:nvSpPr>
      <dsp:spPr>
        <a:xfrm>
          <a:off x="5653" y="2055523"/>
          <a:ext cx="3328593" cy="352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SG" sz="2000" kern="1200" dirty="0"/>
            <a:t>Applying this technology which forms online channels to market</a:t>
          </a:r>
          <a:endParaRPr lang="en-US" sz="2000" kern="1200" dirty="0"/>
        </a:p>
        <a:p>
          <a:pPr marL="228600" lvl="1" indent="-228600" algn="l" defTabSz="889000">
            <a:lnSpc>
              <a:spcPct val="90000"/>
            </a:lnSpc>
            <a:spcBef>
              <a:spcPct val="0"/>
            </a:spcBef>
            <a:spcAft>
              <a:spcPct val="15000"/>
            </a:spcAft>
            <a:buChar char="•"/>
          </a:pPr>
          <a:r>
            <a:rPr lang="en-US" sz="2000" kern="1200" dirty="0"/>
            <a:t>Web, e-mail, databases, plus mobile/wireless and digital TV. </a:t>
          </a:r>
        </a:p>
      </dsp:txBody>
      <dsp:txXfrm>
        <a:off x="5653" y="2055523"/>
        <a:ext cx="3328593" cy="3523187"/>
      </dsp:txXfrm>
    </dsp:sp>
    <dsp:sp modelId="{15D3C9E5-41AC-4C97-A4D8-10481F4B0607}">
      <dsp:nvSpPr>
        <dsp:cNvPr id="0" name=""/>
        <dsp:cNvSpPr/>
      </dsp:nvSpPr>
      <dsp:spPr>
        <a:xfrm>
          <a:off x="4998544" y="42441"/>
          <a:ext cx="1165007" cy="11650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1BDD37-E0FA-4E42-A0DE-DAA1DC7FCE9E}">
      <dsp:nvSpPr>
        <dsp:cNvPr id="0" name=""/>
        <dsp:cNvSpPr/>
      </dsp:nvSpPr>
      <dsp:spPr>
        <a:xfrm>
          <a:off x="3916751" y="1445508"/>
          <a:ext cx="3328593" cy="49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SG" sz="1700" kern="1200"/>
            <a:t>To achieve this objectives:</a:t>
          </a:r>
          <a:endParaRPr lang="en-US" sz="1700" kern="1200"/>
        </a:p>
      </dsp:txBody>
      <dsp:txXfrm>
        <a:off x="3916751" y="1445508"/>
        <a:ext cx="3328593" cy="499289"/>
      </dsp:txXfrm>
    </dsp:sp>
    <dsp:sp modelId="{C9CD3952-AD32-4B59-B497-A336C151E5E4}">
      <dsp:nvSpPr>
        <dsp:cNvPr id="0" name=""/>
        <dsp:cNvSpPr/>
      </dsp:nvSpPr>
      <dsp:spPr>
        <a:xfrm>
          <a:off x="3916751" y="2055523"/>
          <a:ext cx="3328593" cy="352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Support marketing activities aimed at achieving profitable acquisition and retention of customers … within a multi-channel buying process and customer lifecycle. </a:t>
          </a:r>
        </a:p>
      </dsp:txBody>
      <dsp:txXfrm>
        <a:off x="3916751" y="2055523"/>
        <a:ext cx="3328593" cy="3523187"/>
      </dsp:txXfrm>
    </dsp:sp>
    <dsp:sp modelId="{33DB46C5-81E1-4D82-86AD-2F9263D06F98}">
      <dsp:nvSpPr>
        <dsp:cNvPr id="0" name=""/>
        <dsp:cNvSpPr/>
      </dsp:nvSpPr>
      <dsp:spPr>
        <a:xfrm>
          <a:off x="8909642" y="42441"/>
          <a:ext cx="1165007" cy="11650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79676A-36F4-4D0A-ADEC-66F3B5B74067}">
      <dsp:nvSpPr>
        <dsp:cNvPr id="0" name=""/>
        <dsp:cNvSpPr/>
      </dsp:nvSpPr>
      <dsp:spPr>
        <a:xfrm>
          <a:off x="7827849" y="1445508"/>
          <a:ext cx="3328593" cy="49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SG" sz="1700" kern="1200"/>
            <a:t>Through using this marketing tactics:</a:t>
          </a:r>
          <a:endParaRPr lang="en-US" sz="1700" kern="1200"/>
        </a:p>
      </dsp:txBody>
      <dsp:txXfrm>
        <a:off x="7827849" y="1445508"/>
        <a:ext cx="3328593" cy="499289"/>
      </dsp:txXfrm>
    </dsp:sp>
    <dsp:sp modelId="{4A8A8B57-D23E-4201-B094-AD9A1AC6E06A}">
      <dsp:nvSpPr>
        <dsp:cNvPr id="0" name=""/>
        <dsp:cNvSpPr/>
      </dsp:nvSpPr>
      <dsp:spPr>
        <a:xfrm>
          <a:off x="7827849" y="2055523"/>
          <a:ext cx="3328593" cy="352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dirty="0"/>
            <a:t>Recognizing the strategic importance of digital technologies and developing a planned approach to reach and migrate customers to online services through e-communications and traditional communications. Retention is achieved through improving our customer knowledge (of their profiles, behavior, value and loyalty drivers), then delivering integrated, targeted communications and online services that match their individual needs.</a:t>
          </a:r>
        </a:p>
      </dsp:txBody>
      <dsp:txXfrm>
        <a:off x="7827849" y="2055523"/>
        <a:ext cx="3328593" cy="35231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C35DB5-8913-4756-8782-6BB51E549FC7}">
      <dsp:nvSpPr>
        <dsp:cNvPr id="0" name=""/>
        <dsp:cNvSpPr/>
      </dsp:nvSpPr>
      <dsp:spPr>
        <a:xfrm>
          <a:off x="0" y="531"/>
          <a:ext cx="105156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699960-8A1B-4B0B-B2E1-6EE998852576}">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421C16-90CF-45D0-AADF-83C382B6695F}">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SG" sz="2500" kern="1200"/>
            <a:t>Site downtime affecting whole site or some processes</a:t>
          </a:r>
          <a:endParaRPr lang="en-US" sz="2500" kern="1200"/>
        </a:p>
      </dsp:txBody>
      <dsp:txXfrm>
        <a:off x="1435590" y="531"/>
        <a:ext cx="9080009" cy="1242935"/>
      </dsp:txXfrm>
    </dsp:sp>
    <dsp:sp modelId="{0BA99BE7-C68A-4DA7-A1F9-45B5CB094C38}">
      <dsp:nvSpPr>
        <dsp:cNvPr id="0" name=""/>
        <dsp:cNvSpPr/>
      </dsp:nvSpPr>
      <dsp:spPr>
        <a:xfrm>
          <a:off x="0" y="1554201"/>
          <a:ext cx="105156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213E64-F035-40FE-AFE7-2A709A957020}">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4FE51B-1762-4E29-A0C4-32686361536E}">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SG" sz="2500" kern="1200"/>
            <a:t>Security attack e.g. denial-of-service attack, content hijacked</a:t>
          </a:r>
          <a:endParaRPr lang="en-US" sz="2500" kern="1200"/>
        </a:p>
      </dsp:txBody>
      <dsp:txXfrm>
        <a:off x="1435590" y="1554201"/>
        <a:ext cx="9080009" cy="1242935"/>
      </dsp:txXfrm>
    </dsp:sp>
    <dsp:sp modelId="{34B4DDE3-2CF3-4EC7-81E5-AFAEEC5DFD68}">
      <dsp:nvSpPr>
        <dsp:cNvPr id="0" name=""/>
        <dsp:cNvSpPr/>
      </dsp:nvSpPr>
      <dsp:spPr>
        <a:xfrm>
          <a:off x="0" y="3107870"/>
          <a:ext cx="105156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35057A-7AFF-4880-A96E-896AA1E3B025}">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3A90C3-D899-4446-8E1D-43EC70C9E7E2}">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SG" sz="2500" kern="1200"/>
            <a:t>Wrong content presented for site visitor</a:t>
          </a:r>
          <a:endParaRPr lang="en-US" sz="2500" kern="1200"/>
        </a:p>
      </dsp:txBody>
      <dsp:txXfrm>
        <a:off x="1435590" y="3107870"/>
        <a:ext cx="9080009" cy="12429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79EE6E-41A6-48FA-862F-84B4673C7919}">
      <dsp:nvSpPr>
        <dsp:cNvPr id="0" name=""/>
        <dsp:cNvSpPr/>
      </dsp:nvSpPr>
      <dsp:spPr>
        <a:xfrm>
          <a:off x="0" y="445217"/>
          <a:ext cx="9537874" cy="191835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0245" tIns="437388" rIns="740245" bIns="149352" numCol="1" spcCol="1270" anchor="t" anchorCtr="0">
          <a:noAutofit/>
        </a:bodyPr>
        <a:lstStyle/>
        <a:p>
          <a:pPr marL="228600" lvl="1" indent="-228600" algn="l" defTabSz="933450">
            <a:lnSpc>
              <a:spcPct val="90000"/>
            </a:lnSpc>
            <a:spcBef>
              <a:spcPct val="0"/>
            </a:spcBef>
            <a:spcAft>
              <a:spcPct val="15000"/>
            </a:spcAft>
            <a:buChar char="•"/>
          </a:pPr>
          <a:r>
            <a:rPr lang="en-SG" sz="2100" kern="1200"/>
            <a:t>Increasing speed with which supplies can be obtained</a:t>
          </a:r>
          <a:endParaRPr lang="en-US" sz="2100" kern="1200"/>
        </a:p>
        <a:p>
          <a:pPr marL="228600" lvl="1" indent="-228600" algn="l" defTabSz="933450">
            <a:lnSpc>
              <a:spcPct val="90000"/>
            </a:lnSpc>
            <a:spcBef>
              <a:spcPct val="0"/>
            </a:spcBef>
            <a:spcAft>
              <a:spcPct val="15000"/>
            </a:spcAft>
            <a:buChar char="•"/>
          </a:pPr>
          <a:r>
            <a:rPr lang="en-SG" sz="2100" kern="1200"/>
            <a:t>Increasing speed with which goods can be dispatched</a:t>
          </a:r>
          <a:endParaRPr lang="en-US" sz="2100" kern="1200"/>
        </a:p>
        <a:p>
          <a:pPr marL="228600" lvl="1" indent="-228600" algn="l" defTabSz="933450">
            <a:lnSpc>
              <a:spcPct val="90000"/>
            </a:lnSpc>
            <a:spcBef>
              <a:spcPct val="0"/>
            </a:spcBef>
            <a:spcAft>
              <a:spcPct val="15000"/>
            </a:spcAft>
            <a:buChar char="•"/>
          </a:pPr>
          <a:r>
            <a:rPr lang="en-SG" sz="2100" kern="1200"/>
            <a:t>Reduced sales and purchasing costs</a:t>
          </a:r>
          <a:endParaRPr lang="en-US" sz="2100" kern="1200"/>
        </a:p>
        <a:p>
          <a:pPr marL="228600" lvl="1" indent="-228600" algn="l" defTabSz="933450">
            <a:lnSpc>
              <a:spcPct val="90000"/>
            </a:lnSpc>
            <a:spcBef>
              <a:spcPct val="0"/>
            </a:spcBef>
            <a:spcAft>
              <a:spcPct val="15000"/>
            </a:spcAft>
            <a:buChar char="•"/>
          </a:pPr>
          <a:r>
            <a:rPr lang="en-SG" sz="2100" kern="1200"/>
            <a:t>Reduced operating costs</a:t>
          </a:r>
          <a:endParaRPr lang="en-US" sz="2100" kern="1200"/>
        </a:p>
      </dsp:txBody>
      <dsp:txXfrm>
        <a:off x="0" y="445217"/>
        <a:ext cx="9537874" cy="1918350"/>
      </dsp:txXfrm>
    </dsp:sp>
    <dsp:sp modelId="{E2C12643-3070-4D4B-BC42-9C952F84366D}">
      <dsp:nvSpPr>
        <dsp:cNvPr id="0" name=""/>
        <dsp:cNvSpPr/>
      </dsp:nvSpPr>
      <dsp:spPr>
        <a:xfrm>
          <a:off x="476893" y="135257"/>
          <a:ext cx="6676511" cy="6199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2356" tIns="0" rIns="252356" bIns="0" numCol="1" spcCol="1270" anchor="ctr" anchorCtr="0">
          <a:noAutofit/>
        </a:bodyPr>
        <a:lstStyle/>
        <a:p>
          <a:pPr marL="0" lvl="0" indent="0" algn="l" defTabSz="1244600">
            <a:lnSpc>
              <a:spcPct val="90000"/>
            </a:lnSpc>
            <a:spcBef>
              <a:spcPct val="0"/>
            </a:spcBef>
            <a:spcAft>
              <a:spcPct val="35000"/>
            </a:spcAft>
            <a:buNone/>
          </a:pPr>
          <a:r>
            <a:rPr lang="en-SG" sz="2800" b="1" u="sng" kern="1200" dirty="0"/>
            <a:t>Cost/Efficiency drivers</a:t>
          </a:r>
          <a:endParaRPr lang="en-US" sz="2800" kern="1200" dirty="0"/>
        </a:p>
      </dsp:txBody>
      <dsp:txXfrm>
        <a:off x="507155" y="165519"/>
        <a:ext cx="6615987" cy="559396"/>
      </dsp:txXfrm>
    </dsp:sp>
    <dsp:sp modelId="{9CF9976B-6F1E-412A-A9A6-168229870231}">
      <dsp:nvSpPr>
        <dsp:cNvPr id="0" name=""/>
        <dsp:cNvSpPr/>
      </dsp:nvSpPr>
      <dsp:spPr>
        <a:xfrm>
          <a:off x="0" y="2786927"/>
          <a:ext cx="9537874" cy="1587600"/>
        </a:xfrm>
        <a:prstGeom prst="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0245" tIns="437388" rIns="740245" bIns="149352" numCol="1" spcCol="1270" anchor="t" anchorCtr="0">
          <a:noAutofit/>
        </a:bodyPr>
        <a:lstStyle/>
        <a:p>
          <a:pPr marL="228600" lvl="1" indent="-228600" algn="l" defTabSz="933450">
            <a:lnSpc>
              <a:spcPct val="90000"/>
            </a:lnSpc>
            <a:spcBef>
              <a:spcPct val="0"/>
            </a:spcBef>
            <a:spcAft>
              <a:spcPct val="15000"/>
            </a:spcAft>
            <a:buChar char="•"/>
          </a:pPr>
          <a:r>
            <a:rPr lang="en-SG" sz="2100" kern="1200"/>
            <a:t>Customer demand</a:t>
          </a:r>
          <a:endParaRPr lang="en-US" sz="2100" kern="1200"/>
        </a:p>
        <a:p>
          <a:pPr marL="228600" lvl="1" indent="-228600" algn="l" defTabSz="933450">
            <a:lnSpc>
              <a:spcPct val="90000"/>
            </a:lnSpc>
            <a:spcBef>
              <a:spcPct val="0"/>
            </a:spcBef>
            <a:spcAft>
              <a:spcPct val="15000"/>
            </a:spcAft>
            <a:buChar char="•"/>
          </a:pPr>
          <a:r>
            <a:rPr lang="en-SG" sz="2100" kern="1200"/>
            <a:t>Improving the range and quality of services offered</a:t>
          </a:r>
          <a:endParaRPr lang="en-US" sz="2100" kern="1200"/>
        </a:p>
        <a:p>
          <a:pPr marL="228600" lvl="1" indent="-228600" algn="l" defTabSz="933450">
            <a:lnSpc>
              <a:spcPct val="90000"/>
            </a:lnSpc>
            <a:spcBef>
              <a:spcPct val="0"/>
            </a:spcBef>
            <a:spcAft>
              <a:spcPct val="15000"/>
            </a:spcAft>
            <a:buChar char="•"/>
          </a:pPr>
          <a:r>
            <a:rPr lang="en-SG" sz="2100" kern="1200"/>
            <a:t>Avoiding losing market share to businesses already using e-commerce</a:t>
          </a:r>
          <a:endParaRPr lang="en-US" sz="2100" kern="1200"/>
        </a:p>
      </dsp:txBody>
      <dsp:txXfrm>
        <a:off x="0" y="2786927"/>
        <a:ext cx="9537874" cy="1587600"/>
      </dsp:txXfrm>
    </dsp:sp>
    <dsp:sp modelId="{85F5AD61-D5B4-49C0-A93A-EC0932897D86}">
      <dsp:nvSpPr>
        <dsp:cNvPr id="0" name=""/>
        <dsp:cNvSpPr/>
      </dsp:nvSpPr>
      <dsp:spPr>
        <a:xfrm>
          <a:off x="476893" y="2476967"/>
          <a:ext cx="6676511" cy="6199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2356" tIns="0" rIns="252356" bIns="0" numCol="1" spcCol="1270" anchor="ctr" anchorCtr="0">
          <a:noAutofit/>
        </a:bodyPr>
        <a:lstStyle/>
        <a:p>
          <a:pPr marL="0" lvl="0" indent="0" algn="l" defTabSz="1244600">
            <a:lnSpc>
              <a:spcPct val="90000"/>
            </a:lnSpc>
            <a:spcBef>
              <a:spcPct val="0"/>
            </a:spcBef>
            <a:spcAft>
              <a:spcPct val="35000"/>
            </a:spcAft>
            <a:buNone/>
          </a:pPr>
          <a:r>
            <a:rPr lang="en-SG" sz="2800" b="1" u="sng" kern="1200" dirty="0"/>
            <a:t>Competitiveness drivers</a:t>
          </a:r>
          <a:endParaRPr lang="en-US" sz="2800" kern="1200" dirty="0"/>
        </a:p>
      </dsp:txBody>
      <dsp:txXfrm>
        <a:off x="507155" y="2507229"/>
        <a:ext cx="6615987" cy="559396"/>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7000B-7DC9-49F9-AC88-2169B6A36257}" type="datetimeFigureOut">
              <a:rPr lang="en-SG" smtClean="0"/>
              <a:t>10/4/2020</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81601-C851-40DE-95AD-C36D47D7E00B}" type="slidenum">
              <a:rPr lang="en-SG" smtClean="0"/>
              <a:t>‹#›</a:t>
            </a:fld>
            <a:endParaRPr lang="en-SG"/>
          </a:p>
        </p:txBody>
      </p:sp>
    </p:spTree>
    <p:extLst>
      <p:ext uri="{BB962C8B-B14F-4D97-AF65-F5344CB8AC3E}">
        <p14:creationId xmlns:p14="http://schemas.microsoft.com/office/powerpoint/2010/main" val="336468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2B97-BF01-4A6E-A887-3F68610F4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8A017F3B-3C8D-44EC-B168-4DF402D98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cxnSp>
        <p:nvCxnSpPr>
          <p:cNvPr id="7" name="Straight Connector 6">
            <a:extLst>
              <a:ext uri="{FF2B5EF4-FFF2-40B4-BE49-F238E27FC236}">
                <a16:creationId xmlns:a16="http://schemas.microsoft.com/office/drawing/2014/main" id="{35D354F6-1E43-4FE2-9416-04E184CE86D7}"/>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B9059644-BD68-48DA-B90B-E97D932F04F4}"/>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L01-Introduction to Digital Business &amp; E-com. Management</a:t>
            </a:r>
          </a:p>
        </p:txBody>
      </p:sp>
      <p:sp>
        <p:nvSpPr>
          <p:cNvPr id="9" name="Rectangle 8">
            <a:extLst>
              <a:ext uri="{FF2B5EF4-FFF2-40B4-BE49-F238E27FC236}">
                <a16:creationId xmlns:a16="http://schemas.microsoft.com/office/drawing/2014/main" id="{3AEF5720-1197-40C8-BFBA-5BF0AC560111}"/>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0" name="Picture 9" descr="A picture containing clipart&#10;&#10;Description automatically generated">
            <a:extLst>
              <a:ext uri="{FF2B5EF4-FFF2-40B4-BE49-F238E27FC236}">
                <a16:creationId xmlns:a16="http://schemas.microsoft.com/office/drawing/2014/main" id="{81CE94B4-04F5-4161-95DF-2EB53BA97E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78790" y="185738"/>
            <a:ext cx="1364857" cy="737891"/>
          </a:xfrm>
          <a:prstGeom prst="rect">
            <a:avLst/>
          </a:prstGeom>
        </p:spPr>
      </p:pic>
    </p:spTree>
    <p:extLst>
      <p:ext uri="{BB962C8B-B14F-4D97-AF65-F5344CB8AC3E}">
        <p14:creationId xmlns:p14="http://schemas.microsoft.com/office/powerpoint/2010/main" val="405416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572CAD7-C006-4353-A7EB-D4461834FFBC}"/>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47B28D83-E4C8-4915-BA61-71ABB0F33829}"/>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A14FA9BB-BB69-451E-A09E-5918099752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A481BA36-121F-4271-BF92-82AF8DFB30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B2813FB-3A55-4A8D-AEBA-1AF76B7ADB7A}"/>
              </a:ext>
            </a:extLst>
          </p:cNvPr>
          <p:cNvSpPr>
            <a:spLocks noGrp="1"/>
          </p:cNvSpPr>
          <p:nvPr>
            <p:ph type="sldNum" sz="quarter" idx="12"/>
          </p:nvPr>
        </p:nvSpPr>
        <p:spPr/>
        <p:txBody>
          <a:bodyPr/>
          <a:lstStyle/>
          <a:p>
            <a:fld id="{C3874EC8-7A34-473C-985C-63460AF7DDB5}" type="slidenum">
              <a:rPr lang="en-SG" smtClean="0"/>
              <a:t>‹#›</a:t>
            </a:fld>
            <a:endParaRPr lang="en-SG"/>
          </a:p>
        </p:txBody>
      </p:sp>
      <p:sp>
        <p:nvSpPr>
          <p:cNvPr id="12" name="Rectangle 11">
            <a:extLst>
              <a:ext uri="{FF2B5EF4-FFF2-40B4-BE49-F238E27FC236}">
                <a16:creationId xmlns:a16="http://schemas.microsoft.com/office/drawing/2014/main" id="{8DDA959D-3244-40DF-8C39-48899F94628E}"/>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1" name="Picture 10" descr="A picture containing clipart&#10;&#10;Description automatically generated">
            <a:extLst>
              <a:ext uri="{FF2B5EF4-FFF2-40B4-BE49-F238E27FC236}">
                <a16:creationId xmlns:a16="http://schemas.microsoft.com/office/drawing/2014/main" id="{0E49D956-4E7D-4FF0-9764-CA5EA52DF0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84409" y="185738"/>
            <a:ext cx="1364857" cy="737891"/>
          </a:xfrm>
          <a:prstGeom prst="rect">
            <a:avLst/>
          </a:prstGeom>
        </p:spPr>
      </p:pic>
      <p:sp>
        <p:nvSpPr>
          <p:cNvPr id="13" name="Rectangle 12">
            <a:extLst>
              <a:ext uri="{FF2B5EF4-FFF2-40B4-BE49-F238E27FC236}">
                <a16:creationId xmlns:a16="http://schemas.microsoft.com/office/drawing/2014/main" id="{21A6A314-FAEB-43F9-91D2-6C2631FF191E}"/>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L01-Introduction to Digital Business &amp; E-com. Management</a:t>
            </a:r>
          </a:p>
        </p:txBody>
      </p:sp>
    </p:spTree>
    <p:extLst>
      <p:ext uri="{BB962C8B-B14F-4D97-AF65-F5344CB8AC3E}">
        <p14:creationId xmlns:p14="http://schemas.microsoft.com/office/powerpoint/2010/main" val="186436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CBC9-E257-4172-AC12-4AC9239B4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76C25E9-6D4F-4823-AE7C-483A3110D3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C4586F1-3FAF-4510-86BF-33A8937095D9}"/>
              </a:ext>
            </a:extLst>
          </p:cNvPr>
          <p:cNvSpPr>
            <a:spLocks noGrp="1"/>
          </p:cNvSpPr>
          <p:nvPr>
            <p:ph type="dt" sz="half" idx="10"/>
          </p:nvPr>
        </p:nvSpPr>
        <p:spPr/>
        <p:txBody>
          <a:bodyPr/>
          <a:lstStyle/>
          <a:p>
            <a:fld id="{4D0E5ED6-F25D-41F1-AAC9-E78DC995B25D}" type="datetimeFigureOut">
              <a:rPr lang="en-SG" smtClean="0"/>
              <a:t>10/4/2020</a:t>
            </a:fld>
            <a:endParaRPr lang="en-SG"/>
          </a:p>
        </p:txBody>
      </p:sp>
      <p:sp>
        <p:nvSpPr>
          <p:cNvPr id="5" name="Footer Placeholder 4">
            <a:extLst>
              <a:ext uri="{FF2B5EF4-FFF2-40B4-BE49-F238E27FC236}">
                <a16:creationId xmlns:a16="http://schemas.microsoft.com/office/drawing/2014/main" id="{BF0F3B4C-BEC0-49A2-A45C-7D334E88683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640D68-B742-47B0-9398-98B0F76BD945}"/>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14705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2605-5E95-4ACC-B9CD-4903C97CA65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DDD9895-7D0C-431B-9D5A-C31AC039C4C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2A779E9-397B-4F66-B41D-BB342E6724D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DC374F6-3A40-4E65-ABFB-7A2C68D89CC3}"/>
              </a:ext>
            </a:extLst>
          </p:cNvPr>
          <p:cNvSpPr>
            <a:spLocks noGrp="1"/>
          </p:cNvSpPr>
          <p:nvPr>
            <p:ph type="dt" sz="half" idx="10"/>
          </p:nvPr>
        </p:nvSpPr>
        <p:spPr/>
        <p:txBody>
          <a:bodyPr/>
          <a:lstStyle/>
          <a:p>
            <a:fld id="{4D0E5ED6-F25D-41F1-AAC9-E78DC995B25D}" type="datetimeFigureOut">
              <a:rPr lang="en-SG" smtClean="0"/>
              <a:t>10/4/2020</a:t>
            </a:fld>
            <a:endParaRPr lang="en-SG"/>
          </a:p>
        </p:txBody>
      </p:sp>
      <p:sp>
        <p:nvSpPr>
          <p:cNvPr id="6" name="Footer Placeholder 5">
            <a:extLst>
              <a:ext uri="{FF2B5EF4-FFF2-40B4-BE49-F238E27FC236}">
                <a16:creationId xmlns:a16="http://schemas.microsoft.com/office/drawing/2014/main" id="{569C9A97-5042-465C-BBED-81AF8C2A073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C7A5479-C27D-45D9-AE08-EE452A49D1D6}"/>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380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A4891-15D3-4754-84C2-E5543F06473E}"/>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1F4E125-0BF0-46DA-AE52-B6C10FC94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377E3B-ACAA-4F9F-8D86-14B8758E62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749E3A2A-3233-44D6-AF71-16EEA602A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513C41A-D68A-46DA-855E-E1D8D4885E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ACD9258-6F83-419D-9540-19D71D803B18}"/>
              </a:ext>
            </a:extLst>
          </p:cNvPr>
          <p:cNvSpPr>
            <a:spLocks noGrp="1"/>
          </p:cNvSpPr>
          <p:nvPr>
            <p:ph type="dt" sz="half" idx="10"/>
          </p:nvPr>
        </p:nvSpPr>
        <p:spPr/>
        <p:txBody>
          <a:bodyPr/>
          <a:lstStyle/>
          <a:p>
            <a:fld id="{4D0E5ED6-F25D-41F1-AAC9-E78DC995B25D}" type="datetimeFigureOut">
              <a:rPr lang="en-SG" smtClean="0"/>
              <a:t>10/4/2020</a:t>
            </a:fld>
            <a:endParaRPr lang="en-SG"/>
          </a:p>
        </p:txBody>
      </p:sp>
      <p:sp>
        <p:nvSpPr>
          <p:cNvPr id="8" name="Footer Placeholder 7">
            <a:extLst>
              <a:ext uri="{FF2B5EF4-FFF2-40B4-BE49-F238E27FC236}">
                <a16:creationId xmlns:a16="http://schemas.microsoft.com/office/drawing/2014/main" id="{E7564971-15B4-4DC3-B2CB-00DCE6E60C9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DABA4FE-DF9D-40D9-82D2-6D0F00B268D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26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FC2B-977A-40CD-9CC9-22479607B315}"/>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6BA7718-914F-4E13-AC0C-C7C5BE9FCD1A}"/>
              </a:ext>
            </a:extLst>
          </p:cNvPr>
          <p:cNvSpPr>
            <a:spLocks noGrp="1"/>
          </p:cNvSpPr>
          <p:nvPr>
            <p:ph type="dt" sz="half" idx="10"/>
          </p:nvPr>
        </p:nvSpPr>
        <p:spPr/>
        <p:txBody>
          <a:bodyPr/>
          <a:lstStyle/>
          <a:p>
            <a:fld id="{4D0E5ED6-F25D-41F1-AAC9-E78DC995B25D}" type="datetimeFigureOut">
              <a:rPr lang="en-SG" smtClean="0"/>
              <a:t>10/4/2020</a:t>
            </a:fld>
            <a:endParaRPr lang="en-SG"/>
          </a:p>
        </p:txBody>
      </p:sp>
      <p:sp>
        <p:nvSpPr>
          <p:cNvPr id="4" name="Footer Placeholder 3">
            <a:extLst>
              <a:ext uri="{FF2B5EF4-FFF2-40B4-BE49-F238E27FC236}">
                <a16:creationId xmlns:a16="http://schemas.microsoft.com/office/drawing/2014/main" id="{A970CF05-D59E-4AF3-842B-7C757C16A0B8}"/>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96A77DE9-3557-46EE-B523-7207E0EA6073}"/>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1315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49786-F49C-4973-8751-25E29B2A0071}"/>
              </a:ext>
            </a:extLst>
          </p:cNvPr>
          <p:cNvSpPr>
            <a:spLocks noGrp="1"/>
          </p:cNvSpPr>
          <p:nvPr>
            <p:ph type="dt" sz="half" idx="10"/>
          </p:nvPr>
        </p:nvSpPr>
        <p:spPr/>
        <p:txBody>
          <a:bodyPr/>
          <a:lstStyle/>
          <a:p>
            <a:fld id="{4D0E5ED6-F25D-41F1-AAC9-E78DC995B25D}" type="datetimeFigureOut">
              <a:rPr lang="en-SG" smtClean="0"/>
              <a:t>10/4/2020</a:t>
            </a:fld>
            <a:endParaRPr lang="en-SG"/>
          </a:p>
        </p:txBody>
      </p:sp>
      <p:sp>
        <p:nvSpPr>
          <p:cNvPr id="3" name="Footer Placeholder 2">
            <a:extLst>
              <a:ext uri="{FF2B5EF4-FFF2-40B4-BE49-F238E27FC236}">
                <a16:creationId xmlns:a16="http://schemas.microsoft.com/office/drawing/2014/main" id="{6271183E-762E-4B73-9B17-A3DA24F1852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4FB1A84-DF94-4F99-A49C-B03B19E0032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663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D841-3D44-423C-91C3-F7A515D00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D5C97E8-4AF6-4659-BEA1-898853C4E1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6494655B-56F3-4B61-A474-67D86A379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0E7BC3-2791-4AB5-ADAE-0C7F4E707D9A}"/>
              </a:ext>
            </a:extLst>
          </p:cNvPr>
          <p:cNvSpPr>
            <a:spLocks noGrp="1"/>
          </p:cNvSpPr>
          <p:nvPr>
            <p:ph type="dt" sz="half" idx="10"/>
          </p:nvPr>
        </p:nvSpPr>
        <p:spPr/>
        <p:txBody>
          <a:bodyPr/>
          <a:lstStyle/>
          <a:p>
            <a:fld id="{4D0E5ED6-F25D-41F1-AAC9-E78DC995B25D}" type="datetimeFigureOut">
              <a:rPr lang="en-SG" smtClean="0"/>
              <a:t>10/4/2020</a:t>
            </a:fld>
            <a:endParaRPr lang="en-SG"/>
          </a:p>
        </p:txBody>
      </p:sp>
      <p:sp>
        <p:nvSpPr>
          <p:cNvPr id="6" name="Footer Placeholder 5">
            <a:extLst>
              <a:ext uri="{FF2B5EF4-FFF2-40B4-BE49-F238E27FC236}">
                <a16:creationId xmlns:a16="http://schemas.microsoft.com/office/drawing/2014/main" id="{68C31823-8CDE-4274-A19F-1E39E5E0796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FF46A9-8465-4B40-86FD-D275335D3C4C}"/>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2882940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54D9A-D792-4F7E-AA19-63A97B96C2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17937E6-2053-48FC-B428-429E20BDE7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91DE880-7950-4911-AC27-4B0D372E7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92A2BD9-F85B-45B4-91FB-9240F62DDC59}"/>
              </a:ext>
            </a:extLst>
          </p:cNvPr>
          <p:cNvSpPr>
            <a:spLocks noGrp="1"/>
          </p:cNvSpPr>
          <p:nvPr>
            <p:ph type="dt" sz="half" idx="10"/>
          </p:nvPr>
        </p:nvSpPr>
        <p:spPr/>
        <p:txBody>
          <a:bodyPr/>
          <a:lstStyle/>
          <a:p>
            <a:fld id="{4D0E5ED6-F25D-41F1-AAC9-E78DC995B25D}" type="datetimeFigureOut">
              <a:rPr lang="en-SG" smtClean="0"/>
              <a:t>10/4/2020</a:t>
            </a:fld>
            <a:endParaRPr lang="en-SG"/>
          </a:p>
        </p:txBody>
      </p:sp>
      <p:sp>
        <p:nvSpPr>
          <p:cNvPr id="6" name="Footer Placeholder 5">
            <a:extLst>
              <a:ext uri="{FF2B5EF4-FFF2-40B4-BE49-F238E27FC236}">
                <a16:creationId xmlns:a16="http://schemas.microsoft.com/office/drawing/2014/main" id="{6FA3668D-7030-4594-8DC9-C9B44E451DD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FE3C865-F7B5-4870-8694-ED39F9CA476A}"/>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54601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EC3D-9000-436C-BBFF-06FD2E29A6F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4E3804C-57F6-4D6F-88D1-0FD3BE6F1F0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A74962E-FC03-49B4-8F16-72F0A6D13434}"/>
              </a:ext>
            </a:extLst>
          </p:cNvPr>
          <p:cNvSpPr>
            <a:spLocks noGrp="1"/>
          </p:cNvSpPr>
          <p:nvPr>
            <p:ph type="dt" sz="half" idx="10"/>
          </p:nvPr>
        </p:nvSpPr>
        <p:spPr/>
        <p:txBody>
          <a:bodyPr/>
          <a:lstStyle/>
          <a:p>
            <a:fld id="{4D0E5ED6-F25D-41F1-AAC9-E78DC995B25D}" type="datetimeFigureOut">
              <a:rPr lang="en-SG" smtClean="0"/>
              <a:t>10/4/2020</a:t>
            </a:fld>
            <a:endParaRPr lang="en-SG"/>
          </a:p>
        </p:txBody>
      </p:sp>
      <p:sp>
        <p:nvSpPr>
          <p:cNvPr id="5" name="Footer Placeholder 4">
            <a:extLst>
              <a:ext uri="{FF2B5EF4-FFF2-40B4-BE49-F238E27FC236}">
                <a16:creationId xmlns:a16="http://schemas.microsoft.com/office/drawing/2014/main" id="{5E696B7B-C59A-47E6-A797-2064020725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A727256-871B-433F-8D7F-15EAF8E9354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94091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E79DC-D4AB-4EF5-AD3D-FEF820823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D9851C7-3427-41D1-A1F2-6C3D09DD51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C5323B8-0D9A-406A-9FB6-2441F678D650}"/>
              </a:ext>
            </a:extLst>
          </p:cNvPr>
          <p:cNvSpPr>
            <a:spLocks noGrp="1"/>
          </p:cNvSpPr>
          <p:nvPr>
            <p:ph type="dt" sz="half" idx="10"/>
          </p:nvPr>
        </p:nvSpPr>
        <p:spPr/>
        <p:txBody>
          <a:bodyPr/>
          <a:lstStyle/>
          <a:p>
            <a:fld id="{4D0E5ED6-F25D-41F1-AAC9-E78DC995B25D}" type="datetimeFigureOut">
              <a:rPr lang="en-SG" smtClean="0"/>
              <a:t>10/4/2020</a:t>
            </a:fld>
            <a:endParaRPr lang="en-SG"/>
          </a:p>
        </p:txBody>
      </p:sp>
      <p:sp>
        <p:nvSpPr>
          <p:cNvPr id="5" name="Footer Placeholder 4">
            <a:extLst>
              <a:ext uri="{FF2B5EF4-FFF2-40B4-BE49-F238E27FC236}">
                <a16:creationId xmlns:a16="http://schemas.microsoft.com/office/drawing/2014/main" id="{8F1172E5-006A-4155-9842-087F938A78D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73F49D6-B941-48B9-94A0-5AC0211F88D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87212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25C447-9B03-43B9-828E-472085829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69C0CED-A812-4110-9DA5-48D7C03E67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C160008-9FE4-4F40-8C1A-C5DDCF6A2E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0E5ED6-F25D-41F1-AAC9-E78DC995B25D}" type="datetimeFigureOut">
              <a:rPr lang="en-SG" smtClean="0"/>
              <a:t>10/4/2020</a:t>
            </a:fld>
            <a:endParaRPr lang="en-SG"/>
          </a:p>
        </p:txBody>
      </p:sp>
      <p:sp>
        <p:nvSpPr>
          <p:cNvPr id="5" name="Footer Placeholder 4">
            <a:extLst>
              <a:ext uri="{FF2B5EF4-FFF2-40B4-BE49-F238E27FC236}">
                <a16:creationId xmlns:a16="http://schemas.microsoft.com/office/drawing/2014/main" id="{8D7D3F37-DD31-4315-B770-3F9CFD21FD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83BE67E0-94D2-47F8-BE7F-19DE87874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4EC8-7A34-473C-985C-63460AF7DDB5}" type="slidenum">
              <a:rPr lang="en-SG" smtClean="0"/>
              <a:t>‹#›</a:t>
            </a:fld>
            <a:endParaRPr lang="en-SG"/>
          </a:p>
        </p:txBody>
      </p:sp>
    </p:spTree>
    <p:extLst>
      <p:ext uri="{BB962C8B-B14F-4D97-AF65-F5344CB8AC3E}">
        <p14:creationId xmlns:p14="http://schemas.microsoft.com/office/powerpoint/2010/main" val="236828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AD23-F2F8-4063-BECD-46D330AE9465}"/>
              </a:ext>
            </a:extLst>
          </p:cNvPr>
          <p:cNvSpPr>
            <a:spLocks noGrp="1"/>
          </p:cNvSpPr>
          <p:nvPr>
            <p:ph type="ctrTitle"/>
          </p:nvPr>
        </p:nvSpPr>
        <p:spPr/>
        <p:txBody>
          <a:bodyPr/>
          <a:lstStyle/>
          <a:p>
            <a:r>
              <a:rPr lang="en-SG" dirty="0"/>
              <a:t>Digital Business and               E-Commerce Management</a:t>
            </a:r>
          </a:p>
        </p:txBody>
      </p:sp>
      <p:sp>
        <p:nvSpPr>
          <p:cNvPr id="3" name="TextBox 2">
            <a:extLst>
              <a:ext uri="{FF2B5EF4-FFF2-40B4-BE49-F238E27FC236}">
                <a16:creationId xmlns:a16="http://schemas.microsoft.com/office/drawing/2014/main" id="{F41BFC50-F776-4C51-876C-0FBE15360ED2}"/>
              </a:ext>
            </a:extLst>
          </p:cNvPr>
          <p:cNvSpPr txBox="1"/>
          <p:nvPr/>
        </p:nvSpPr>
        <p:spPr>
          <a:xfrm>
            <a:off x="895350" y="4457700"/>
            <a:ext cx="10848975" cy="1384995"/>
          </a:xfrm>
          <a:prstGeom prst="rect">
            <a:avLst/>
          </a:prstGeom>
          <a:noFill/>
        </p:spPr>
        <p:txBody>
          <a:bodyPr wrap="square" rtlCol="0">
            <a:spAutoFit/>
          </a:bodyPr>
          <a:lstStyle/>
          <a:p>
            <a:pPr algn="ctr"/>
            <a:r>
              <a:rPr lang="en-SG" sz="4800" dirty="0">
                <a:latin typeface="Abadi" panose="020B0604020202020204" pitchFamily="34" charset="0"/>
              </a:rPr>
              <a:t>Lesson 1</a:t>
            </a:r>
          </a:p>
          <a:p>
            <a:pPr algn="ctr"/>
            <a:r>
              <a:rPr lang="en-SG" sz="3600" dirty="0">
                <a:latin typeface="Abadi" panose="020B0604020202020204" pitchFamily="34" charset="0"/>
              </a:rPr>
              <a:t>Introduction to Digital Business &amp; E-commerce</a:t>
            </a:r>
          </a:p>
        </p:txBody>
      </p:sp>
    </p:spTree>
    <p:extLst>
      <p:ext uri="{BB962C8B-B14F-4D97-AF65-F5344CB8AC3E}">
        <p14:creationId xmlns:p14="http://schemas.microsoft.com/office/powerpoint/2010/main" val="28561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72F88A-68F7-4655-8A42-CD311E858579}"/>
              </a:ext>
            </a:extLst>
          </p:cNvPr>
          <p:cNvSpPr>
            <a:spLocks noGrp="1"/>
          </p:cNvSpPr>
          <p:nvPr>
            <p:ph type="title"/>
          </p:nvPr>
        </p:nvSpPr>
        <p:spPr>
          <a:xfrm>
            <a:off x="643467" y="321734"/>
            <a:ext cx="10905066" cy="1135737"/>
          </a:xfrm>
        </p:spPr>
        <p:txBody>
          <a:bodyPr>
            <a:normAutofit/>
          </a:bodyPr>
          <a:lstStyle/>
          <a:p>
            <a:r>
              <a:rPr lang="en-SG" sz="3600"/>
              <a:t>Introduction to Digital Business &amp; E-commerce</a:t>
            </a:r>
          </a:p>
        </p:txBody>
      </p:sp>
      <p:sp>
        <p:nvSpPr>
          <p:cNvPr id="12" name="Rectangle 11">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0EB4CFE0-536A-4105-A24E-C979AADB6900}"/>
              </a:ext>
            </a:extLst>
          </p:cNvPr>
          <p:cNvGraphicFramePr>
            <a:graphicFrameLocks noGrp="1"/>
          </p:cNvGraphicFramePr>
          <p:nvPr>
            <p:ph idx="1"/>
            <p:extLst>
              <p:ext uri="{D42A27DB-BD31-4B8C-83A1-F6EECF244321}">
                <p14:modId xmlns:p14="http://schemas.microsoft.com/office/powerpoint/2010/main" val="2310796533"/>
              </p:ext>
            </p:extLst>
          </p:nvPr>
        </p:nvGraphicFramePr>
        <p:xfrm>
          <a:off x="1409786" y="2379969"/>
          <a:ext cx="9509182" cy="39348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BAE0F8AB-3D0C-472E-A296-60B858770D16}"/>
              </a:ext>
            </a:extLst>
          </p:cNvPr>
          <p:cNvSpPr txBox="1"/>
          <p:nvPr/>
        </p:nvSpPr>
        <p:spPr>
          <a:xfrm>
            <a:off x="704893" y="1544434"/>
            <a:ext cx="9509182" cy="461665"/>
          </a:xfrm>
          <a:prstGeom prst="rect">
            <a:avLst/>
          </a:prstGeom>
          <a:noFill/>
        </p:spPr>
        <p:txBody>
          <a:bodyPr wrap="square" rtlCol="0">
            <a:spAutoFit/>
          </a:bodyPr>
          <a:lstStyle/>
          <a:p>
            <a:r>
              <a:rPr lang="en-SG" sz="2400" dirty="0"/>
              <a:t>At the end of this lesson, you will be able to:</a:t>
            </a:r>
          </a:p>
        </p:txBody>
      </p:sp>
    </p:spTree>
    <p:extLst>
      <p:ext uri="{BB962C8B-B14F-4D97-AF65-F5344CB8AC3E}">
        <p14:creationId xmlns:p14="http://schemas.microsoft.com/office/powerpoint/2010/main" val="377429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1.1</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a:xfrm>
            <a:off x="838200" y="1797050"/>
            <a:ext cx="10515600" cy="4351338"/>
          </a:xfrm>
        </p:spPr>
        <p:txBody>
          <a:bodyPr/>
          <a:lstStyle/>
          <a:p>
            <a:r>
              <a:rPr lang="en-SG" dirty="0"/>
              <a:t>Refer to your book for Activity 1.1</a:t>
            </a:r>
          </a:p>
        </p:txBody>
      </p:sp>
    </p:spTree>
    <p:extLst>
      <p:ext uri="{BB962C8B-B14F-4D97-AF65-F5344CB8AC3E}">
        <p14:creationId xmlns:p14="http://schemas.microsoft.com/office/powerpoint/2010/main" val="3099011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18">
            <a:extLst>
              <a:ext uri="{FF2B5EF4-FFF2-40B4-BE49-F238E27FC236}">
                <a16:creationId xmlns:a16="http://schemas.microsoft.com/office/drawing/2014/main" id="{B05E4F47-B148-49E0-B472-BBF149315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421721"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0">
            <a:extLst>
              <a:ext uri="{FF2B5EF4-FFF2-40B4-BE49-F238E27FC236}">
                <a16:creationId xmlns:a16="http://schemas.microsoft.com/office/drawing/2014/main" id="{7A2CE8EB-F719-4F84-9E91-F538438CAC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CB3206B-0828-4289-9FF1-566C7EF27638}"/>
              </a:ext>
            </a:extLst>
          </p:cNvPr>
          <p:cNvSpPr>
            <a:spLocks noGrp="1"/>
          </p:cNvSpPr>
          <p:nvPr>
            <p:ph type="title"/>
          </p:nvPr>
        </p:nvSpPr>
        <p:spPr>
          <a:xfrm>
            <a:off x="6421721" y="162875"/>
            <a:ext cx="4766330" cy="903925"/>
          </a:xfrm>
        </p:spPr>
        <p:txBody>
          <a:bodyPr>
            <a:normAutofit/>
          </a:bodyPr>
          <a:lstStyle/>
          <a:p>
            <a:r>
              <a:rPr lang="en-SG" dirty="0">
                <a:solidFill>
                  <a:srgbClr val="000000"/>
                </a:solidFill>
              </a:rPr>
              <a:t>Introduction</a:t>
            </a:r>
          </a:p>
        </p:txBody>
      </p:sp>
      <p:sp>
        <p:nvSpPr>
          <p:cNvPr id="23" name="Freeform 50">
            <a:extLst>
              <a:ext uri="{FF2B5EF4-FFF2-40B4-BE49-F238E27FC236}">
                <a16:creationId xmlns:a16="http://schemas.microsoft.com/office/drawing/2014/main" id="{684BF3E1-C321-4F38-85CF-FEBBEEC15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1159"/>
            <a:ext cx="5464879" cy="6276841"/>
          </a:xfrm>
          <a:custGeom>
            <a:avLst/>
            <a:gdLst>
              <a:gd name="connsiteX0" fmla="*/ 3299930 w 5464879"/>
              <a:gd name="connsiteY0" fmla="*/ 0 h 6276841"/>
              <a:gd name="connsiteX1" fmla="*/ 5398992 w 5464879"/>
              <a:gd name="connsiteY1" fmla="*/ 753544 h 6276841"/>
              <a:gd name="connsiteX2" fmla="*/ 5464879 w 5464879"/>
              <a:gd name="connsiteY2" fmla="*/ 813426 h 6276841"/>
              <a:gd name="connsiteX3" fmla="*/ 5464879 w 5464879"/>
              <a:gd name="connsiteY3" fmla="*/ 5786434 h 6276841"/>
              <a:gd name="connsiteX4" fmla="*/ 5398992 w 5464879"/>
              <a:gd name="connsiteY4" fmla="*/ 5846317 h 6276841"/>
              <a:gd name="connsiteX5" fmla="*/ 4872873 w 5464879"/>
              <a:gd name="connsiteY5" fmla="*/ 6201577 h 6276841"/>
              <a:gd name="connsiteX6" fmla="*/ 4716632 w 5464879"/>
              <a:gd name="connsiteY6" fmla="*/ 6276841 h 6276841"/>
              <a:gd name="connsiteX7" fmla="*/ 1883227 w 5464879"/>
              <a:gd name="connsiteY7" fmla="*/ 6276841 h 6276841"/>
              <a:gd name="connsiteX8" fmla="*/ 1726987 w 5464879"/>
              <a:gd name="connsiteY8" fmla="*/ 6201577 h 6276841"/>
              <a:gd name="connsiteX9" fmla="*/ 0 w 5464879"/>
              <a:gd name="connsiteY9" fmla="*/ 3299930 h 6276841"/>
              <a:gd name="connsiteX10" fmla="*/ 3299930 w 5464879"/>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4879" h="6276841">
                <a:moveTo>
                  <a:pt x="3299930" y="0"/>
                </a:moveTo>
                <a:cubicBezTo>
                  <a:pt x="4097274" y="0"/>
                  <a:pt x="4828569" y="282789"/>
                  <a:pt x="5398992" y="753544"/>
                </a:cubicBezTo>
                <a:lnTo>
                  <a:pt x="5464879" y="813426"/>
                </a:lnTo>
                <a:lnTo>
                  <a:pt x="5464879" y="5786434"/>
                </a:lnTo>
                <a:lnTo>
                  <a:pt x="5398992" y="5846317"/>
                </a:lnTo>
                <a:cubicBezTo>
                  <a:pt x="5236014" y="5980818"/>
                  <a:pt x="5059904" y="6099975"/>
                  <a:pt x="4872873" y="6201577"/>
                </a:cubicBezTo>
                <a:lnTo>
                  <a:pt x="4716632" y="6276841"/>
                </a:lnTo>
                <a:lnTo>
                  <a:pt x="1883227" y="6276841"/>
                </a:lnTo>
                <a:lnTo>
                  <a:pt x="1726987" y="6201577"/>
                </a:lnTo>
                <a:cubicBezTo>
                  <a:pt x="698316" y="5642769"/>
                  <a:pt x="0" y="4552900"/>
                  <a:pt x="0" y="3299930"/>
                </a:cubicBezTo>
                <a:cubicBezTo>
                  <a:pt x="0" y="1477429"/>
                  <a:pt x="1477429" y="0"/>
                  <a:pt x="3299930"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Wireless router">
            <a:extLst>
              <a:ext uri="{FF2B5EF4-FFF2-40B4-BE49-F238E27FC236}">
                <a16:creationId xmlns:a16="http://schemas.microsoft.com/office/drawing/2014/main" id="{08605819-AA60-4A1E-9532-598B7CBFFC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8328" y="1819656"/>
            <a:ext cx="4142232" cy="4142232"/>
          </a:xfrm>
          <a:prstGeom prst="rect">
            <a:avLst/>
          </a:prstGeom>
        </p:spPr>
      </p:pic>
      <p:sp>
        <p:nvSpPr>
          <p:cNvPr id="3" name="Content Placeholder 2">
            <a:extLst>
              <a:ext uri="{FF2B5EF4-FFF2-40B4-BE49-F238E27FC236}">
                <a16:creationId xmlns:a16="http://schemas.microsoft.com/office/drawing/2014/main" id="{9CFBBF98-B871-409A-8CB6-BC84E28C7AB4}"/>
              </a:ext>
            </a:extLst>
          </p:cNvPr>
          <p:cNvSpPr>
            <a:spLocks noGrp="1"/>
          </p:cNvSpPr>
          <p:nvPr>
            <p:ph idx="1"/>
          </p:nvPr>
        </p:nvSpPr>
        <p:spPr>
          <a:xfrm>
            <a:off x="6923886" y="1229675"/>
            <a:ext cx="4765949" cy="3955503"/>
          </a:xfrm>
        </p:spPr>
        <p:txBody>
          <a:bodyPr anchor="t">
            <a:normAutofit/>
          </a:bodyPr>
          <a:lstStyle/>
          <a:p>
            <a:pPr marL="0" indent="0">
              <a:buNone/>
            </a:pPr>
            <a:r>
              <a:rPr lang="en-US" sz="3200" dirty="0">
                <a:solidFill>
                  <a:srgbClr val="000000"/>
                </a:solidFill>
              </a:rPr>
              <a:t>Organizations have now been applying technologies based on the following:</a:t>
            </a:r>
          </a:p>
          <a:p>
            <a:pPr marL="0" indent="0">
              <a:buNone/>
            </a:pPr>
            <a:endParaRPr lang="en-US" sz="3200" dirty="0">
              <a:solidFill>
                <a:srgbClr val="000000"/>
              </a:solidFill>
            </a:endParaRPr>
          </a:p>
          <a:p>
            <a:r>
              <a:rPr lang="en-US" sz="3200" dirty="0">
                <a:solidFill>
                  <a:srgbClr val="000000"/>
                </a:solidFill>
              </a:rPr>
              <a:t>Internet</a:t>
            </a:r>
          </a:p>
          <a:p>
            <a:r>
              <a:rPr lang="en-US" sz="3200" dirty="0">
                <a:solidFill>
                  <a:srgbClr val="000000"/>
                </a:solidFill>
              </a:rPr>
              <a:t>World Wide Web </a:t>
            </a:r>
          </a:p>
          <a:p>
            <a:r>
              <a:rPr lang="en-US" sz="3200" dirty="0">
                <a:solidFill>
                  <a:srgbClr val="000000"/>
                </a:solidFill>
              </a:rPr>
              <a:t>Wireless communications</a:t>
            </a:r>
          </a:p>
        </p:txBody>
      </p:sp>
      <p:sp>
        <p:nvSpPr>
          <p:cNvPr id="4" name="TextBox 3">
            <a:extLst>
              <a:ext uri="{FF2B5EF4-FFF2-40B4-BE49-F238E27FC236}">
                <a16:creationId xmlns:a16="http://schemas.microsoft.com/office/drawing/2014/main" id="{72AEC638-3A76-4958-8F20-5BC39F8B1009}"/>
              </a:ext>
            </a:extLst>
          </p:cNvPr>
          <p:cNvSpPr txBox="1"/>
          <p:nvPr/>
        </p:nvSpPr>
        <p:spPr>
          <a:xfrm>
            <a:off x="2988389" y="5494796"/>
            <a:ext cx="8865283" cy="1200329"/>
          </a:xfrm>
          <a:prstGeom prst="rect">
            <a:avLst/>
          </a:prstGeom>
          <a:solidFill>
            <a:schemeClr val="accent4">
              <a:lumMod val="40000"/>
              <a:lumOff val="60000"/>
            </a:schemeClr>
          </a:solidFill>
        </p:spPr>
        <p:txBody>
          <a:bodyPr wrap="square" rtlCol="0">
            <a:spAutoFit/>
          </a:bodyPr>
          <a:lstStyle/>
          <a:p>
            <a:r>
              <a:rPr lang="en-US" dirty="0"/>
              <a:t> </a:t>
            </a:r>
            <a:r>
              <a:rPr lang="en-US" sz="2400" dirty="0"/>
              <a:t>Deploying these technologies has offered many opportunities for innovative e-businesses to be created based on new approaches to business. </a:t>
            </a:r>
            <a:endParaRPr lang="en-SG" dirty="0"/>
          </a:p>
        </p:txBody>
      </p:sp>
    </p:spTree>
    <p:extLst>
      <p:ext uri="{BB962C8B-B14F-4D97-AF65-F5344CB8AC3E}">
        <p14:creationId xmlns:p14="http://schemas.microsoft.com/office/powerpoint/2010/main" val="9366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8E77C8C8-0B5F-40A4-8AE7-665FECB46F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13" name="Rectangle 12">
              <a:extLst>
                <a:ext uri="{FF2B5EF4-FFF2-40B4-BE49-F238E27FC236}">
                  <a16:creationId xmlns:a16="http://schemas.microsoft.com/office/drawing/2014/main" id="{2813FAB4-E18A-4CFA-B75B-92090037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412C0C28-5850-4F97-8E19-24B1DD749F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7101BC42-E337-4B6C-9F2A-B6D6890CDB55}"/>
              </a:ext>
            </a:extLst>
          </p:cNvPr>
          <p:cNvSpPr>
            <a:spLocks noGrp="1"/>
          </p:cNvSpPr>
          <p:nvPr>
            <p:ph type="title"/>
          </p:nvPr>
        </p:nvSpPr>
        <p:spPr>
          <a:xfrm>
            <a:off x="972710" y="268286"/>
            <a:ext cx="10891942" cy="1514694"/>
          </a:xfrm>
        </p:spPr>
        <p:txBody>
          <a:bodyPr>
            <a:normAutofit fontScale="90000"/>
          </a:bodyPr>
          <a:lstStyle/>
          <a:p>
            <a:r>
              <a:rPr lang="en-SG" sz="5400" dirty="0"/>
              <a:t>The impact of electronic communication in traditional business</a:t>
            </a:r>
          </a:p>
        </p:txBody>
      </p:sp>
      <p:pic>
        <p:nvPicPr>
          <p:cNvPr id="7" name="Graphic 6" descr="Laptop Secure">
            <a:extLst>
              <a:ext uri="{FF2B5EF4-FFF2-40B4-BE49-F238E27FC236}">
                <a16:creationId xmlns:a16="http://schemas.microsoft.com/office/drawing/2014/main" id="{A409497E-B2BF-4CD3-B1EA-1DB85E8B26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3467" y="1782981"/>
            <a:ext cx="3483864" cy="3483864"/>
          </a:xfrm>
          <a:prstGeom prst="rect">
            <a:avLst/>
          </a:prstGeom>
        </p:spPr>
      </p:pic>
      <p:sp>
        <p:nvSpPr>
          <p:cNvPr id="3" name="Content Placeholder 2">
            <a:extLst>
              <a:ext uri="{FF2B5EF4-FFF2-40B4-BE49-F238E27FC236}">
                <a16:creationId xmlns:a16="http://schemas.microsoft.com/office/drawing/2014/main" id="{F06033BC-761E-42FB-A59E-DCF4855E69BF}"/>
              </a:ext>
            </a:extLst>
          </p:cNvPr>
          <p:cNvSpPr>
            <a:spLocks noGrp="1"/>
          </p:cNvSpPr>
          <p:nvPr>
            <p:ph idx="1"/>
          </p:nvPr>
        </p:nvSpPr>
        <p:spPr>
          <a:xfrm>
            <a:off x="4621914" y="2453026"/>
            <a:ext cx="6637821" cy="2574552"/>
          </a:xfrm>
          <a:solidFill>
            <a:schemeClr val="accent4">
              <a:lumMod val="60000"/>
              <a:lumOff val="40000"/>
            </a:schemeClr>
          </a:solidFill>
        </p:spPr>
        <p:txBody>
          <a:bodyPr>
            <a:normAutofit/>
          </a:bodyPr>
          <a:lstStyle/>
          <a:p>
            <a:pPr marL="0" indent="0">
              <a:buNone/>
            </a:pPr>
            <a:r>
              <a:rPr lang="en-US" sz="3600" dirty="0"/>
              <a:t>Innovation in e-business is relentless, with the continuous introduction of new technologies, new business models and new communications approaches.</a:t>
            </a:r>
            <a:endParaRPr lang="en-SG" sz="3600" dirty="0"/>
          </a:p>
        </p:txBody>
      </p:sp>
      <p:grpSp>
        <p:nvGrpSpPr>
          <p:cNvPr id="16" name="Group 15">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17" name="Isosceles Triangle 16">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65728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8E77C8C8-0B5F-40A4-8AE7-665FECB46F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13" name="Rectangle 12">
              <a:extLst>
                <a:ext uri="{FF2B5EF4-FFF2-40B4-BE49-F238E27FC236}">
                  <a16:creationId xmlns:a16="http://schemas.microsoft.com/office/drawing/2014/main" id="{2813FAB4-E18A-4CFA-B75B-92090037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412C0C28-5850-4F97-8E19-24B1DD749F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7101BC42-E337-4B6C-9F2A-B6D6890CDB55}"/>
              </a:ext>
            </a:extLst>
          </p:cNvPr>
          <p:cNvSpPr>
            <a:spLocks noGrp="1"/>
          </p:cNvSpPr>
          <p:nvPr>
            <p:ph type="title"/>
          </p:nvPr>
        </p:nvSpPr>
        <p:spPr>
          <a:xfrm>
            <a:off x="972710" y="268286"/>
            <a:ext cx="10891942" cy="1514694"/>
          </a:xfrm>
        </p:spPr>
        <p:txBody>
          <a:bodyPr>
            <a:normAutofit fontScale="90000"/>
          </a:bodyPr>
          <a:lstStyle/>
          <a:p>
            <a:r>
              <a:rPr lang="en-SG" sz="5400" dirty="0"/>
              <a:t>The impact of electronic communication in traditional business</a:t>
            </a:r>
          </a:p>
        </p:txBody>
      </p:sp>
      <p:pic>
        <p:nvPicPr>
          <p:cNvPr id="7" name="Graphic 6" descr="Laptop Secure">
            <a:extLst>
              <a:ext uri="{FF2B5EF4-FFF2-40B4-BE49-F238E27FC236}">
                <a16:creationId xmlns:a16="http://schemas.microsoft.com/office/drawing/2014/main" id="{A409497E-B2BF-4CD3-B1EA-1DB85E8B26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3467" y="1782981"/>
            <a:ext cx="3483864" cy="3483864"/>
          </a:xfrm>
          <a:prstGeom prst="rect">
            <a:avLst/>
          </a:prstGeom>
        </p:spPr>
      </p:pic>
      <p:sp>
        <p:nvSpPr>
          <p:cNvPr id="3" name="Content Placeholder 2">
            <a:extLst>
              <a:ext uri="{FF2B5EF4-FFF2-40B4-BE49-F238E27FC236}">
                <a16:creationId xmlns:a16="http://schemas.microsoft.com/office/drawing/2014/main" id="{F06033BC-761E-42FB-A59E-DCF4855E69BF}"/>
              </a:ext>
            </a:extLst>
          </p:cNvPr>
          <p:cNvSpPr>
            <a:spLocks noGrp="1"/>
          </p:cNvSpPr>
          <p:nvPr>
            <p:ph idx="1"/>
          </p:nvPr>
        </p:nvSpPr>
        <p:spPr>
          <a:xfrm>
            <a:off x="4621914" y="2453025"/>
            <a:ext cx="6926619" cy="3366749"/>
          </a:xfrm>
          <a:solidFill>
            <a:schemeClr val="accent4">
              <a:lumMod val="60000"/>
              <a:lumOff val="40000"/>
            </a:schemeClr>
          </a:solidFill>
        </p:spPr>
        <p:txBody>
          <a:bodyPr>
            <a:normAutofit/>
          </a:bodyPr>
          <a:lstStyle/>
          <a:p>
            <a:pPr marL="0" indent="0">
              <a:buNone/>
            </a:pPr>
            <a:r>
              <a:rPr lang="en-US" sz="3600" dirty="0"/>
              <a:t>For example, many business are reviewing the benefits, costs and risks of digital business technologies they are currently implementing as part of </a:t>
            </a:r>
            <a:r>
              <a:rPr lang="en-US" sz="3600" b="1" i="1" dirty="0">
                <a:solidFill>
                  <a:schemeClr val="accent1">
                    <a:lumMod val="75000"/>
                  </a:schemeClr>
                </a:solidFill>
              </a:rPr>
              <a:t>digital business transformation.</a:t>
            </a:r>
            <a:endParaRPr lang="en-SG" sz="3600" b="1" i="1" dirty="0">
              <a:solidFill>
                <a:schemeClr val="accent1">
                  <a:lumMod val="75000"/>
                </a:schemeClr>
              </a:solidFill>
            </a:endParaRPr>
          </a:p>
        </p:txBody>
      </p:sp>
      <p:grpSp>
        <p:nvGrpSpPr>
          <p:cNvPr id="16" name="Group 15">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17" name="Isosceles Triangle 16">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19798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47F22-7227-4C1E-87D7-8C9D4093A1DF}"/>
              </a:ext>
            </a:extLst>
          </p:cNvPr>
          <p:cNvSpPr>
            <a:spLocks noGrp="1"/>
          </p:cNvSpPr>
          <p:nvPr>
            <p:ph type="title"/>
          </p:nvPr>
        </p:nvSpPr>
        <p:spPr>
          <a:xfrm>
            <a:off x="838200" y="365125"/>
            <a:ext cx="9496425" cy="1325563"/>
          </a:xfrm>
        </p:spPr>
        <p:txBody>
          <a:bodyPr>
            <a:normAutofit/>
          </a:bodyPr>
          <a:lstStyle/>
          <a:p>
            <a:pPr algn="just"/>
            <a:r>
              <a:rPr lang="en-SG" dirty="0"/>
              <a:t>The impact of electronic communication in traditional business</a:t>
            </a:r>
          </a:p>
        </p:txBody>
      </p:sp>
      <p:graphicFrame>
        <p:nvGraphicFramePr>
          <p:cNvPr id="5" name="Content Placeholder 2">
            <a:extLst>
              <a:ext uri="{FF2B5EF4-FFF2-40B4-BE49-F238E27FC236}">
                <a16:creationId xmlns:a16="http://schemas.microsoft.com/office/drawing/2014/main" id="{1ADC0449-8735-430D-8327-730A0EDBEC93}"/>
              </a:ext>
            </a:extLst>
          </p:cNvPr>
          <p:cNvGraphicFramePr>
            <a:graphicFrameLocks noGrp="1"/>
          </p:cNvGraphicFramePr>
          <p:nvPr>
            <p:ph idx="1"/>
            <p:extLst>
              <p:ext uri="{D42A27DB-BD31-4B8C-83A1-F6EECF244321}">
                <p14:modId xmlns:p14="http://schemas.microsoft.com/office/powerpoint/2010/main" val="336840628"/>
              </p:ext>
            </p:extLst>
          </p:nvPr>
        </p:nvGraphicFramePr>
        <p:xfrm>
          <a:off x="838200" y="272415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08EBE83A-F0DE-4587-9F66-CDC297BBC869}"/>
              </a:ext>
            </a:extLst>
          </p:cNvPr>
          <p:cNvSpPr txBox="1"/>
          <p:nvPr/>
        </p:nvSpPr>
        <p:spPr>
          <a:xfrm>
            <a:off x="904874" y="2000250"/>
            <a:ext cx="10067925" cy="1077218"/>
          </a:xfrm>
          <a:prstGeom prst="rect">
            <a:avLst/>
          </a:prstGeom>
          <a:solidFill>
            <a:schemeClr val="accent4">
              <a:lumMod val="60000"/>
              <a:lumOff val="40000"/>
            </a:schemeClr>
          </a:solidFill>
        </p:spPr>
        <p:txBody>
          <a:bodyPr wrap="square" rtlCol="0">
            <a:spAutoFit/>
          </a:bodyPr>
          <a:lstStyle/>
          <a:p>
            <a:r>
              <a:rPr lang="en-SG" sz="3200" dirty="0"/>
              <a:t>Key opportunities of digital transformation open to most businesses:</a:t>
            </a:r>
          </a:p>
        </p:txBody>
      </p:sp>
    </p:spTree>
    <p:extLst>
      <p:ext uri="{BB962C8B-B14F-4D97-AF65-F5344CB8AC3E}">
        <p14:creationId xmlns:p14="http://schemas.microsoft.com/office/powerpoint/2010/main" val="3058560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4" name="Picture 10" descr="Chasing the Dynamic Customer">
            <a:extLst>
              <a:ext uri="{FF2B5EF4-FFF2-40B4-BE49-F238E27FC236}">
                <a16:creationId xmlns:a16="http://schemas.microsoft.com/office/drawing/2014/main" id="{30F58BD5-E58F-46FC-80BC-7BB602B207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376" t="23834" r="5862" b="15372"/>
          <a:stretch/>
        </p:blipFill>
        <p:spPr bwMode="auto">
          <a:xfrm>
            <a:off x="3605141" y="662781"/>
            <a:ext cx="8235056" cy="44873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50D50AA-F4DB-48B5-8469-10088C37AA31}"/>
              </a:ext>
            </a:extLst>
          </p:cNvPr>
          <p:cNvSpPr txBox="1"/>
          <p:nvPr/>
        </p:nvSpPr>
        <p:spPr>
          <a:xfrm>
            <a:off x="931260" y="5343165"/>
            <a:ext cx="10210800" cy="1384995"/>
          </a:xfrm>
          <a:prstGeom prst="rect">
            <a:avLst/>
          </a:prstGeom>
          <a:solidFill>
            <a:schemeClr val="accent4">
              <a:lumMod val="60000"/>
              <a:lumOff val="40000"/>
            </a:schemeClr>
          </a:solidFill>
        </p:spPr>
        <p:txBody>
          <a:bodyPr wrap="square" rtlCol="0">
            <a:spAutoFit/>
          </a:bodyPr>
          <a:lstStyle/>
          <a:p>
            <a:r>
              <a:rPr lang="en-SG" sz="2800" dirty="0"/>
              <a:t>A summary of today’s multichannel consumer decision-making for product purchase where they search, review ratings, styles, prices and comments on social media before visiting retailer.</a:t>
            </a:r>
          </a:p>
        </p:txBody>
      </p:sp>
      <p:sp>
        <p:nvSpPr>
          <p:cNvPr id="2" name="Title 1">
            <a:extLst>
              <a:ext uri="{FF2B5EF4-FFF2-40B4-BE49-F238E27FC236}">
                <a16:creationId xmlns:a16="http://schemas.microsoft.com/office/drawing/2014/main" id="{9599CB54-6C9D-41E0-9A41-4AE9FBBD56AA}"/>
              </a:ext>
            </a:extLst>
          </p:cNvPr>
          <p:cNvSpPr>
            <a:spLocks noGrp="1"/>
          </p:cNvSpPr>
          <p:nvPr>
            <p:ph type="title"/>
          </p:nvPr>
        </p:nvSpPr>
        <p:spPr>
          <a:xfrm>
            <a:off x="869749" y="4628828"/>
            <a:ext cx="5126790" cy="645817"/>
          </a:xfrm>
        </p:spPr>
        <p:txBody>
          <a:bodyPr vert="horz" lIns="91440" tIns="45720" rIns="91440" bIns="45720" rtlCol="0" anchor="ctr">
            <a:normAutofit fontScale="90000"/>
          </a:bodyPr>
          <a:lstStyle/>
          <a:p>
            <a:r>
              <a:rPr lang="en-US" kern="1200" dirty="0">
                <a:solidFill>
                  <a:schemeClr val="tx1"/>
                </a:solidFill>
                <a:latin typeface="+mj-lt"/>
                <a:ea typeface="+mj-ea"/>
                <a:cs typeface="+mj-cs"/>
              </a:rPr>
              <a:t>Inbound Marketing</a:t>
            </a:r>
          </a:p>
        </p:txBody>
      </p:sp>
      <p:sp>
        <p:nvSpPr>
          <p:cNvPr id="5" name="Title 1">
            <a:extLst>
              <a:ext uri="{FF2B5EF4-FFF2-40B4-BE49-F238E27FC236}">
                <a16:creationId xmlns:a16="http://schemas.microsoft.com/office/drawing/2014/main" id="{36084F20-AB3D-4B74-BD0C-9F61A924FE5B}"/>
              </a:ext>
            </a:extLst>
          </p:cNvPr>
          <p:cNvSpPr txBox="1">
            <a:spLocks/>
          </p:cNvSpPr>
          <p:nvPr/>
        </p:nvSpPr>
        <p:spPr>
          <a:xfrm>
            <a:off x="626444" y="0"/>
            <a:ext cx="949642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SG" dirty="0"/>
              <a:t>The impact of electronic communication in traditional business</a:t>
            </a:r>
          </a:p>
        </p:txBody>
      </p:sp>
    </p:spTree>
    <p:extLst>
      <p:ext uri="{BB962C8B-B14F-4D97-AF65-F5344CB8AC3E}">
        <p14:creationId xmlns:p14="http://schemas.microsoft.com/office/powerpoint/2010/main" val="3461407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2718B-699E-459E-B7E5-8D94B0759AA5}"/>
              </a:ext>
            </a:extLst>
          </p:cNvPr>
          <p:cNvSpPr>
            <a:spLocks noGrp="1"/>
          </p:cNvSpPr>
          <p:nvPr>
            <p:ph type="title"/>
          </p:nvPr>
        </p:nvSpPr>
        <p:spPr>
          <a:xfrm>
            <a:off x="1089259" y="2251678"/>
            <a:ext cx="5678103" cy="1011287"/>
          </a:xfrm>
          <a:solidFill>
            <a:schemeClr val="accent4">
              <a:lumMod val="60000"/>
              <a:lumOff val="40000"/>
            </a:schemeClr>
          </a:solidFill>
        </p:spPr>
        <p:txBody>
          <a:bodyPr>
            <a:normAutofit/>
          </a:bodyPr>
          <a:lstStyle/>
          <a:p>
            <a:r>
              <a:rPr lang="en-SG" dirty="0"/>
              <a:t>Inbound Marketing</a:t>
            </a:r>
          </a:p>
        </p:txBody>
      </p:sp>
      <p:sp>
        <p:nvSpPr>
          <p:cNvPr id="6" name="TextBox 5">
            <a:extLst>
              <a:ext uri="{FF2B5EF4-FFF2-40B4-BE49-F238E27FC236}">
                <a16:creationId xmlns:a16="http://schemas.microsoft.com/office/drawing/2014/main" id="{0EE7C267-54DA-4464-8024-AEEF1CA2B1D8}"/>
              </a:ext>
            </a:extLst>
          </p:cNvPr>
          <p:cNvSpPr txBox="1"/>
          <p:nvPr/>
        </p:nvSpPr>
        <p:spPr>
          <a:xfrm>
            <a:off x="1089259" y="3429000"/>
            <a:ext cx="10515600" cy="2554545"/>
          </a:xfrm>
          <a:prstGeom prst="rect">
            <a:avLst/>
          </a:prstGeom>
          <a:noFill/>
        </p:spPr>
        <p:txBody>
          <a:bodyPr wrap="square" rtlCol="0">
            <a:spAutoFit/>
          </a:bodyPr>
          <a:lstStyle/>
          <a:p>
            <a:r>
              <a:rPr lang="en-SG" sz="4000" dirty="0"/>
              <a:t>The consumer is proactive in actively seeking out information for their needs, and interaction with brands are attracted through </a:t>
            </a:r>
            <a:r>
              <a:rPr lang="en-SG" sz="4000" b="1" dirty="0"/>
              <a:t>content</a:t>
            </a:r>
            <a:r>
              <a:rPr lang="en-SG" sz="4000" dirty="0"/>
              <a:t>, </a:t>
            </a:r>
            <a:r>
              <a:rPr lang="en-SG" sz="4000" b="1" dirty="0"/>
              <a:t>search</a:t>
            </a:r>
            <a:r>
              <a:rPr lang="en-SG" sz="4000" dirty="0"/>
              <a:t> and </a:t>
            </a:r>
            <a:r>
              <a:rPr lang="en-SG" sz="4000" b="1" dirty="0"/>
              <a:t>social media marketing</a:t>
            </a:r>
            <a:r>
              <a:rPr lang="en-SG" sz="4000" dirty="0"/>
              <a:t>.</a:t>
            </a:r>
            <a:endParaRPr lang="en-SG" sz="4000" b="1" dirty="0"/>
          </a:p>
        </p:txBody>
      </p:sp>
      <p:sp>
        <p:nvSpPr>
          <p:cNvPr id="4" name="Title 1">
            <a:extLst>
              <a:ext uri="{FF2B5EF4-FFF2-40B4-BE49-F238E27FC236}">
                <a16:creationId xmlns:a16="http://schemas.microsoft.com/office/drawing/2014/main" id="{41107D56-8DE0-494E-A01E-996CB03297E3}"/>
              </a:ext>
            </a:extLst>
          </p:cNvPr>
          <p:cNvSpPr txBox="1">
            <a:spLocks/>
          </p:cNvSpPr>
          <p:nvPr/>
        </p:nvSpPr>
        <p:spPr>
          <a:xfrm>
            <a:off x="838200" y="365125"/>
            <a:ext cx="949642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SG" dirty="0"/>
              <a:t>The impact of electronic communication in traditional business</a:t>
            </a:r>
          </a:p>
        </p:txBody>
      </p:sp>
    </p:spTree>
    <p:extLst>
      <p:ext uri="{BB962C8B-B14F-4D97-AF65-F5344CB8AC3E}">
        <p14:creationId xmlns:p14="http://schemas.microsoft.com/office/powerpoint/2010/main" val="2241245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7125"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18805E90-4CAA-44DB-9673-80F4610D4B2D}"/>
              </a:ext>
            </a:extLst>
          </p:cNvPr>
          <p:cNvSpPr>
            <a:spLocks noGrp="1"/>
          </p:cNvSpPr>
          <p:nvPr>
            <p:ph type="title"/>
          </p:nvPr>
        </p:nvSpPr>
        <p:spPr>
          <a:xfrm>
            <a:off x="799575" y="1828800"/>
            <a:ext cx="4977976" cy="941200"/>
          </a:xfrm>
          <a:solidFill>
            <a:schemeClr val="accent4">
              <a:lumMod val="60000"/>
              <a:lumOff val="40000"/>
            </a:schemeClr>
          </a:solidFill>
        </p:spPr>
        <p:txBody>
          <a:bodyPr>
            <a:normAutofit/>
          </a:bodyPr>
          <a:lstStyle/>
          <a:p>
            <a:r>
              <a:rPr lang="en-SG" dirty="0">
                <a:solidFill>
                  <a:srgbClr val="000000"/>
                </a:solidFill>
              </a:rPr>
              <a:t>Content Marketing</a:t>
            </a:r>
          </a:p>
        </p:txBody>
      </p:sp>
      <p:sp>
        <p:nvSpPr>
          <p:cNvPr id="17" name="Content Placeholder 2">
            <a:extLst>
              <a:ext uri="{FF2B5EF4-FFF2-40B4-BE49-F238E27FC236}">
                <a16:creationId xmlns:a16="http://schemas.microsoft.com/office/drawing/2014/main" id="{C46E9A90-6F6D-4B16-BD91-7E38F9105468}"/>
              </a:ext>
            </a:extLst>
          </p:cNvPr>
          <p:cNvSpPr>
            <a:spLocks noGrp="1"/>
          </p:cNvSpPr>
          <p:nvPr>
            <p:ph idx="1"/>
          </p:nvPr>
        </p:nvSpPr>
        <p:spPr>
          <a:xfrm>
            <a:off x="667658" y="2891272"/>
            <a:ext cx="6216686" cy="3963002"/>
          </a:xfrm>
        </p:spPr>
        <p:txBody>
          <a:bodyPr anchor="ctr">
            <a:normAutofit lnSpcReduction="10000"/>
          </a:bodyPr>
          <a:lstStyle/>
          <a:p>
            <a:r>
              <a:rPr lang="en-SG" dirty="0">
                <a:solidFill>
                  <a:srgbClr val="000000"/>
                </a:solidFill>
              </a:rPr>
              <a:t>The management of text, rich media, audio and video content aimed at engaging customers and prospects to meet business goals, published through print and digital media including web and mobile platforms. </a:t>
            </a:r>
          </a:p>
          <a:p>
            <a:r>
              <a:rPr lang="en-SG" dirty="0">
                <a:solidFill>
                  <a:srgbClr val="000000"/>
                </a:solidFill>
              </a:rPr>
              <a:t>The contents are repurposed and syndicated to different forms of web presence such as publisher sites, blogs, social media and comparison sites</a:t>
            </a:r>
          </a:p>
          <a:p>
            <a:endParaRPr lang="en-SG" dirty="0">
              <a:solidFill>
                <a:srgbClr val="000000"/>
              </a:solidFill>
            </a:endParaRPr>
          </a:p>
        </p:txBody>
      </p:sp>
      <p:sp>
        <p:nvSpPr>
          <p:cNvPr id="27"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191562"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Newspaper">
            <a:extLst>
              <a:ext uri="{FF2B5EF4-FFF2-40B4-BE49-F238E27FC236}">
                <a16:creationId xmlns:a16="http://schemas.microsoft.com/office/drawing/2014/main" id="{129BF4A6-3948-4A6A-9FD8-006219EE7F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
        <p:nvSpPr>
          <p:cNvPr id="8" name="Title 1">
            <a:extLst>
              <a:ext uri="{FF2B5EF4-FFF2-40B4-BE49-F238E27FC236}">
                <a16:creationId xmlns:a16="http://schemas.microsoft.com/office/drawing/2014/main" id="{D33DC46F-523C-4195-AFA4-06C825EC1ADF}"/>
              </a:ext>
            </a:extLst>
          </p:cNvPr>
          <p:cNvSpPr txBox="1">
            <a:spLocks/>
          </p:cNvSpPr>
          <p:nvPr/>
        </p:nvSpPr>
        <p:spPr>
          <a:xfrm>
            <a:off x="667658" y="55637"/>
            <a:ext cx="982659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SG" dirty="0"/>
              <a:t>The impact of electronic communication in traditional business</a:t>
            </a:r>
          </a:p>
        </p:txBody>
      </p:sp>
    </p:spTree>
    <p:extLst>
      <p:ext uri="{BB962C8B-B14F-4D97-AF65-F5344CB8AC3E}">
        <p14:creationId xmlns:p14="http://schemas.microsoft.com/office/powerpoint/2010/main" val="2627885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4" name="Rectangle 70">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85" name="Picture 72">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98A1685-AA2E-4C8F-8635-56E8B4A97750}"/>
              </a:ext>
            </a:extLst>
          </p:cNvPr>
          <p:cNvSpPr>
            <a:spLocks noGrp="1"/>
          </p:cNvSpPr>
          <p:nvPr>
            <p:ph type="title"/>
          </p:nvPr>
        </p:nvSpPr>
        <p:spPr>
          <a:xfrm>
            <a:off x="6022799" y="2317197"/>
            <a:ext cx="4977976" cy="905925"/>
          </a:xfrm>
          <a:solidFill>
            <a:schemeClr val="accent4">
              <a:lumMod val="60000"/>
              <a:lumOff val="40000"/>
            </a:schemeClr>
          </a:solidFill>
        </p:spPr>
        <p:txBody>
          <a:bodyPr>
            <a:normAutofit/>
          </a:bodyPr>
          <a:lstStyle/>
          <a:p>
            <a:r>
              <a:rPr lang="en-SG" dirty="0">
                <a:solidFill>
                  <a:srgbClr val="000000"/>
                </a:solidFill>
              </a:rPr>
              <a:t>Search Marketing</a:t>
            </a:r>
          </a:p>
        </p:txBody>
      </p:sp>
      <p:sp>
        <p:nvSpPr>
          <p:cNvPr id="3086"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4" name="Picture 2" descr="Search Engine Marketing (SEM): What Is It and Why Is It Important ...">
            <a:extLst>
              <a:ext uri="{FF2B5EF4-FFF2-40B4-BE49-F238E27FC236}">
                <a16:creationId xmlns:a16="http://schemas.microsoft.com/office/drawing/2014/main" id="{8AFE0AE7-D556-4AB5-B94E-72ADF8582253}"/>
              </a:ext>
            </a:extLst>
          </p:cNvPr>
          <p:cNvPicPr>
            <a:picLocks noChangeAspect="1" noChangeArrowheads="1"/>
          </p:cNvPicPr>
          <p:nvPr/>
        </p:nvPicPr>
        <p:blipFill rotWithShape="1">
          <a:blip r:embed="rId3">
            <a:alphaModFix/>
            <a:extLst>
              <a:ext uri="{28A0092B-C50C-407E-A947-70E740481C1C}">
                <a14:useLocalDpi xmlns:a14="http://schemas.microsoft.com/office/drawing/2010/main" val="0"/>
              </a:ext>
            </a:extLst>
          </a:blip>
          <a:srcRect l="11792" r="8193" b="2"/>
          <a:stretch/>
        </p:blipFill>
        <p:spPr bwMode="auto">
          <a:xfrm>
            <a:off x="20" y="907231"/>
            <a:ext cx="4838021" cy="5063738"/>
          </a:xfrm>
          <a:custGeom>
            <a:avLst/>
            <a:gdLst/>
            <a:ahLst/>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BD242CB-1818-4D33-893A-5DBDD429F075}"/>
              </a:ext>
            </a:extLst>
          </p:cNvPr>
          <p:cNvSpPr>
            <a:spLocks noGrp="1"/>
          </p:cNvSpPr>
          <p:nvPr>
            <p:ph idx="1"/>
          </p:nvPr>
        </p:nvSpPr>
        <p:spPr>
          <a:xfrm>
            <a:off x="6023197" y="2954070"/>
            <a:ext cx="4977578" cy="3639289"/>
          </a:xfrm>
        </p:spPr>
        <p:txBody>
          <a:bodyPr anchor="ctr">
            <a:normAutofit/>
          </a:bodyPr>
          <a:lstStyle/>
          <a:p>
            <a:pPr marL="0" indent="0">
              <a:buNone/>
            </a:pPr>
            <a:r>
              <a:rPr lang="en-SG" sz="3200" dirty="0">
                <a:solidFill>
                  <a:srgbClr val="000000"/>
                </a:solidFill>
              </a:rPr>
              <a:t>Companies search to improve their visibility in search engine for relevant search terms by increasing their presence in the search engine result pages</a:t>
            </a:r>
          </a:p>
        </p:txBody>
      </p:sp>
      <p:sp>
        <p:nvSpPr>
          <p:cNvPr id="8" name="Title 1">
            <a:extLst>
              <a:ext uri="{FF2B5EF4-FFF2-40B4-BE49-F238E27FC236}">
                <a16:creationId xmlns:a16="http://schemas.microsoft.com/office/drawing/2014/main" id="{A45F5765-2AF0-4244-9FD4-510D42B0BB9D}"/>
              </a:ext>
            </a:extLst>
          </p:cNvPr>
          <p:cNvSpPr txBox="1">
            <a:spLocks/>
          </p:cNvSpPr>
          <p:nvPr/>
        </p:nvSpPr>
        <p:spPr>
          <a:xfrm>
            <a:off x="5667993" y="137622"/>
            <a:ext cx="6470890" cy="17296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3600" dirty="0"/>
              <a:t>The impact of electronic communication in traditional business</a:t>
            </a:r>
          </a:p>
        </p:txBody>
      </p:sp>
    </p:spTree>
    <p:extLst>
      <p:ext uri="{BB962C8B-B14F-4D97-AF65-F5344CB8AC3E}">
        <p14:creationId xmlns:p14="http://schemas.microsoft.com/office/powerpoint/2010/main" val="3221816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1.2</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a:xfrm>
            <a:off x="838200" y="1797050"/>
            <a:ext cx="10515600" cy="4351338"/>
          </a:xfrm>
        </p:spPr>
        <p:txBody>
          <a:bodyPr/>
          <a:lstStyle/>
          <a:p>
            <a:r>
              <a:rPr lang="en-SG" dirty="0"/>
              <a:t>Refer to your book for Activity 1.2</a:t>
            </a:r>
          </a:p>
        </p:txBody>
      </p:sp>
    </p:spTree>
    <p:extLst>
      <p:ext uri="{BB962C8B-B14F-4D97-AF65-F5344CB8AC3E}">
        <p14:creationId xmlns:p14="http://schemas.microsoft.com/office/powerpoint/2010/main" val="2547927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9425D4AB-CD98-4DD6-9398-3C8961DE0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69" y="0"/>
            <a:ext cx="7552931"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Picture 87">
            <a:extLst>
              <a:ext uri="{FF2B5EF4-FFF2-40B4-BE49-F238E27FC236}">
                <a16:creationId xmlns:a16="http://schemas.microsoft.com/office/drawing/2014/main" id="{97818316-E7CB-4E73-AF79-E9CAB873E7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1ED486-BABA-401D-96BC-55276ADC62EA}"/>
              </a:ext>
            </a:extLst>
          </p:cNvPr>
          <p:cNvSpPr>
            <a:spLocks noGrp="1"/>
          </p:cNvSpPr>
          <p:nvPr>
            <p:ph type="title"/>
          </p:nvPr>
        </p:nvSpPr>
        <p:spPr>
          <a:xfrm>
            <a:off x="131294" y="2815573"/>
            <a:ext cx="6497052" cy="976596"/>
          </a:xfrm>
          <a:solidFill>
            <a:schemeClr val="accent4">
              <a:lumMod val="60000"/>
              <a:lumOff val="40000"/>
            </a:schemeClr>
          </a:solidFill>
        </p:spPr>
        <p:txBody>
          <a:bodyPr>
            <a:normAutofit/>
          </a:bodyPr>
          <a:lstStyle/>
          <a:p>
            <a:r>
              <a:rPr lang="en-SG" sz="4800" dirty="0">
                <a:solidFill>
                  <a:srgbClr val="000000"/>
                </a:solidFill>
              </a:rPr>
              <a:t>Social Media Marketing</a:t>
            </a:r>
          </a:p>
        </p:txBody>
      </p:sp>
      <p:sp>
        <p:nvSpPr>
          <p:cNvPr id="90" name="Oval 89">
            <a:extLst>
              <a:ext uri="{FF2B5EF4-FFF2-40B4-BE49-F238E27FC236}">
                <a16:creationId xmlns:a16="http://schemas.microsoft.com/office/drawing/2014/main" id="{D8B47C9F-A960-4902-8507-38F18DD3D0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6695" y="511733"/>
            <a:ext cx="1857636" cy="1857636"/>
          </a:xfrm>
          <a:prstGeom prst="ellipse">
            <a:avLst/>
          </a:pr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Facebook Brand Resources">
            <a:extLst>
              <a:ext uri="{FF2B5EF4-FFF2-40B4-BE49-F238E27FC236}">
                <a16:creationId xmlns:a16="http://schemas.microsoft.com/office/drawing/2014/main" id="{AF7E24FC-7B59-4A14-8A15-4D6C4DBA94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 b="4"/>
          <a:stretch/>
        </p:blipFill>
        <p:spPr bwMode="auto">
          <a:xfrm>
            <a:off x="6026145" y="871183"/>
            <a:ext cx="1138736" cy="113873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AF1F16F-92A0-43A0-BD93-85609F44D430}"/>
              </a:ext>
            </a:extLst>
          </p:cNvPr>
          <p:cNvSpPr>
            <a:spLocks noGrp="1"/>
          </p:cNvSpPr>
          <p:nvPr>
            <p:ph idx="1"/>
          </p:nvPr>
        </p:nvSpPr>
        <p:spPr>
          <a:xfrm>
            <a:off x="280257" y="4074273"/>
            <a:ext cx="5990121" cy="2963452"/>
          </a:xfrm>
        </p:spPr>
        <p:txBody>
          <a:bodyPr anchor="ctr">
            <a:normAutofit/>
          </a:bodyPr>
          <a:lstStyle/>
          <a:p>
            <a:pPr marL="0" indent="0">
              <a:buNone/>
            </a:pPr>
            <a:r>
              <a:rPr lang="en-SG" sz="3200" dirty="0">
                <a:solidFill>
                  <a:srgbClr val="000000"/>
                </a:solidFill>
              </a:rPr>
              <a:t>Monitoring and facilitating customer-customer interaction and participation throughout the web to encourage positive engagement to its company and its brand.</a:t>
            </a:r>
          </a:p>
          <a:p>
            <a:pPr marL="0" indent="0">
              <a:buNone/>
            </a:pPr>
            <a:endParaRPr lang="en-SG" sz="2000" dirty="0">
              <a:solidFill>
                <a:srgbClr val="000000"/>
              </a:solidFill>
            </a:endParaRPr>
          </a:p>
        </p:txBody>
      </p:sp>
      <p:sp>
        <p:nvSpPr>
          <p:cNvPr id="92" name="Oval 91">
            <a:extLst>
              <a:ext uri="{FF2B5EF4-FFF2-40B4-BE49-F238E27FC236}">
                <a16:creationId xmlns:a16="http://schemas.microsoft.com/office/drawing/2014/main" id="{D4E15E95-445D-4A45-BC1E-8468CE1705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19677" y="2933578"/>
            <a:ext cx="2737876" cy="2737876"/>
          </a:xfrm>
          <a:prstGeom prst="ellipse">
            <a:avLst/>
          </a:pr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75">
            <a:extLst>
              <a:ext uri="{FF2B5EF4-FFF2-40B4-BE49-F238E27FC236}">
                <a16:creationId xmlns:a16="http://schemas.microsoft.com/office/drawing/2014/main" id="{133B9781-B73C-44F8-97CB-D1807A63B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996" y="-26552"/>
            <a:ext cx="4082004" cy="3428999"/>
          </a:xfrm>
          <a:custGeom>
            <a:avLst/>
            <a:gdLst>
              <a:gd name="connsiteX0" fmla="*/ 350681 w 4082004"/>
              <a:gd name="connsiteY0" fmla="*/ 0 h 3428999"/>
              <a:gd name="connsiteX1" fmla="*/ 4082004 w 4082004"/>
              <a:gd name="connsiteY1" fmla="*/ 0 h 3428999"/>
              <a:gd name="connsiteX2" fmla="*/ 4082004 w 4082004"/>
              <a:gd name="connsiteY2" fmla="*/ 2444823 h 3428999"/>
              <a:gd name="connsiteX3" fmla="*/ 4081788 w 4082004"/>
              <a:gd name="connsiteY3" fmla="*/ 2445178 h 3428999"/>
              <a:gd name="connsiteX4" fmla="*/ 2231442 w 4082004"/>
              <a:gd name="connsiteY4" fmla="*/ 3428999 h 3428999"/>
              <a:gd name="connsiteX5" fmla="*/ 0 w 4082004"/>
              <a:gd name="connsiteY5" fmla="*/ 1197557 h 3428999"/>
              <a:gd name="connsiteX6" fmla="*/ 269323 w 4082004"/>
              <a:gd name="connsiteY6" fmla="*/ 133920 h 342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82004" h="3428999">
                <a:moveTo>
                  <a:pt x="350681" y="0"/>
                </a:moveTo>
                <a:lnTo>
                  <a:pt x="4082004" y="0"/>
                </a:lnTo>
                <a:lnTo>
                  <a:pt x="4082004" y="2444823"/>
                </a:lnTo>
                <a:lnTo>
                  <a:pt x="4081788" y="2445178"/>
                </a:lnTo>
                <a:cubicBezTo>
                  <a:pt x="3680782" y="3038745"/>
                  <a:pt x="3001686" y="3428999"/>
                  <a:pt x="2231442" y="3428999"/>
                </a:cubicBezTo>
                <a:cubicBezTo>
                  <a:pt x="999051" y="3428999"/>
                  <a:pt x="0" y="2429948"/>
                  <a:pt x="0" y="1197557"/>
                </a:cubicBezTo>
                <a:cubicBezTo>
                  <a:pt x="0" y="812435"/>
                  <a:pt x="97564" y="450100"/>
                  <a:pt x="269323" y="13392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8" name="Picture 10">
            <a:extLst>
              <a:ext uri="{FF2B5EF4-FFF2-40B4-BE49-F238E27FC236}">
                <a16:creationId xmlns:a16="http://schemas.microsoft.com/office/drawing/2014/main" id="{8C77D01A-9E00-4BEF-B01E-4677621BCC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606" r="1" b="7659"/>
          <a:stretch/>
        </p:blipFill>
        <p:spPr bwMode="auto">
          <a:xfrm>
            <a:off x="8901847" y="211666"/>
            <a:ext cx="2705269" cy="231938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LinkedIn | LinkedIn">
            <a:extLst>
              <a:ext uri="{FF2B5EF4-FFF2-40B4-BE49-F238E27FC236}">
                <a16:creationId xmlns:a16="http://schemas.microsoft.com/office/drawing/2014/main" id="{BD87CE4C-C036-446D-B3CA-67B352664A7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tretch/>
        </p:blipFill>
        <p:spPr bwMode="auto">
          <a:xfrm>
            <a:off x="6521079" y="3434981"/>
            <a:ext cx="1735071" cy="1735071"/>
          </a:xfrm>
          <a:prstGeom prst="rect">
            <a:avLst/>
          </a:prstGeom>
          <a:noFill/>
          <a:extLst>
            <a:ext uri="{909E8E84-426E-40DD-AFC4-6F175D3DCCD1}">
              <a14:hiddenFill xmlns:a14="http://schemas.microsoft.com/office/drawing/2010/main">
                <a:solidFill>
                  <a:srgbClr val="FFFFFF"/>
                </a:solidFill>
              </a14:hiddenFill>
            </a:ext>
          </a:extLst>
        </p:spPr>
      </p:pic>
      <p:sp>
        <p:nvSpPr>
          <p:cNvPr id="96" name="Freeform 79">
            <a:extLst>
              <a:ext uri="{FF2B5EF4-FFF2-40B4-BE49-F238E27FC236}">
                <a16:creationId xmlns:a16="http://schemas.microsoft.com/office/drawing/2014/main" id="{1FCEDCAD-7B1A-4AE2-818E-D93A4875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23618" y="4326947"/>
            <a:ext cx="3068382" cy="2540529"/>
          </a:xfrm>
          <a:custGeom>
            <a:avLst/>
            <a:gdLst>
              <a:gd name="connsiteX0" fmla="*/ 1612418 w 3068382"/>
              <a:gd name="connsiteY0" fmla="*/ 0 h 2540529"/>
              <a:gd name="connsiteX1" fmla="*/ 3030226 w 3068382"/>
              <a:gd name="connsiteY1" fmla="*/ 843844 h 2540529"/>
              <a:gd name="connsiteX2" fmla="*/ 3068382 w 3068382"/>
              <a:gd name="connsiteY2" fmla="*/ 923051 h 2540529"/>
              <a:gd name="connsiteX3" fmla="*/ 3068382 w 3068382"/>
              <a:gd name="connsiteY3" fmla="*/ 2301785 h 2540529"/>
              <a:gd name="connsiteX4" fmla="*/ 3030226 w 3068382"/>
              <a:gd name="connsiteY4" fmla="*/ 2380992 h 2540529"/>
              <a:gd name="connsiteX5" fmla="*/ 2949460 w 3068382"/>
              <a:gd name="connsiteY5" fmla="*/ 2513937 h 2540529"/>
              <a:gd name="connsiteX6" fmla="*/ 2929575 w 3068382"/>
              <a:gd name="connsiteY6" fmla="*/ 2540529 h 2540529"/>
              <a:gd name="connsiteX7" fmla="*/ 295261 w 3068382"/>
              <a:gd name="connsiteY7" fmla="*/ 2540529 h 2540529"/>
              <a:gd name="connsiteX8" fmla="*/ 275376 w 3068382"/>
              <a:gd name="connsiteY8" fmla="*/ 2513937 h 2540529"/>
              <a:gd name="connsiteX9" fmla="*/ 0 w 3068382"/>
              <a:gd name="connsiteY9" fmla="*/ 1612418 h 2540529"/>
              <a:gd name="connsiteX10" fmla="*/ 1612418 w 3068382"/>
              <a:gd name="connsiteY10" fmla="*/ 0 h 2540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68382" h="2540529">
                <a:moveTo>
                  <a:pt x="1612418" y="0"/>
                </a:moveTo>
                <a:cubicBezTo>
                  <a:pt x="2224646" y="0"/>
                  <a:pt x="2757180" y="341213"/>
                  <a:pt x="3030226" y="843844"/>
                </a:cubicBezTo>
                <a:lnTo>
                  <a:pt x="3068382" y="923051"/>
                </a:lnTo>
                <a:lnTo>
                  <a:pt x="3068382" y="2301785"/>
                </a:lnTo>
                <a:lnTo>
                  <a:pt x="3030226" y="2380992"/>
                </a:lnTo>
                <a:cubicBezTo>
                  <a:pt x="3005403" y="2426686"/>
                  <a:pt x="2978437" y="2471046"/>
                  <a:pt x="2949460" y="2513937"/>
                </a:cubicBezTo>
                <a:lnTo>
                  <a:pt x="2929575" y="2540529"/>
                </a:lnTo>
                <a:lnTo>
                  <a:pt x="295261" y="2540529"/>
                </a:lnTo>
                <a:lnTo>
                  <a:pt x="275376" y="2513937"/>
                </a:lnTo>
                <a:cubicBezTo>
                  <a:pt x="101518" y="2256593"/>
                  <a:pt x="0" y="1946361"/>
                  <a:pt x="0" y="1612418"/>
                </a:cubicBezTo>
                <a:cubicBezTo>
                  <a:pt x="0" y="721904"/>
                  <a:pt x="721904" y="0"/>
                  <a:pt x="1612418"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4" descr="Meaning Twitter logo and symbol | history and evolution">
            <a:extLst>
              <a:ext uri="{FF2B5EF4-FFF2-40B4-BE49-F238E27FC236}">
                <a16:creationId xmlns:a16="http://schemas.microsoft.com/office/drawing/2014/main" id="{10C56EBC-A13C-4817-B5F6-6755E48B8F1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626" r="2" b="2392"/>
          <a:stretch/>
        </p:blipFill>
        <p:spPr bwMode="auto">
          <a:xfrm>
            <a:off x="9758916" y="5020464"/>
            <a:ext cx="1907615" cy="1629594"/>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C92C4C19-9522-43D1-A28E-4B1765BB46FF}"/>
              </a:ext>
            </a:extLst>
          </p:cNvPr>
          <p:cNvSpPr txBox="1">
            <a:spLocks/>
          </p:cNvSpPr>
          <p:nvPr/>
        </p:nvSpPr>
        <p:spPr>
          <a:xfrm>
            <a:off x="218045" y="85049"/>
            <a:ext cx="5155818" cy="22073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4000" dirty="0"/>
              <a:t>The impact of electronic communication in traditional business</a:t>
            </a:r>
          </a:p>
        </p:txBody>
      </p:sp>
    </p:spTree>
    <p:extLst>
      <p:ext uri="{BB962C8B-B14F-4D97-AF65-F5344CB8AC3E}">
        <p14:creationId xmlns:p14="http://schemas.microsoft.com/office/powerpoint/2010/main" val="61331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The Social Media Marketing Radar | Smart Insights">
            <a:extLst>
              <a:ext uri="{FF2B5EF4-FFF2-40B4-BE49-F238E27FC236}">
                <a16:creationId xmlns:a16="http://schemas.microsoft.com/office/drawing/2014/main" id="{0D269024-3A50-4095-A30D-DAB21305E7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18584"/>
          <a:stretch/>
        </p:blipFill>
        <p:spPr bwMode="auto">
          <a:xfrm>
            <a:off x="3119120" y="6740"/>
            <a:ext cx="5953760" cy="685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290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C7B8DD45-5F0D-49B3-BBD9-A3D8189BAEA1}"/>
              </a:ext>
            </a:extLst>
          </p:cNvPr>
          <p:cNvGraphicFramePr>
            <a:graphicFrameLocks noGrp="1"/>
          </p:cNvGraphicFramePr>
          <p:nvPr>
            <p:ph idx="1"/>
            <p:extLst>
              <p:ext uri="{D42A27DB-BD31-4B8C-83A1-F6EECF244321}">
                <p14:modId xmlns:p14="http://schemas.microsoft.com/office/powerpoint/2010/main" val="2966257377"/>
              </p:ext>
            </p:extLst>
          </p:nvPr>
        </p:nvGraphicFramePr>
        <p:xfrm>
          <a:off x="1091665" y="3583048"/>
          <a:ext cx="10515600" cy="32749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2E3277F8-B2E3-4238-94F1-92BC5FF9098A}"/>
              </a:ext>
            </a:extLst>
          </p:cNvPr>
          <p:cNvSpPr txBox="1"/>
          <p:nvPr/>
        </p:nvSpPr>
        <p:spPr>
          <a:xfrm>
            <a:off x="934452" y="2044005"/>
            <a:ext cx="9570720" cy="1384995"/>
          </a:xfrm>
          <a:prstGeom prst="rect">
            <a:avLst/>
          </a:prstGeom>
          <a:noFill/>
        </p:spPr>
        <p:txBody>
          <a:bodyPr wrap="square" rtlCol="0">
            <a:spAutoFit/>
          </a:bodyPr>
          <a:lstStyle/>
          <a:p>
            <a:r>
              <a:rPr lang="en-SG" sz="2800" dirty="0"/>
              <a:t>Since there are so many types of social presence, it is helpful to simplify the options to manage them. Six recommended categories based in Weinberg:</a:t>
            </a:r>
          </a:p>
        </p:txBody>
      </p:sp>
      <p:sp>
        <p:nvSpPr>
          <p:cNvPr id="7" name="Title 1">
            <a:extLst>
              <a:ext uri="{FF2B5EF4-FFF2-40B4-BE49-F238E27FC236}">
                <a16:creationId xmlns:a16="http://schemas.microsoft.com/office/drawing/2014/main" id="{D4BDDCA1-4A98-4EB2-8E10-A46BD01EF234}"/>
              </a:ext>
            </a:extLst>
          </p:cNvPr>
          <p:cNvSpPr txBox="1">
            <a:spLocks/>
          </p:cNvSpPr>
          <p:nvPr/>
        </p:nvSpPr>
        <p:spPr>
          <a:xfrm>
            <a:off x="673768" y="137622"/>
            <a:ext cx="11465115" cy="17296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The impact of electronic communication in </a:t>
            </a:r>
          </a:p>
          <a:p>
            <a:r>
              <a:rPr lang="en-SG" dirty="0"/>
              <a:t>traditional business</a:t>
            </a:r>
          </a:p>
        </p:txBody>
      </p:sp>
    </p:spTree>
    <p:extLst>
      <p:ext uri="{BB962C8B-B14F-4D97-AF65-F5344CB8AC3E}">
        <p14:creationId xmlns:p14="http://schemas.microsoft.com/office/powerpoint/2010/main" val="2536301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1.3</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a:xfrm>
            <a:off x="838200" y="1797050"/>
            <a:ext cx="10515600" cy="4351338"/>
          </a:xfrm>
        </p:spPr>
        <p:txBody>
          <a:bodyPr/>
          <a:lstStyle/>
          <a:p>
            <a:r>
              <a:rPr lang="en-SG" dirty="0"/>
              <a:t>Refer to your book for Activity 1.3</a:t>
            </a:r>
          </a:p>
        </p:txBody>
      </p:sp>
    </p:spTree>
    <p:extLst>
      <p:ext uri="{BB962C8B-B14F-4D97-AF65-F5344CB8AC3E}">
        <p14:creationId xmlns:p14="http://schemas.microsoft.com/office/powerpoint/2010/main" val="1543352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75B5F6-80C3-4873-A471-A38172D8DAA2}"/>
              </a:ext>
            </a:extLst>
          </p:cNvPr>
          <p:cNvSpPr>
            <a:spLocks noGrp="1"/>
          </p:cNvSpPr>
          <p:nvPr>
            <p:ph type="title"/>
          </p:nvPr>
        </p:nvSpPr>
        <p:spPr>
          <a:xfrm>
            <a:off x="358287" y="2288630"/>
            <a:ext cx="3998174" cy="1461778"/>
          </a:xfrm>
          <a:solidFill>
            <a:schemeClr val="accent4">
              <a:lumMod val="60000"/>
              <a:lumOff val="40000"/>
            </a:schemeClr>
          </a:solidFill>
        </p:spPr>
        <p:txBody>
          <a:bodyPr>
            <a:normAutofit/>
          </a:bodyPr>
          <a:lstStyle/>
          <a:p>
            <a:r>
              <a:rPr lang="en-SG" sz="4000" dirty="0"/>
              <a:t>Mobile Marketing        </a:t>
            </a:r>
            <a:br>
              <a:rPr lang="en-SG" sz="4000" dirty="0"/>
            </a:br>
            <a:r>
              <a:rPr lang="en-SG" sz="4000" dirty="0"/>
              <a:t>(M-Commerce)</a:t>
            </a:r>
          </a:p>
        </p:txBody>
      </p:sp>
      <p:sp>
        <p:nvSpPr>
          <p:cNvPr id="3" name="Content Placeholder 2">
            <a:extLst>
              <a:ext uri="{FF2B5EF4-FFF2-40B4-BE49-F238E27FC236}">
                <a16:creationId xmlns:a16="http://schemas.microsoft.com/office/drawing/2014/main" id="{5F7AA3B7-775E-4C5F-9BDD-68BBD1EFC28F}"/>
              </a:ext>
            </a:extLst>
          </p:cNvPr>
          <p:cNvSpPr>
            <a:spLocks noGrp="1"/>
          </p:cNvSpPr>
          <p:nvPr>
            <p:ph idx="1"/>
          </p:nvPr>
        </p:nvSpPr>
        <p:spPr>
          <a:xfrm>
            <a:off x="237330" y="3838481"/>
            <a:ext cx="5273040" cy="2968644"/>
          </a:xfrm>
        </p:spPr>
        <p:txBody>
          <a:bodyPr>
            <a:normAutofit/>
          </a:bodyPr>
          <a:lstStyle/>
          <a:p>
            <a:pPr marL="0" indent="0">
              <a:buNone/>
            </a:pPr>
            <a:r>
              <a:rPr lang="en-SG" sz="3200" dirty="0"/>
              <a:t>Electronic transactions and communications conducted using mobile devices such as smartphones and tablets and typically with a wireless connections.</a:t>
            </a:r>
          </a:p>
        </p:txBody>
      </p:sp>
      <p:sp>
        <p:nvSpPr>
          <p:cNvPr id="27" name="Freeform: Shape 26">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Cell Phone">
            <a:extLst>
              <a:ext uri="{FF2B5EF4-FFF2-40B4-BE49-F238E27FC236}">
                <a16:creationId xmlns:a16="http://schemas.microsoft.com/office/drawing/2014/main" id="{35C147F7-C5F6-47B9-BC50-C19807884C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5330" y="2105470"/>
            <a:ext cx="3217333" cy="3217333"/>
          </a:xfrm>
          <a:prstGeom prst="rect">
            <a:avLst/>
          </a:prstGeom>
        </p:spPr>
      </p:pic>
      <p:sp>
        <p:nvSpPr>
          <p:cNvPr id="8" name="Title 1">
            <a:extLst>
              <a:ext uri="{FF2B5EF4-FFF2-40B4-BE49-F238E27FC236}">
                <a16:creationId xmlns:a16="http://schemas.microsoft.com/office/drawing/2014/main" id="{48AB1192-2E22-489E-9751-272FAD0DD4AE}"/>
              </a:ext>
            </a:extLst>
          </p:cNvPr>
          <p:cNvSpPr txBox="1">
            <a:spLocks/>
          </p:cNvSpPr>
          <p:nvPr/>
        </p:nvSpPr>
        <p:spPr>
          <a:xfrm>
            <a:off x="333194" y="123026"/>
            <a:ext cx="11311110" cy="17296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The impact of electronic communication in traditional business</a:t>
            </a:r>
          </a:p>
        </p:txBody>
      </p:sp>
    </p:spTree>
    <p:extLst>
      <p:ext uri="{BB962C8B-B14F-4D97-AF65-F5344CB8AC3E}">
        <p14:creationId xmlns:p14="http://schemas.microsoft.com/office/powerpoint/2010/main" val="330223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936CFC0A-8C37-453C-9488-1B30FBC3B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4092F5-34D4-4D65-BCF7-532A76CF9C44}"/>
              </a:ext>
            </a:extLst>
          </p:cNvPr>
          <p:cNvSpPr>
            <a:spLocks noGrp="1"/>
          </p:cNvSpPr>
          <p:nvPr>
            <p:ph type="title"/>
          </p:nvPr>
        </p:nvSpPr>
        <p:spPr>
          <a:xfrm>
            <a:off x="1382597" y="3424348"/>
            <a:ext cx="9426806" cy="1424410"/>
          </a:xfrm>
        </p:spPr>
        <p:txBody>
          <a:bodyPr vert="horz" lIns="91440" tIns="45720" rIns="91440" bIns="45720" rtlCol="0" anchor="b">
            <a:normAutofit/>
          </a:bodyPr>
          <a:lstStyle/>
          <a:p>
            <a:pPr algn="ctr"/>
            <a:r>
              <a:rPr lang="en-US" sz="4600" dirty="0">
                <a:solidFill>
                  <a:srgbClr val="1B1B1B"/>
                </a:solidFill>
              </a:rPr>
              <a:t>What is the difference between digital business and e-commerce?</a:t>
            </a:r>
          </a:p>
        </p:txBody>
      </p:sp>
      <p:sp>
        <p:nvSpPr>
          <p:cNvPr id="73" name="Oval 72">
            <a:extLst>
              <a:ext uri="{FF2B5EF4-FFF2-40B4-BE49-F238E27FC236}">
                <a16:creationId xmlns:a16="http://schemas.microsoft.com/office/drawing/2014/main" id="{FBC3EAFD-A275-4F9B-8F62-72B6678F3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8526" y="933319"/>
            <a:ext cx="2463430" cy="2486070"/>
          </a:xfrm>
          <a:prstGeom prst="ellipse">
            <a:avLst/>
          </a:prstGeom>
          <a:solidFill>
            <a:srgbClr val="D86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06E64A6D-2B9F-4AAD-AB42-A61BAF01A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7592" y="1268361"/>
            <a:ext cx="1956816" cy="1953058"/>
          </a:xfrm>
          <a:prstGeom prst="ellipse">
            <a:avLst/>
          </a:prstGeom>
          <a:solidFill>
            <a:srgbClr val="FFFFFF"/>
          </a:solidFill>
          <a:ln>
            <a:solidFill>
              <a:srgbClr val="D86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Question Mark 3D Computer Graphics Three-dimensional Space, PNG ...">
            <a:extLst>
              <a:ext uri="{FF2B5EF4-FFF2-40B4-BE49-F238E27FC236}">
                <a16:creationId xmlns:a16="http://schemas.microsoft.com/office/drawing/2014/main" id="{3B5CCA64-F245-41E2-A9E2-2B0DC85EF485}"/>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a:stretch/>
        </p:blipFill>
        <p:spPr bwMode="auto">
          <a:xfrm>
            <a:off x="5181600" y="1330490"/>
            <a:ext cx="1828800" cy="1828800"/>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pic>
        <p:nvPicPr>
          <p:cNvPr id="77" name="Picture 76">
            <a:extLst>
              <a:ext uri="{FF2B5EF4-FFF2-40B4-BE49-F238E27FC236}">
                <a16:creationId xmlns:a16="http://schemas.microsoft.com/office/drawing/2014/main" id="{C51881DD-AD85-41BE-8A49-C2FB45800E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rcRect l="33525" t="5243" r="33525" b="36180"/>
          <a:stretch>
            <a:fillRect/>
          </a:stretch>
        </p:blipFill>
        <p:spPr>
          <a:xfrm>
            <a:off x="4860081" y="896194"/>
            <a:ext cx="2560320" cy="2560320"/>
          </a:xfrm>
          <a:custGeom>
            <a:avLst/>
            <a:gdLst>
              <a:gd name="connsiteX0" fmla="*/ 2008598 w 4017196"/>
              <a:gd name="connsiteY0" fmla="*/ 0 h 4017196"/>
              <a:gd name="connsiteX1" fmla="*/ 4017196 w 4017196"/>
              <a:gd name="connsiteY1" fmla="*/ 2008598 h 4017196"/>
              <a:gd name="connsiteX2" fmla="*/ 2008598 w 4017196"/>
              <a:gd name="connsiteY2" fmla="*/ 4017196 h 4017196"/>
              <a:gd name="connsiteX3" fmla="*/ 0 w 4017196"/>
              <a:gd name="connsiteY3" fmla="*/ 2008598 h 4017196"/>
              <a:gd name="connsiteX4" fmla="*/ 2008598 w 4017196"/>
              <a:gd name="connsiteY4" fmla="*/ 0 h 4017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7196" h="4017196">
                <a:moveTo>
                  <a:pt x="2008598" y="0"/>
                </a:moveTo>
                <a:cubicBezTo>
                  <a:pt x="3117916" y="0"/>
                  <a:pt x="4017196" y="899280"/>
                  <a:pt x="4017196" y="2008598"/>
                </a:cubicBezTo>
                <a:cubicBezTo>
                  <a:pt x="4017196" y="3117916"/>
                  <a:pt x="3117916" y="4017196"/>
                  <a:pt x="2008598" y="4017196"/>
                </a:cubicBezTo>
                <a:cubicBezTo>
                  <a:pt x="899280" y="4017196"/>
                  <a:pt x="0" y="3117916"/>
                  <a:pt x="0" y="2008598"/>
                </a:cubicBezTo>
                <a:cubicBezTo>
                  <a:pt x="0" y="899280"/>
                  <a:pt x="899280" y="0"/>
                  <a:pt x="2008598" y="0"/>
                </a:cubicBezTo>
                <a:close/>
              </a:path>
            </a:pathLst>
          </a:custGeom>
        </p:spPr>
      </p:pic>
      <p:cxnSp>
        <p:nvCxnSpPr>
          <p:cNvPr id="79" name="Straight Connector 78">
            <a:extLst>
              <a:ext uri="{FF2B5EF4-FFF2-40B4-BE49-F238E27FC236}">
                <a16:creationId xmlns:a16="http://schemas.microsoft.com/office/drawing/2014/main" id="{9AD20FE8-ED02-4CDE-83B1-A1436305C3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75960" y="4971278"/>
            <a:ext cx="640080" cy="0"/>
          </a:xfrm>
          <a:prstGeom prst="line">
            <a:avLst/>
          </a:prstGeom>
          <a:ln w="28575">
            <a:solidFill>
              <a:srgbClr val="FF320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3593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335CD-2132-4A97-9274-DBD8893912FA}"/>
              </a:ext>
            </a:extLst>
          </p:cNvPr>
          <p:cNvSpPr>
            <a:spLocks noGrp="1"/>
          </p:cNvSpPr>
          <p:nvPr>
            <p:ph type="title"/>
          </p:nvPr>
        </p:nvSpPr>
        <p:spPr>
          <a:xfrm>
            <a:off x="876300" y="3171825"/>
            <a:ext cx="3374136" cy="829180"/>
          </a:xfrm>
          <a:solidFill>
            <a:schemeClr val="accent4">
              <a:lumMod val="60000"/>
              <a:lumOff val="40000"/>
            </a:schemeClr>
          </a:solidFill>
        </p:spPr>
        <p:txBody>
          <a:bodyPr>
            <a:normAutofit/>
          </a:bodyPr>
          <a:lstStyle/>
          <a:p>
            <a:r>
              <a:rPr lang="en-SG" dirty="0"/>
              <a:t>E-commerce</a:t>
            </a:r>
          </a:p>
        </p:txBody>
      </p:sp>
      <p:graphicFrame>
        <p:nvGraphicFramePr>
          <p:cNvPr id="24" name="Content Placeholder 2">
            <a:extLst>
              <a:ext uri="{FF2B5EF4-FFF2-40B4-BE49-F238E27FC236}">
                <a16:creationId xmlns:a16="http://schemas.microsoft.com/office/drawing/2014/main" id="{45A7EE0C-E845-4703-8FA6-D4068A836117}"/>
              </a:ext>
            </a:extLst>
          </p:cNvPr>
          <p:cNvGraphicFramePr>
            <a:graphicFrameLocks noGrp="1"/>
          </p:cNvGraphicFramePr>
          <p:nvPr>
            <p:ph idx="1"/>
            <p:extLst>
              <p:ext uri="{D42A27DB-BD31-4B8C-83A1-F6EECF244321}">
                <p14:modId xmlns:p14="http://schemas.microsoft.com/office/powerpoint/2010/main" val="3501024567"/>
              </p:ext>
            </p:extLst>
          </p:nvPr>
        </p:nvGraphicFramePr>
        <p:xfrm>
          <a:off x="4847846" y="110807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90D03B28-B187-4CE3-8FA6-FEC3F2EFC4E1}"/>
              </a:ext>
            </a:extLst>
          </p:cNvPr>
          <p:cNvSpPr txBox="1">
            <a:spLocks/>
          </p:cNvSpPr>
          <p:nvPr/>
        </p:nvSpPr>
        <p:spPr>
          <a:xfrm>
            <a:off x="633240" y="-72533"/>
            <a:ext cx="11311110" cy="17296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Difference between digital business and </a:t>
            </a:r>
          </a:p>
          <a:p>
            <a:r>
              <a:rPr lang="en-SG" dirty="0"/>
              <a:t>e-commerce</a:t>
            </a:r>
          </a:p>
        </p:txBody>
      </p:sp>
    </p:spTree>
    <p:extLst>
      <p:ext uri="{BB962C8B-B14F-4D97-AF65-F5344CB8AC3E}">
        <p14:creationId xmlns:p14="http://schemas.microsoft.com/office/powerpoint/2010/main" val="3896264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86A8-114D-4906-9F89-22B0EFA55BE3}"/>
              </a:ext>
            </a:extLst>
          </p:cNvPr>
          <p:cNvSpPr>
            <a:spLocks noGrp="1"/>
          </p:cNvSpPr>
          <p:nvPr>
            <p:ph type="title"/>
          </p:nvPr>
        </p:nvSpPr>
        <p:spPr>
          <a:xfrm>
            <a:off x="818048" y="1548194"/>
            <a:ext cx="6381650" cy="1084583"/>
          </a:xfrm>
          <a:solidFill>
            <a:schemeClr val="accent4">
              <a:lumMod val="60000"/>
              <a:lumOff val="40000"/>
            </a:schemeClr>
          </a:solidFill>
        </p:spPr>
        <p:txBody>
          <a:bodyPr>
            <a:normAutofit/>
          </a:bodyPr>
          <a:lstStyle/>
          <a:p>
            <a:r>
              <a:rPr lang="en-SG" dirty="0"/>
              <a:t>Perspective of E-commerce</a:t>
            </a:r>
          </a:p>
        </p:txBody>
      </p:sp>
      <p:graphicFrame>
        <p:nvGraphicFramePr>
          <p:cNvPr id="5" name="Content Placeholder 2">
            <a:extLst>
              <a:ext uri="{FF2B5EF4-FFF2-40B4-BE49-F238E27FC236}">
                <a16:creationId xmlns:a16="http://schemas.microsoft.com/office/drawing/2014/main" id="{AFC2D7B8-B5BF-475C-9157-5B5F5AF3F434}"/>
              </a:ext>
            </a:extLst>
          </p:cNvPr>
          <p:cNvGraphicFramePr>
            <a:graphicFrameLocks noGrp="1"/>
          </p:cNvGraphicFramePr>
          <p:nvPr>
            <p:ph idx="1"/>
            <p:extLst>
              <p:ext uri="{D42A27DB-BD31-4B8C-83A1-F6EECF244321}">
                <p14:modId xmlns:p14="http://schemas.microsoft.com/office/powerpoint/2010/main" val="674577872"/>
              </p:ext>
            </p:extLst>
          </p:nvPr>
        </p:nvGraphicFramePr>
        <p:xfrm>
          <a:off x="923925" y="2090486"/>
          <a:ext cx="11020425" cy="3991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roup 3">
            <a:extLst>
              <a:ext uri="{FF2B5EF4-FFF2-40B4-BE49-F238E27FC236}">
                <a16:creationId xmlns:a16="http://schemas.microsoft.com/office/drawing/2014/main" id="{5061AB59-97D6-4F04-BFEC-81F840F07DFB}"/>
              </a:ext>
            </a:extLst>
          </p:cNvPr>
          <p:cNvGrpSpPr/>
          <p:nvPr/>
        </p:nvGrpSpPr>
        <p:grpSpPr>
          <a:xfrm>
            <a:off x="923925" y="5200651"/>
            <a:ext cx="10770006" cy="1496994"/>
            <a:chOff x="1027948" y="4910165"/>
            <a:chExt cx="10770006" cy="1496994"/>
          </a:xfrm>
        </p:grpSpPr>
        <p:sp>
          <p:nvSpPr>
            <p:cNvPr id="3" name="TextBox 2">
              <a:extLst>
                <a:ext uri="{FF2B5EF4-FFF2-40B4-BE49-F238E27FC236}">
                  <a16:creationId xmlns:a16="http://schemas.microsoft.com/office/drawing/2014/main" id="{D7CFA4E8-AAE6-43A3-A780-17281F36F72A}"/>
                </a:ext>
              </a:extLst>
            </p:cNvPr>
            <p:cNvSpPr txBox="1"/>
            <p:nvPr/>
          </p:nvSpPr>
          <p:spPr>
            <a:xfrm>
              <a:off x="1027948" y="4910165"/>
              <a:ext cx="2333625" cy="1477328"/>
            </a:xfrm>
            <a:prstGeom prst="rect">
              <a:avLst/>
            </a:prstGeom>
            <a:solidFill>
              <a:srgbClr val="FFFF00"/>
            </a:solidFill>
          </p:spPr>
          <p:txBody>
            <a:bodyPr wrap="square" rtlCol="0">
              <a:spAutoFit/>
            </a:bodyPr>
            <a:lstStyle/>
            <a:p>
              <a:r>
                <a:rPr lang="en-SG" dirty="0"/>
                <a:t>The delivery of information, products, services, payments, etc. by electronic means</a:t>
              </a:r>
            </a:p>
          </p:txBody>
        </p:sp>
        <p:sp>
          <p:nvSpPr>
            <p:cNvPr id="6" name="TextBox 5">
              <a:extLst>
                <a:ext uri="{FF2B5EF4-FFF2-40B4-BE49-F238E27FC236}">
                  <a16:creationId xmlns:a16="http://schemas.microsoft.com/office/drawing/2014/main" id="{C7E4354D-D365-43F8-B733-FE591B2BB80E}"/>
                </a:ext>
              </a:extLst>
            </p:cNvPr>
            <p:cNvSpPr txBox="1"/>
            <p:nvPr/>
          </p:nvSpPr>
          <p:spPr>
            <a:xfrm>
              <a:off x="3840075" y="4910165"/>
              <a:ext cx="2333625" cy="1477328"/>
            </a:xfrm>
            <a:prstGeom prst="rect">
              <a:avLst/>
            </a:prstGeom>
            <a:solidFill>
              <a:srgbClr val="FFFF00"/>
            </a:solidFill>
          </p:spPr>
          <p:txBody>
            <a:bodyPr wrap="square" rtlCol="0">
              <a:spAutoFit/>
            </a:bodyPr>
            <a:lstStyle/>
            <a:p>
              <a:r>
                <a:rPr lang="en-SG" dirty="0"/>
                <a:t>The application of technology towards automation of business transactions and workflows</a:t>
              </a:r>
            </a:p>
          </p:txBody>
        </p:sp>
        <p:sp>
          <p:nvSpPr>
            <p:cNvPr id="7" name="TextBox 6">
              <a:extLst>
                <a:ext uri="{FF2B5EF4-FFF2-40B4-BE49-F238E27FC236}">
                  <a16:creationId xmlns:a16="http://schemas.microsoft.com/office/drawing/2014/main" id="{2D7F1008-2C12-4481-8F56-BADD33B39575}"/>
                </a:ext>
              </a:extLst>
            </p:cNvPr>
            <p:cNvSpPr txBox="1"/>
            <p:nvPr/>
          </p:nvSpPr>
          <p:spPr>
            <a:xfrm>
              <a:off x="6652202" y="4912091"/>
              <a:ext cx="2333625" cy="1477328"/>
            </a:xfrm>
            <a:prstGeom prst="rect">
              <a:avLst/>
            </a:prstGeom>
            <a:solidFill>
              <a:srgbClr val="FFFF00"/>
            </a:solidFill>
          </p:spPr>
          <p:txBody>
            <a:bodyPr wrap="square" rtlCol="0">
              <a:spAutoFit/>
            </a:bodyPr>
            <a:lstStyle/>
            <a:p>
              <a:r>
                <a:rPr lang="en-SG" dirty="0"/>
                <a:t>Enabling cost cutting at the same time as increasing the speed and quality of service delivery</a:t>
              </a:r>
            </a:p>
          </p:txBody>
        </p:sp>
        <p:sp>
          <p:nvSpPr>
            <p:cNvPr id="8" name="TextBox 7">
              <a:extLst>
                <a:ext uri="{FF2B5EF4-FFF2-40B4-BE49-F238E27FC236}">
                  <a16:creationId xmlns:a16="http://schemas.microsoft.com/office/drawing/2014/main" id="{BBD75CF4-6ABC-4566-8515-F8D837A19DD1}"/>
                </a:ext>
              </a:extLst>
            </p:cNvPr>
            <p:cNvSpPr txBox="1"/>
            <p:nvPr/>
          </p:nvSpPr>
          <p:spPr>
            <a:xfrm>
              <a:off x="9464329" y="4929831"/>
              <a:ext cx="2333625" cy="1477328"/>
            </a:xfrm>
            <a:prstGeom prst="rect">
              <a:avLst/>
            </a:prstGeom>
            <a:solidFill>
              <a:srgbClr val="FFFF00"/>
            </a:solidFill>
          </p:spPr>
          <p:txBody>
            <a:bodyPr wrap="square" rtlCol="0">
              <a:spAutoFit/>
            </a:bodyPr>
            <a:lstStyle/>
            <a:p>
              <a:r>
                <a:rPr lang="en-SG" dirty="0"/>
                <a:t>Buying and selling of products and information online</a:t>
              </a:r>
            </a:p>
            <a:p>
              <a:endParaRPr lang="en-SG" dirty="0"/>
            </a:p>
            <a:p>
              <a:endParaRPr lang="en-SG" dirty="0"/>
            </a:p>
          </p:txBody>
        </p:sp>
      </p:grpSp>
      <p:sp>
        <p:nvSpPr>
          <p:cNvPr id="9" name="Title 1">
            <a:extLst>
              <a:ext uri="{FF2B5EF4-FFF2-40B4-BE49-F238E27FC236}">
                <a16:creationId xmlns:a16="http://schemas.microsoft.com/office/drawing/2014/main" id="{E577B7D4-9438-413F-A81C-1C8A6958FCC3}"/>
              </a:ext>
            </a:extLst>
          </p:cNvPr>
          <p:cNvSpPr txBox="1">
            <a:spLocks/>
          </p:cNvSpPr>
          <p:nvPr/>
        </p:nvSpPr>
        <p:spPr>
          <a:xfrm>
            <a:off x="633240" y="-72533"/>
            <a:ext cx="11311110" cy="17296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Difference between digital business and </a:t>
            </a:r>
          </a:p>
          <a:p>
            <a:r>
              <a:rPr lang="en-SG" dirty="0"/>
              <a:t>e-commerce</a:t>
            </a:r>
          </a:p>
        </p:txBody>
      </p:sp>
    </p:spTree>
    <p:extLst>
      <p:ext uri="{BB962C8B-B14F-4D97-AF65-F5344CB8AC3E}">
        <p14:creationId xmlns:p14="http://schemas.microsoft.com/office/powerpoint/2010/main" val="3838525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F4F90-76CD-4F07-AE88-C49D01E04C97}"/>
              </a:ext>
            </a:extLst>
          </p:cNvPr>
          <p:cNvSpPr>
            <a:spLocks noGrp="1"/>
          </p:cNvSpPr>
          <p:nvPr>
            <p:ph type="title"/>
          </p:nvPr>
        </p:nvSpPr>
        <p:spPr>
          <a:xfrm>
            <a:off x="1047215" y="2343716"/>
            <a:ext cx="4191000" cy="853166"/>
          </a:xfrm>
          <a:solidFill>
            <a:schemeClr val="accent4">
              <a:lumMod val="60000"/>
              <a:lumOff val="40000"/>
            </a:schemeClr>
          </a:solidFill>
        </p:spPr>
        <p:txBody>
          <a:bodyPr/>
          <a:lstStyle/>
          <a:p>
            <a:r>
              <a:rPr lang="en-SG" dirty="0"/>
              <a:t>Digital Business </a:t>
            </a:r>
          </a:p>
        </p:txBody>
      </p:sp>
      <p:sp>
        <p:nvSpPr>
          <p:cNvPr id="3" name="Content Placeholder 2">
            <a:extLst>
              <a:ext uri="{FF2B5EF4-FFF2-40B4-BE49-F238E27FC236}">
                <a16:creationId xmlns:a16="http://schemas.microsoft.com/office/drawing/2014/main" id="{F6D25D16-7D48-43D6-974C-75E0A42CA9EC}"/>
              </a:ext>
            </a:extLst>
          </p:cNvPr>
          <p:cNvSpPr>
            <a:spLocks noGrp="1"/>
          </p:cNvSpPr>
          <p:nvPr>
            <p:ph idx="1"/>
          </p:nvPr>
        </p:nvSpPr>
        <p:spPr>
          <a:xfrm>
            <a:off x="923925" y="3616325"/>
            <a:ext cx="10515600" cy="2651125"/>
          </a:xfrm>
        </p:spPr>
        <p:txBody>
          <a:bodyPr>
            <a:normAutofit/>
          </a:bodyPr>
          <a:lstStyle/>
          <a:p>
            <a:r>
              <a:rPr lang="en-SG" sz="3200" dirty="0"/>
              <a:t>It has a broader scope than e-commerce.</a:t>
            </a:r>
          </a:p>
          <a:p>
            <a:r>
              <a:rPr lang="en-SG" sz="3200" dirty="0"/>
              <a:t>It is similar to E-business</a:t>
            </a:r>
          </a:p>
          <a:p>
            <a:r>
              <a:rPr lang="en-SG" sz="3200" dirty="0"/>
              <a:t>Business apply digital media to improve the competitiveness of the organization through optimizing processes with online and traditional channels to market and supply.</a:t>
            </a:r>
          </a:p>
        </p:txBody>
      </p:sp>
      <p:sp>
        <p:nvSpPr>
          <p:cNvPr id="4" name="Title 1">
            <a:extLst>
              <a:ext uri="{FF2B5EF4-FFF2-40B4-BE49-F238E27FC236}">
                <a16:creationId xmlns:a16="http://schemas.microsoft.com/office/drawing/2014/main" id="{88D03BDA-AC5E-4ED5-9DC2-6F08952CB22B}"/>
              </a:ext>
            </a:extLst>
          </p:cNvPr>
          <p:cNvSpPr txBox="1">
            <a:spLocks/>
          </p:cNvSpPr>
          <p:nvPr/>
        </p:nvSpPr>
        <p:spPr>
          <a:xfrm>
            <a:off x="858736" y="194595"/>
            <a:ext cx="11311110" cy="17296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Difference between digital business and </a:t>
            </a:r>
          </a:p>
          <a:p>
            <a:r>
              <a:rPr lang="en-SG" dirty="0"/>
              <a:t>e-commerce</a:t>
            </a:r>
          </a:p>
        </p:txBody>
      </p:sp>
    </p:spTree>
    <p:extLst>
      <p:ext uri="{BB962C8B-B14F-4D97-AF65-F5344CB8AC3E}">
        <p14:creationId xmlns:p14="http://schemas.microsoft.com/office/powerpoint/2010/main" val="867701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hapter 1 Introduction to digital business and e‑commerce - ppt ...">
            <a:extLst>
              <a:ext uri="{FF2B5EF4-FFF2-40B4-BE49-F238E27FC236}">
                <a16:creationId xmlns:a16="http://schemas.microsoft.com/office/drawing/2014/main" id="{336EFFE5-96F8-4989-9EB1-C6106FC586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63" b="1184"/>
          <a:stretch/>
        </p:blipFill>
        <p:spPr bwMode="auto">
          <a:xfrm>
            <a:off x="664946" y="142240"/>
            <a:ext cx="9728200" cy="657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981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1.4</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a:xfrm>
            <a:off x="838200" y="1797050"/>
            <a:ext cx="10515600" cy="4351338"/>
          </a:xfrm>
        </p:spPr>
        <p:txBody>
          <a:bodyPr/>
          <a:lstStyle/>
          <a:p>
            <a:r>
              <a:rPr lang="en-SG" dirty="0"/>
              <a:t>Refer to your book for Activity 1.4</a:t>
            </a:r>
          </a:p>
        </p:txBody>
      </p:sp>
    </p:spTree>
    <p:extLst>
      <p:ext uri="{BB962C8B-B14F-4D97-AF65-F5344CB8AC3E}">
        <p14:creationId xmlns:p14="http://schemas.microsoft.com/office/powerpoint/2010/main" val="132828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77F14-C1F1-40E5-881D-65536F1A84D3}"/>
              </a:ext>
            </a:extLst>
          </p:cNvPr>
          <p:cNvSpPr>
            <a:spLocks noGrp="1"/>
          </p:cNvSpPr>
          <p:nvPr>
            <p:ph type="title"/>
          </p:nvPr>
        </p:nvSpPr>
        <p:spPr>
          <a:xfrm>
            <a:off x="706338" y="127635"/>
            <a:ext cx="11407487" cy="1325563"/>
          </a:xfrm>
        </p:spPr>
        <p:txBody>
          <a:bodyPr>
            <a:normAutofit/>
          </a:bodyPr>
          <a:lstStyle/>
          <a:p>
            <a:r>
              <a:rPr lang="en-SG" sz="5400" dirty="0"/>
              <a:t>Types of Sell-side E-commerce</a:t>
            </a:r>
          </a:p>
        </p:txBody>
      </p:sp>
      <p:graphicFrame>
        <p:nvGraphicFramePr>
          <p:cNvPr id="21" name="Content Placeholder 2">
            <a:extLst>
              <a:ext uri="{FF2B5EF4-FFF2-40B4-BE49-F238E27FC236}">
                <a16:creationId xmlns:a16="http://schemas.microsoft.com/office/drawing/2014/main" id="{072742E0-420E-4008-BEED-D11B89EACB28}"/>
              </a:ext>
            </a:extLst>
          </p:cNvPr>
          <p:cNvGraphicFramePr>
            <a:graphicFrameLocks noGrp="1"/>
          </p:cNvGraphicFramePr>
          <p:nvPr>
            <p:ph idx="1"/>
            <p:extLst>
              <p:ext uri="{D42A27DB-BD31-4B8C-83A1-F6EECF244321}">
                <p14:modId xmlns:p14="http://schemas.microsoft.com/office/powerpoint/2010/main" val="915520867"/>
              </p:ext>
            </p:extLst>
          </p:nvPr>
        </p:nvGraphicFramePr>
        <p:xfrm>
          <a:off x="1859622" y="1539445"/>
          <a:ext cx="8472756" cy="50392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7857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47054-A262-4B84-A96A-49C55748A9F0}"/>
              </a:ext>
            </a:extLst>
          </p:cNvPr>
          <p:cNvSpPr>
            <a:spLocks noGrp="1"/>
          </p:cNvSpPr>
          <p:nvPr>
            <p:ph type="title"/>
          </p:nvPr>
        </p:nvSpPr>
        <p:spPr>
          <a:xfrm>
            <a:off x="578318" y="0"/>
            <a:ext cx="10515600" cy="1325563"/>
          </a:xfrm>
        </p:spPr>
        <p:txBody>
          <a:bodyPr>
            <a:normAutofit/>
          </a:bodyPr>
          <a:lstStyle/>
          <a:p>
            <a:r>
              <a:rPr lang="en-SG" dirty="0"/>
              <a:t>Digital Marketing</a:t>
            </a:r>
          </a:p>
        </p:txBody>
      </p:sp>
      <p:graphicFrame>
        <p:nvGraphicFramePr>
          <p:cNvPr id="5" name="Content Placeholder 2">
            <a:extLst>
              <a:ext uri="{FF2B5EF4-FFF2-40B4-BE49-F238E27FC236}">
                <a16:creationId xmlns:a16="http://schemas.microsoft.com/office/drawing/2014/main" id="{7D0E7E3D-6D86-4341-BA40-22D1C439AFD6}"/>
              </a:ext>
            </a:extLst>
          </p:cNvPr>
          <p:cNvGraphicFramePr>
            <a:graphicFrameLocks noGrp="1"/>
          </p:cNvGraphicFramePr>
          <p:nvPr>
            <p:ph idx="1"/>
            <p:extLst>
              <p:ext uri="{D42A27DB-BD31-4B8C-83A1-F6EECF244321}">
                <p14:modId xmlns:p14="http://schemas.microsoft.com/office/powerpoint/2010/main" val="515468537"/>
              </p:ext>
            </p:extLst>
          </p:nvPr>
        </p:nvGraphicFramePr>
        <p:xfrm>
          <a:off x="745687" y="1137730"/>
          <a:ext cx="11162097" cy="5621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8452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C4210-9E32-45BA-8258-F7EEC98E837C}"/>
              </a:ext>
            </a:extLst>
          </p:cNvPr>
          <p:cNvSpPr>
            <a:spLocks noGrp="1"/>
          </p:cNvSpPr>
          <p:nvPr>
            <p:ph type="title"/>
          </p:nvPr>
        </p:nvSpPr>
        <p:spPr>
          <a:xfrm>
            <a:off x="726440" y="141605"/>
            <a:ext cx="10515600" cy="1325563"/>
          </a:xfrm>
        </p:spPr>
        <p:txBody>
          <a:bodyPr vert="horz" lIns="91440" tIns="45720" rIns="91440" bIns="45720" rtlCol="0" anchor="ctr">
            <a:normAutofit/>
          </a:bodyPr>
          <a:lstStyle/>
          <a:p>
            <a:r>
              <a:rPr lang="en-US" sz="4000" kern="1200" dirty="0">
                <a:solidFill>
                  <a:schemeClr val="tx1"/>
                </a:solidFill>
                <a:latin typeface="+mj-lt"/>
                <a:ea typeface="+mj-ea"/>
                <a:cs typeface="+mj-cs"/>
              </a:rPr>
              <a:t>Options for Company to reach their audience online</a:t>
            </a:r>
          </a:p>
        </p:txBody>
      </p:sp>
      <p:pic>
        <p:nvPicPr>
          <p:cNvPr id="4" name="Picture 3">
            <a:extLst>
              <a:ext uri="{FF2B5EF4-FFF2-40B4-BE49-F238E27FC236}">
                <a16:creationId xmlns:a16="http://schemas.microsoft.com/office/drawing/2014/main" id="{5312BFFC-3539-4FE2-A9AD-22A1E820F209}"/>
              </a:ext>
            </a:extLst>
          </p:cNvPr>
          <p:cNvPicPr>
            <a:picLocks noChangeAspect="1"/>
          </p:cNvPicPr>
          <p:nvPr/>
        </p:nvPicPr>
        <p:blipFill rotWithShape="1">
          <a:blip r:embed="rId2"/>
          <a:srcRect l="28342" t="20772" r="29026" b="19018"/>
          <a:stretch/>
        </p:blipFill>
        <p:spPr>
          <a:xfrm>
            <a:off x="3037839" y="937271"/>
            <a:ext cx="7274562" cy="5779124"/>
          </a:xfrm>
          <a:prstGeom prst="rect">
            <a:avLst/>
          </a:prstGeom>
        </p:spPr>
      </p:pic>
    </p:spTree>
    <p:extLst>
      <p:ext uri="{BB962C8B-B14F-4D97-AF65-F5344CB8AC3E}">
        <p14:creationId xmlns:p14="http://schemas.microsoft.com/office/powerpoint/2010/main" val="1190908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9A5FB-6A8E-43B4-8BB1-17D03FFA89C9}"/>
              </a:ext>
            </a:extLst>
          </p:cNvPr>
          <p:cNvSpPr>
            <a:spLocks noGrp="1"/>
          </p:cNvSpPr>
          <p:nvPr>
            <p:ph type="title"/>
          </p:nvPr>
        </p:nvSpPr>
        <p:spPr/>
        <p:txBody>
          <a:bodyPr/>
          <a:lstStyle/>
          <a:p>
            <a:r>
              <a:rPr lang="en-SG" dirty="0"/>
              <a:t>Digital and Offline Communication Techniques</a:t>
            </a:r>
          </a:p>
        </p:txBody>
      </p:sp>
      <p:pic>
        <p:nvPicPr>
          <p:cNvPr id="4" name="Picture 3">
            <a:extLst>
              <a:ext uri="{FF2B5EF4-FFF2-40B4-BE49-F238E27FC236}">
                <a16:creationId xmlns:a16="http://schemas.microsoft.com/office/drawing/2014/main" id="{88AE72C4-7DB5-43C5-AC29-41BEC97C08B1}"/>
              </a:ext>
            </a:extLst>
          </p:cNvPr>
          <p:cNvPicPr>
            <a:picLocks noChangeAspect="1"/>
          </p:cNvPicPr>
          <p:nvPr/>
        </p:nvPicPr>
        <p:blipFill rotWithShape="1">
          <a:blip r:embed="rId2"/>
          <a:srcRect l="28027" t="22175" r="28710" b="18736"/>
          <a:stretch/>
        </p:blipFill>
        <p:spPr>
          <a:xfrm>
            <a:off x="3757864" y="1131602"/>
            <a:ext cx="7595936" cy="5619888"/>
          </a:xfrm>
          <a:prstGeom prst="rect">
            <a:avLst/>
          </a:prstGeom>
        </p:spPr>
      </p:pic>
    </p:spTree>
    <p:extLst>
      <p:ext uri="{BB962C8B-B14F-4D97-AF65-F5344CB8AC3E}">
        <p14:creationId xmlns:p14="http://schemas.microsoft.com/office/powerpoint/2010/main" val="475418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27177-6B6D-4B68-9E9E-EE47C641C57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3100" kern="1200">
                <a:solidFill>
                  <a:schemeClr val="tx1"/>
                </a:solidFill>
                <a:latin typeface="+mj-lt"/>
                <a:ea typeface="+mj-ea"/>
                <a:cs typeface="+mj-cs"/>
              </a:rPr>
              <a:t>Summary and examples of transaction alternatives between businesses, consumers, and government organizations</a:t>
            </a:r>
          </a:p>
        </p:txBody>
      </p:sp>
      <p:pic>
        <p:nvPicPr>
          <p:cNvPr id="4" name="Picture 3">
            <a:extLst>
              <a:ext uri="{FF2B5EF4-FFF2-40B4-BE49-F238E27FC236}">
                <a16:creationId xmlns:a16="http://schemas.microsoft.com/office/drawing/2014/main" id="{0D25B149-ADE5-41A0-8CB0-BDFF55F0A033}"/>
              </a:ext>
            </a:extLst>
          </p:cNvPr>
          <p:cNvPicPr>
            <a:picLocks noChangeAspect="1"/>
          </p:cNvPicPr>
          <p:nvPr/>
        </p:nvPicPr>
        <p:blipFill rotWithShape="1">
          <a:blip r:embed="rId2"/>
          <a:srcRect l="25342" t="21332" r="26500" b="19018"/>
          <a:stretch/>
        </p:blipFill>
        <p:spPr>
          <a:xfrm>
            <a:off x="2378074" y="1499810"/>
            <a:ext cx="7690486" cy="5358190"/>
          </a:xfrm>
          <a:prstGeom prst="rect">
            <a:avLst/>
          </a:prstGeom>
        </p:spPr>
      </p:pic>
    </p:spTree>
    <p:extLst>
      <p:ext uri="{BB962C8B-B14F-4D97-AF65-F5344CB8AC3E}">
        <p14:creationId xmlns:p14="http://schemas.microsoft.com/office/powerpoint/2010/main" val="39887277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48F0B-64EE-430A-99C1-ABCCBB2A1D6B}"/>
              </a:ext>
            </a:extLst>
          </p:cNvPr>
          <p:cNvSpPr>
            <a:spLocks noGrp="1"/>
          </p:cNvSpPr>
          <p:nvPr>
            <p:ph type="title"/>
          </p:nvPr>
        </p:nvSpPr>
        <p:spPr>
          <a:xfrm>
            <a:off x="752475" y="0"/>
            <a:ext cx="10515600" cy="1325563"/>
          </a:xfrm>
        </p:spPr>
        <p:txBody>
          <a:bodyPr/>
          <a:lstStyle/>
          <a:p>
            <a:r>
              <a:rPr lang="en-SG" dirty="0"/>
              <a:t>Digital Business Opportunities</a:t>
            </a:r>
          </a:p>
        </p:txBody>
      </p:sp>
      <p:sp>
        <p:nvSpPr>
          <p:cNvPr id="3" name="Content Placeholder 2">
            <a:extLst>
              <a:ext uri="{FF2B5EF4-FFF2-40B4-BE49-F238E27FC236}">
                <a16:creationId xmlns:a16="http://schemas.microsoft.com/office/drawing/2014/main" id="{6BD15495-623D-4591-AD4A-B5D68C05DA45}"/>
              </a:ext>
            </a:extLst>
          </p:cNvPr>
          <p:cNvSpPr>
            <a:spLocks noGrp="1"/>
          </p:cNvSpPr>
          <p:nvPr>
            <p:ph idx="1"/>
          </p:nvPr>
        </p:nvSpPr>
        <p:spPr>
          <a:xfrm>
            <a:off x="838200" y="1690688"/>
            <a:ext cx="10696575" cy="4908550"/>
          </a:xfrm>
        </p:spPr>
        <p:txBody>
          <a:bodyPr>
            <a:normAutofit/>
          </a:bodyPr>
          <a:lstStyle/>
          <a:p>
            <a:r>
              <a:rPr lang="en-SG" sz="3600" b="1" u="sng" dirty="0"/>
              <a:t>Reach</a:t>
            </a:r>
          </a:p>
          <a:p>
            <a:pPr lvl="1">
              <a:buFont typeface="Wingdings" panose="05000000000000000000" pitchFamily="2" charset="2"/>
              <a:buChar char="ü"/>
            </a:pPr>
            <a:r>
              <a:rPr lang="en-SG" sz="3200" dirty="0"/>
              <a:t> Over 1 billion users globally</a:t>
            </a:r>
          </a:p>
          <a:p>
            <a:pPr lvl="1">
              <a:buFont typeface="Wingdings" panose="05000000000000000000" pitchFamily="2" charset="2"/>
              <a:buChar char="ü"/>
            </a:pPr>
            <a:r>
              <a:rPr lang="en-SG" sz="3200" dirty="0"/>
              <a:t> Connect to million of products</a:t>
            </a:r>
          </a:p>
          <a:p>
            <a:r>
              <a:rPr lang="en-SG" sz="3600" b="1" u="sng" dirty="0"/>
              <a:t>Richness</a:t>
            </a:r>
          </a:p>
          <a:p>
            <a:pPr lvl="1">
              <a:buFont typeface="Wingdings" panose="05000000000000000000" pitchFamily="2" charset="2"/>
              <a:buChar char="ü"/>
            </a:pPr>
            <a:r>
              <a:rPr lang="en-SG" sz="3200" dirty="0"/>
              <a:t> Detailed product information on 20 billion+ pages indexed by Google, Blogs, videos, feeds</a:t>
            </a:r>
          </a:p>
          <a:p>
            <a:pPr lvl="1">
              <a:buFont typeface="Wingdings" panose="05000000000000000000" pitchFamily="2" charset="2"/>
              <a:buChar char="ü"/>
            </a:pPr>
            <a:r>
              <a:rPr lang="en-SG" sz="3200" dirty="0"/>
              <a:t> Personalized messages for users</a:t>
            </a:r>
          </a:p>
          <a:p>
            <a:r>
              <a:rPr lang="en-SG" sz="3600" b="1" u="sng" dirty="0"/>
              <a:t>Affiliation</a:t>
            </a:r>
          </a:p>
          <a:p>
            <a:pPr lvl="1">
              <a:buFont typeface="Wingdings" panose="05000000000000000000" pitchFamily="2" charset="2"/>
              <a:buChar char="ü"/>
            </a:pPr>
            <a:r>
              <a:rPr lang="en-SG" sz="3200" dirty="0"/>
              <a:t> Partnership are key in the networked economy</a:t>
            </a:r>
          </a:p>
        </p:txBody>
      </p:sp>
    </p:spTree>
    <p:extLst>
      <p:ext uri="{BB962C8B-B14F-4D97-AF65-F5344CB8AC3E}">
        <p14:creationId xmlns:p14="http://schemas.microsoft.com/office/powerpoint/2010/main" val="484901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936CFC0A-8C37-453C-9488-1B30FBC3B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4092F5-34D4-4D65-BCF7-532A76CF9C44}"/>
              </a:ext>
            </a:extLst>
          </p:cNvPr>
          <p:cNvSpPr>
            <a:spLocks noGrp="1"/>
          </p:cNvSpPr>
          <p:nvPr>
            <p:ph type="title"/>
          </p:nvPr>
        </p:nvSpPr>
        <p:spPr>
          <a:xfrm>
            <a:off x="1382597" y="3424348"/>
            <a:ext cx="9426806" cy="1424410"/>
          </a:xfrm>
        </p:spPr>
        <p:txBody>
          <a:bodyPr vert="horz" lIns="91440" tIns="45720" rIns="91440" bIns="45720" rtlCol="0" anchor="b">
            <a:normAutofit/>
          </a:bodyPr>
          <a:lstStyle/>
          <a:p>
            <a:pPr algn="ctr"/>
            <a:r>
              <a:rPr lang="en-US" sz="4600" dirty="0">
                <a:solidFill>
                  <a:srgbClr val="1B1B1B"/>
                </a:solidFill>
              </a:rPr>
              <a:t>What can go wrong in a transactional site?</a:t>
            </a:r>
          </a:p>
        </p:txBody>
      </p:sp>
      <p:sp>
        <p:nvSpPr>
          <p:cNvPr id="73" name="Oval 72">
            <a:extLst>
              <a:ext uri="{FF2B5EF4-FFF2-40B4-BE49-F238E27FC236}">
                <a16:creationId xmlns:a16="http://schemas.microsoft.com/office/drawing/2014/main" id="{FBC3EAFD-A275-4F9B-8F62-72B6678F3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8526" y="933319"/>
            <a:ext cx="2463430" cy="2486070"/>
          </a:xfrm>
          <a:prstGeom prst="ellipse">
            <a:avLst/>
          </a:prstGeom>
          <a:solidFill>
            <a:srgbClr val="D86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06E64A6D-2B9F-4AAD-AB42-A61BAF01A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7592" y="1268361"/>
            <a:ext cx="1956816" cy="1953058"/>
          </a:xfrm>
          <a:prstGeom prst="ellipse">
            <a:avLst/>
          </a:prstGeom>
          <a:solidFill>
            <a:srgbClr val="FFFFFF"/>
          </a:solidFill>
          <a:ln>
            <a:solidFill>
              <a:srgbClr val="D86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Question Mark 3D Computer Graphics Three-dimensional Space, PNG ...">
            <a:extLst>
              <a:ext uri="{FF2B5EF4-FFF2-40B4-BE49-F238E27FC236}">
                <a16:creationId xmlns:a16="http://schemas.microsoft.com/office/drawing/2014/main" id="{3B5CCA64-F245-41E2-A9E2-2B0DC85EF485}"/>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a:stretch/>
        </p:blipFill>
        <p:spPr bwMode="auto">
          <a:xfrm>
            <a:off x="5181600" y="1330490"/>
            <a:ext cx="1828800" cy="1828800"/>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pic>
        <p:nvPicPr>
          <p:cNvPr id="77" name="Picture 76">
            <a:extLst>
              <a:ext uri="{FF2B5EF4-FFF2-40B4-BE49-F238E27FC236}">
                <a16:creationId xmlns:a16="http://schemas.microsoft.com/office/drawing/2014/main" id="{C51881DD-AD85-41BE-8A49-C2FB45800E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rcRect l="33525" t="5243" r="33525" b="36180"/>
          <a:stretch>
            <a:fillRect/>
          </a:stretch>
        </p:blipFill>
        <p:spPr>
          <a:xfrm>
            <a:off x="4860081" y="896194"/>
            <a:ext cx="2560320" cy="2560320"/>
          </a:xfrm>
          <a:custGeom>
            <a:avLst/>
            <a:gdLst>
              <a:gd name="connsiteX0" fmla="*/ 2008598 w 4017196"/>
              <a:gd name="connsiteY0" fmla="*/ 0 h 4017196"/>
              <a:gd name="connsiteX1" fmla="*/ 4017196 w 4017196"/>
              <a:gd name="connsiteY1" fmla="*/ 2008598 h 4017196"/>
              <a:gd name="connsiteX2" fmla="*/ 2008598 w 4017196"/>
              <a:gd name="connsiteY2" fmla="*/ 4017196 h 4017196"/>
              <a:gd name="connsiteX3" fmla="*/ 0 w 4017196"/>
              <a:gd name="connsiteY3" fmla="*/ 2008598 h 4017196"/>
              <a:gd name="connsiteX4" fmla="*/ 2008598 w 4017196"/>
              <a:gd name="connsiteY4" fmla="*/ 0 h 4017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7196" h="4017196">
                <a:moveTo>
                  <a:pt x="2008598" y="0"/>
                </a:moveTo>
                <a:cubicBezTo>
                  <a:pt x="3117916" y="0"/>
                  <a:pt x="4017196" y="899280"/>
                  <a:pt x="4017196" y="2008598"/>
                </a:cubicBezTo>
                <a:cubicBezTo>
                  <a:pt x="4017196" y="3117916"/>
                  <a:pt x="3117916" y="4017196"/>
                  <a:pt x="2008598" y="4017196"/>
                </a:cubicBezTo>
                <a:cubicBezTo>
                  <a:pt x="899280" y="4017196"/>
                  <a:pt x="0" y="3117916"/>
                  <a:pt x="0" y="2008598"/>
                </a:cubicBezTo>
                <a:cubicBezTo>
                  <a:pt x="0" y="899280"/>
                  <a:pt x="899280" y="0"/>
                  <a:pt x="2008598" y="0"/>
                </a:cubicBezTo>
                <a:close/>
              </a:path>
            </a:pathLst>
          </a:custGeom>
        </p:spPr>
      </p:pic>
      <p:cxnSp>
        <p:nvCxnSpPr>
          <p:cNvPr id="79" name="Straight Connector 78">
            <a:extLst>
              <a:ext uri="{FF2B5EF4-FFF2-40B4-BE49-F238E27FC236}">
                <a16:creationId xmlns:a16="http://schemas.microsoft.com/office/drawing/2014/main" id="{9AD20FE8-ED02-4CDE-83B1-A1436305C3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75960" y="4971278"/>
            <a:ext cx="640080" cy="0"/>
          </a:xfrm>
          <a:prstGeom prst="line">
            <a:avLst/>
          </a:prstGeom>
          <a:ln w="28575">
            <a:solidFill>
              <a:srgbClr val="FF320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3173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0B86-8BFF-488C-9C2F-8DCFA51F73D0}"/>
              </a:ext>
            </a:extLst>
          </p:cNvPr>
          <p:cNvSpPr>
            <a:spLocks noGrp="1"/>
          </p:cNvSpPr>
          <p:nvPr>
            <p:ph type="title"/>
          </p:nvPr>
        </p:nvSpPr>
        <p:spPr>
          <a:xfrm>
            <a:off x="838200" y="365125"/>
            <a:ext cx="10515600" cy="1325563"/>
          </a:xfrm>
        </p:spPr>
        <p:txBody>
          <a:bodyPr>
            <a:normAutofit/>
          </a:bodyPr>
          <a:lstStyle/>
          <a:p>
            <a:r>
              <a:rPr lang="en-SG" dirty="0"/>
              <a:t>Potential Answers</a:t>
            </a:r>
          </a:p>
        </p:txBody>
      </p:sp>
      <p:graphicFrame>
        <p:nvGraphicFramePr>
          <p:cNvPr id="5" name="Content Placeholder 2">
            <a:extLst>
              <a:ext uri="{FF2B5EF4-FFF2-40B4-BE49-F238E27FC236}">
                <a16:creationId xmlns:a16="http://schemas.microsoft.com/office/drawing/2014/main" id="{F37BA800-A64A-4C38-A19E-EDC359AE7A0D}"/>
              </a:ext>
            </a:extLst>
          </p:cNvPr>
          <p:cNvGraphicFramePr>
            <a:graphicFrameLocks noGrp="1"/>
          </p:cNvGraphicFramePr>
          <p:nvPr>
            <p:ph idx="1"/>
            <p:extLst>
              <p:ext uri="{D42A27DB-BD31-4B8C-83A1-F6EECF244321}">
                <p14:modId xmlns:p14="http://schemas.microsoft.com/office/powerpoint/2010/main" val="6700734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6681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1.5</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a:xfrm>
            <a:off x="838200" y="1797050"/>
            <a:ext cx="10515600" cy="4351338"/>
          </a:xfrm>
        </p:spPr>
        <p:txBody>
          <a:bodyPr/>
          <a:lstStyle/>
          <a:p>
            <a:r>
              <a:rPr lang="en-SG" dirty="0"/>
              <a:t>Refer to your book for Activity 1.5</a:t>
            </a:r>
          </a:p>
        </p:txBody>
      </p:sp>
    </p:spTree>
    <p:extLst>
      <p:ext uri="{BB962C8B-B14F-4D97-AF65-F5344CB8AC3E}">
        <p14:creationId xmlns:p14="http://schemas.microsoft.com/office/powerpoint/2010/main" val="198987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39F88-A84F-43ED-8CE1-2D9095770544}"/>
              </a:ext>
            </a:extLst>
          </p:cNvPr>
          <p:cNvSpPr>
            <a:spLocks noGrp="1"/>
          </p:cNvSpPr>
          <p:nvPr>
            <p:ph type="title"/>
          </p:nvPr>
        </p:nvSpPr>
        <p:spPr>
          <a:xfrm>
            <a:off x="566776" y="1273996"/>
            <a:ext cx="9537874" cy="935518"/>
          </a:xfrm>
          <a:solidFill>
            <a:schemeClr val="accent4">
              <a:lumMod val="60000"/>
              <a:lumOff val="40000"/>
            </a:schemeClr>
          </a:solidFill>
        </p:spPr>
        <p:txBody>
          <a:bodyPr>
            <a:normAutofit/>
          </a:bodyPr>
          <a:lstStyle/>
          <a:p>
            <a:pPr algn="ctr"/>
            <a:r>
              <a:rPr lang="en-SG" dirty="0"/>
              <a:t>Drivers of digital technology adoption</a:t>
            </a:r>
          </a:p>
        </p:txBody>
      </p:sp>
      <p:graphicFrame>
        <p:nvGraphicFramePr>
          <p:cNvPr id="5" name="Content Placeholder 2">
            <a:extLst>
              <a:ext uri="{FF2B5EF4-FFF2-40B4-BE49-F238E27FC236}">
                <a16:creationId xmlns:a16="http://schemas.microsoft.com/office/drawing/2014/main" id="{2C3633F0-7DC5-446B-BF3D-E152F23B7B55}"/>
              </a:ext>
            </a:extLst>
          </p:cNvPr>
          <p:cNvGraphicFramePr>
            <a:graphicFrameLocks noGrp="1"/>
          </p:cNvGraphicFramePr>
          <p:nvPr>
            <p:ph idx="1"/>
            <p:extLst>
              <p:ext uri="{D42A27DB-BD31-4B8C-83A1-F6EECF244321}">
                <p14:modId xmlns:p14="http://schemas.microsoft.com/office/powerpoint/2010/main" val="3394582008"/>
              </p:ext>
            </p:extLst>
          </p:nvPr>
        </p:nvGraphicFramePr>
        <p:xfrm>
          <a:off x="2087350" y="2209514"/>
          <a:ext cx="9537874" cy="45097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91E0D758-5134-419A-B75A-C9140FD1DC69}"/>
              </a:ext>
            </a:extLst>
          </p:cNvPr>
          <p:cNvSpPr txBox="1">
            <a:spLocks/>
          </p:cNvSpPr>
          <p:nvPr/>
        </p:nvSpPr>
        <p:spPr>
          <a:xfrm>
            <a:off x="566776" y="-5156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a:t>Digital Business Opportunities</a:t>
            </a:r>
            <a:endParaRPr lang="en-SG" dirty="0"/>
          </a:p>
        </p:txBody>
      </p:sp>
    </p:spTree>
    <p:extLst>
      <p:ext uri="{BB962C8B-B14F-4D97-AF65-F5344CB8AC3E}">
        <p14:creationId xmlns:p14="http://schemas.microsoft.com/office/powerpoint/2010/main" val="2963693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1B33E-3AEB-4603-A55F-36A7C922A609}"/>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solidFill>
                  <a:schemeClr val="tx1"/>
                </a:solidFill>
                <a:latin typeface="+mj-lt"/>
                <a:ea typeface="+mj-ea"/>
                <a:cs typeface="+mj-cs"/>
              </a:rPr>
              <a:t>Digital Business Opportunities</a:t>
            </a:r>
          </a:p>
        </p:txBody>
      </p:sp>
      <p:pic>
        <p:nvPicPr>
          <p:cNvPr id="4" name="Picture 3">
            <a:extLst>
              <a:ext uri="{FF2B5EF4-FFF2-40B4-BE49-F238E27FC236}">
                <a16:creationId xmlns:a16="http://schemas.microsoft.com/office/drawing/2014/main" id="{92AA1AE4-3C38-4B11-B881-303BE32A52B7}"/>
              </a:ext>
            </a:extLst>
          </p:cNvPr>
          <p:cNvPicPr>
            <a:picLocks noChangeAspect="1"/>
          </p:cNvPicPr>
          <p:nvPr/>
        </p:nvPicPr>
        <p:blipFill rotWithShape="1">
          <a:blip r:embed="rId2"/>
          <a:srcRect l="16421" t="18386" r="14973" b="12702"/>
          <a:stretch/>
        </p:blipFill>
        <p:spPr>
          <a:xfrm>
            <a:off x="1514474" y="1415383"/>
            <a:ext cx="9153526" cy="5171824"/>
          </a:xfrm>
          <a:prstGeom prst="rect">
            <a:avLst/>
          </a:prstGeom>
        </p:spPr>
      </p:pic>
    </p:spTree>
    <p:extLst>
      <p:ext uri="{BB962C8B-B14F-4D97-AF65-F5344CB8AC3E}">
        <p14:creationId xmlns:p14="http://schemas.microsoft.com/office/powerpoint/2010/main" val="344882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D5E87-B77B-49A6-82FD-FA073EAEF90F}"/>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solidFill>
                  <a:schemeClr val="tx1"/>
                </a:solidFill>
                <a:latin typeface="+mj-lt"/>
                <a:ea typeface="+mj-ea"/>
                <a:cs typeface="+mj-cs"/>
              </a:rPr>
              <a:t>Digital Business Opportunities</a:t>
            </a:r>
          </a:p>
        </p:txBody>
      </p:sp>
      <p:pic>
        <p:nvPicPr>
          <p:cNvPr id="4" name="Picture 3">
            <a:extLst>
              <a:ext uri="{FF2B5EF4-FFF2-40B4-BE49-F238E27FC236}">
                <a16:creationId xmlns:a16="http://schemas.microsoft.com/office/drawing/2014/main" id="{C3393C7E-959A-4A86-A51F-39EFE1F9A4A9}"/>
              </a:ext>
            </a:extLst>
          </p:cNvPr>
          <p:cNvPicPr>
            <a:picLocks noChangeAspect="1"/>
          </p:cNvPicPr>
          <p:nvPr/>
        </p:nvPicPr>
        <p:blipFill rotWithShape="1">
          <a:blip r:embed="rId2"/>
          <a:srcRect l="25547" t="17361" r="13750" b="9306"/>
          <a:stretch/>
        </p:blipFill>
        <p:spPr>
          <a:xfrm>
            <a:off x="2210118" y="1381022"/>
            <a:ext cx="7771764" cy="5281186"/>
          </a:xfrm>
          <a:prstGeom prst="rect">
            <a:avLst/>
          </a:prstGeom>
        </p:spPr>
      </p:pic>
    </p:spTree>
    <p:extLst>
      <p:ext uri="{BB962C8B-B14F-4D97-AF65-F5344CB8AC3E}">
        <p14:creationId xmlns:p14="http://schemas.microsoft.com/office/powerpoint/2010/main" val="8888380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7A2A3-42C9-4531-BEDE-E05252DF5CF5}"/>
              </a:ext>
            </a:extLst>
          </p:cNvPr>
          <p:cNvSpPr>
            <a:spLocks noGrp="1"/>
          </p:cNvSpPr>
          <p:nvPr>
            <p:ph type="title"/>
          </p:nvPr>
        </p:nvSpPr>
        <p:spPr>
          <a:xfrm>
            <a:off x="838200" y="117475"/>
            <a:ext cx="10515600" cy="1325563"/>
          </a:xfrm>
        </p:spPr>
        <p:txBody>
          <a:bodyPr/>
          <a:lstStyle/>
          <a:p>
            <a:r>
              <a:rPr lang="en-SG" dirty="0"/>
              <a:t>Risk and barriers to digital business </a:t>
            </a:r>
            <a:br>
              <a:rPr lang="en-SG" dirty="0"/>
            </a:br>
            <a:r>
              <a:rPr lang="en-SG" dirty="0"/>
              <a:t>adoption</a:t>
            </a:r>
          </a:p>
        </p:txBody>
      </p:sp>
      <p:sp>
        <p:nvSpPr>
          <p:cNvPr id="3" name="Content Placeholder 2">
            <a:extLst>
              <a:ext uri="{FF2B5EF4-FFF2-40B4-BE49-F238E27FC236}">
                <a16:creationId xmlns:a16="http://schemas.microsoft.com/office/drawing/2014/main" id="{111423DC-7159-48F0-A00D-D81003A6B93C}"/>
              </a:ext>
            </a:extLst>
          </p:cNvPr>
          <p:cNvSpPr>
            <a:spLocks noGrp="1"/>
          </p:cNvSpPr>
          <p:nvPr>
            <p:ph idx="1"/>
          </p:nvPr>
        </p:nvSpPr>
        <p:spPr>
          <a:xfrm>
            <a:off x="838200" y="1771650"/>
            <a:ext cx="10515600" cy="5086350"/>
          </a:xfrm>
        </p:spPr>
        <p:txBody>
          <a:bodyPr>
            <a:normAutofit lnSpcReduction="10000"/>
          </a:bodyPr>
          <a:lstStyle/>
          <a:p>
            <a:r>
              <a:rPr lang="en-US" sz="3200" dirty="0"/>
              <a:t> One of the main strategic risks is making the wrong decision about digital business investments.</a:t>
            </a:r>
          </a:p>
          <a:p>
            <a:r>
              <a:rPr lang="en-US" sz="3200" dirty="0"/>
              <a:t> </a:t>
            </a:r>
            <a:r>
              <a:rPr lang="en-US" sz="3200" b="1" u="sng" dirty="0"/>
              <a:t>Examples of poor online customer experiences:</a:t>
            </a:r>
            <a:endParaRPr lang="en-SG" sz="3200" b="1" u="sng" dirty="0"/>
          </a:p>
          <a:p>
            <a:pPr lvl="1"/>
            <a:r>
              <a:rPr lang="en-US" sz="2800" dirty="0"/>
              <a:t>Web sites that fail because of a spike in visitor traffic after a peak-hour TV advertising campaign.</a:t>
            </a:r>
          </a:p>
          <a:p>
            <a:pPr lvl="1"/>
            <a:r>
              <a:rPr lang="en-US" sz="2800" dirty="0"/>
              <a:t>Hackers penetrating the security of the system and stealing credit card details. </a:t>
            </a:r>
          </a:p>
          <a:p>
            <a:pPr lvl="1"/>
            <a:r>
              <a:rPr lang="en-US" sz="2800" dirty="0"/>
              <a:t>A company e-mails customers without receiving their permission, so annoying customers and potentially breaking privacy and data protection laws. </a:t>
            </a:r>
          </a:p>
          <a:p>
            <a:pPr lvl="1"/>
            <a:r>
              <a:rPr lang="en-US" sz="2800" dirty="0"/>
              <a:t> E-mail customer-service enquiries from the web site don’t reach the right person and are ignored.</a:t>
            </a:r>
          </a:p>
        </p:txBody>
      </p:sp>
    </p:spTree>
    <p:extLst>
      <p:ext uri="{BB962C8B-B14F-4D97-AF65-F5344CB8AC3E}">
        <p14:creationId xmlns:p14="http://schemas.microsoft.com/office/powerpoint/2010/main" val="3965293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7A2A3-42C9-4531-BEDE-E05252DF5CF5}"/>
              </a:ext>
            </a:extLst>
          </p:cNvPr>
          <p:cNvSpPr>
            <a:spLocks noGrp="1"/>
          </p:cNvSpPr>
          <p:nvPr>
            <p:ph type="title"/>
          </p:nvPr>
        </p:nvSpPr>
        <p:spPr>
          <a:xfrm>
            <a:off x="838200" y="117475"/>
            <a:ext cx="10515600" cy="1325563"/>
          </a:xfrm>
        </p:spPr>
        <p:txBody>
          <a:bodyPr/>
          <a:lstStyle/>
          <a:p>
            <a:r>
              <a:rPr lang="en-SG" dirty="0"/>
              <a:t>Risk and barriers to digital business </a:t>
            </a:r>
            <a:br>
              <a:rPr lang="en-SG" dirty="0"/>
            </a:br>
            <a:r>
              <a:rPr lang="en-SG" dirty="0"/>
              <a:t>adoption</a:t>
            </a:r>
          </a:p>
        </p:txBody>
      </p:sp>
      <p:sp>
        <p:nvSpPr>
          <p:cNvPr id="3" name="Content Placeholder 2">
            <a:extLst>
              <a:ext uri="{FF2B5EF4-FFF2-40B4-BE49-F238E27FC236}">
                <a16:creationId xmlns:a16="http://schemas.microsoft.com/office/drawing/2014/main" id="{111423DC-7159-48F0-A00D-D81003A6B93C}"/>
              </a:ext>
            </a:extLst>
          </p:cNvPr>
          <p:cNvSpPr>
            <a:spLocks noGrp="1"/>
          </p:cNvSpPr>
          <p:nvPr>
            <p:ph idx="1"/>
          </p:nvPr>
        </p:nvSpPr>
        <p:spPr>
          <a:xfrm>
            <a:off x="838200" y="1771650"/>
            <a:ext cx="10515600" cy="5086350"/>
          </a:xfrm>
        </p:spPr>
        <p:txBody>
          <a:bodyPr>
            <a:normAutofit/>
          </a:bodyPr>
          <a:lstStyle/>
          <a:p>
            <a:r>
              <a:rPr lang="en-US" sz="3200" dirty="0"/>
              <a:t> </a:t>
            </a:r>
            <a:r>
              <a:rPr lang="en-US" sz="3200" b="1" u="sng" dirty="0"/>
              <a:t>Barriers to consumer Internet adoption:</a:t>
            </a:r>
            <a:endParaRPr lang="en-US" b="1" u="sng" dirty="0"/>
          </a:p>
          <a:p>
            <a:pPr lvl="1">
              <a:buFont typeface="Wingdings" panose="05000000000000000000" pitchFamily="2" charset="2"/>
              <a:buChar char="ü"/>
            </a:pPr>
            <a:r>
              <a:rPr lang="en-US" sz="2800" dirty="0"/>
              <a:t> No perceived benefit</a:t>
            </a:r>
          </a:p>
          <a:p>
            <a:pPr lvl="1">
              <a:buFont typeface="Wingdings" panose="05000000000000000000" pitchFamily="2" charset="2"/>
              <a:buChar char="ü"/>
            </a:pPr>
            <a:r>
              <a:rPr lang="en-US" sz="2800" dirty="0"/>
              <a:t> Lack of trust</a:t>
            </a:r>
          </a:p>
          <a:p>
            <a:pPr lvl="1">
              <a:buFont typeface="Wingdings" panose="05000000000000000000" pitchFamily="2" charset="2"/>
              <a:buChar char="ü"/>
            </a:pPr>
            <a:r>
              <a:rPr lang="en-US" sz="2800" dirty="0"/>
              <a:t> Security problems</a:t>
            </a:r>
          </a:p>
          <a:p>
            <a:pPr lvl="1">
              <a:buFont typeface="Wingdings" panose="05000000000000000000" pitchFamily="2" charset="2"/>
              <a:buChar char="ü"/>
            </a:pPr>
            <a:r>
              <a:rPr lang="en-US" sz="2800" dirty="0"/>
              <a:t> Lack of skills</a:t>
            </a:r>
          </a:p>
          <a:p>
            <a:pPr lvl="1">
              <a:buFont typeface="Wingdings" panose="05000000000000000000" pitchFamily="2" charset="2"/>
              <a:buChar char="ü"/>
            </a:pPr>
            <a:r>
              <a:rPr lang="en-US" sz="2800" dirty="0"/>
              <a:t> Cost</a:t>
            </a:r>
          </a:p>
        </p:txBody>
      </p:sp>
    </p:spTree>
    <p:extLst>
      <p:ext uri="{BB962C8B-B14F-4D97-AF65-F5344CB8AC3E}">
        <p14:creationId xmlns:p14="http://schemas.microsoft.com/office/powerpoint/2010/main" val="26669921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24FB2-5A5F-44C1-8CED-46231B6BCA9B}"/>
              </a:ext>
            </a:extLst>
          </p:cNvPr>
          <p:cNvSpPr>
            <a:spLocks noGrp="1"/>
          </p:cNvSpPr>
          <p:nvPr>
            <p:ph type="title"/>
          </p:nvPr>
        </p:nvSpPr>
        <p:spPr/>
        <p:txBody>
          <a:bodyPr>
            <a:normAutofit/>
          </a:bodyPr>
          <a:lstStyle/>
          <a:p>
            <a:r>
              <a:rPr lang="en-SG" sz="4000" dirty="0"/>
              <a:t>Evaluating an organization’s digital business capabilities</a:t>
            </a:r>
          </a:p>
        </p:txBody>
      </p:sp>
      <p:sp>
        <p:nvSpPr>
          <p:cNvPr id="3" name="Content Placeholder 2">
            <a:extLst>
              <a:ext uri="{FF2B5EF4-FFF2-40B4-BE49-F238E27FC236}">
                <a16:creationId xmlns:a16="http://schemas.microsoft.com/office/drawing/2014/main" id="{A64C3832-1E1C-459D-BC40-406F3CA26378}"/>
              </a:ext>
            </a:extLst>
          </p:cNvPr>
          <p:cNvSpPr>
            <a:spLocks noGrp="1"/>
          </p:cNvSpPr>
          <p:nvPr>
            <p:ph idx="1"/>
          </p:nvPr>
        </p:nvSpPr>
        <p:spPr>
          <a:xfrm>
            <a:off x="1152525" y="2701925"/>
            <a:ext cx="10515600" cy="1603375"/>
          </a:xfrm>
        </p:spPr>
        <p:txBody>
          <a:bodyPr>
            <a:normAutofit/>
          </a:bodyPr>
          <a:lstStyle/>
          <a:p>
            <a:pPr marL="0" indent="0">
              <a:buNone/>
            </a:pPr>
            <a:r>
              <a:rPr lang="en-US" sz="3600" dirty="0"/>
              <a:t>Assessment of an organization’s existing digital business capabilities is a starting point for the future development of their digital business strategy</a:t>
            </a:r>
          </a:p>
        </p:txBody>
      </p:sp>
    </p:spTree>
    <p:extLst>
      <p:ext uri="{BB962C8B-B14F-4D97-AF65-F5344CB8AC3E}">
        <p14:creationId xmlns:p14="http://schemas.microsoft.com/office/powerpoint/2010/main" val="33653876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24FB2-5A5F-44C1-8CED-46231B6BCA9B}"/>
              </a:ext>
            </a:extLst>
          </p:cNvPr>
          <p:cNvSpPr>
            <a:spLocks noGrp="1"/>
          </p:cNvSpPr>
          <p:nvPr>
            <p:ph type="title"/>
          </p:nvPr>
        </p:nvSpPr>
        <p:spPr>
          <a:xfrm>
            <a:off x="635000" y="192405"/>
            <a:ext cx="10515600" cy="1325563"/>
          </a:xfrm>
        </p:spPr>
        <p:txBody>
          <a:bodyPr vert="horz" lIns="91440" tIns="45720" rIns="91440" bIns="45720" rtlCol="0" anchor="ctr">
            <a:normAutofit/>
          </a:bodyPr>
          <a:lstStyle/>
          <a:p>
            <a:r>
              <a:rPr lang="en-US" kern="1200" dirty="0">
                <a:solidFill>
                  <a:schemeClr val="tx1"/>
                </a:solidFill>
                <a:latin typeface="+mj-lt"/>
                <a:ea typeface="+mj-ea"/>
                <a:cs typeface="+mj-cs"/>
              </a:rPr>
              <a:t>Evaluating an organization’s digital business capabilities</a:t>
            </a:r>
          </a:p>
        </p:txBody>
      </p:sp>
      <p:pic>
        <p:nvPicPr>
          <p:cNvPr id="6" name="Picture 5">
            <a:extLst>
              <a:ext uri="{FF2B5EF4-FFF2-40B4-BE49-F238E27FC236}">
                <a16:creationId xmlns:a16="http://schemas.microsoft.com/office/drawing/2014/main" id="{EB1AF359-83F1-4224-A5B4-8F93B7CE7DCF}"/>
              </a:ext>
            </a:extLst>
          </p:cNvPr>
          <p:cNvPicPr>
            <a:picLocks noChangeAspect="1"/>
          </p:cNvPicPr>
          <p:nvPr/>
        </p:nvPicPr>
        <p:blipFill rotWithShape="1">
          <a:blip r:embed="rId2"/>
          <a:srcRect l="29583" t="23258" r="15416" b="5324"/>
          <a:stretch/>
        </p:blipFill>
        <p:spPr>
          <a:xfrm>
            <a:off x="3763467" y="1038862"/>
            <a:ext cx="7683220" cy="5611810"/>
          </a:xfrm>
          <a:prstGeom prst="rect">
            <a:avLst/>
          </a:prstGeom>
        </p:spPr>
      </p:pic>
    </p:spTree>
    <p:extLst>
      <p:ext uri="{BB962C8B-B14F-4D97-AF65-F5344CB8AC3E}">
        <p14:creationId xmlns:p14="http://schemas.microsoft.com/office/powerpoint/2010/main" val="1256195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Self-Assessment Questions</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a:xfrm>
            <a:off x="838200" y="1797050"/>
            <a:ext cx="10515600" cy="4351338"/>
          </a:xfrm>
        </p:spPr>
        <p:txBody>
          <a:bodyPr/>
          <a:lstStyle/>
          <a:p>
            <a:r>
              <a:rPr lang="en-SG" dirty="0"/>
              <a:t>Refer to Activity booklet for questions which will help you review the topics covered in this lesson.</a:t>
            </a:r>
          </a:p>
          <a:p>
            <a:pPr marL="457200" lvl="1" indent="0">
              <a:buNone/>
            </a:pPr>
            <a:endParaRPr lang="en-SG" dirty="0"/>
          </a:p>
        </p:txBody>
      </p:sp>
    </p:spTree>
    <p:extLst>
      <p:ext uri="{BB962C8B-B14F-4D97-AF65-F5344CB8AC3E}">
        <p14:creationId xmlns:p14="http://schemas.microsoft.com/office/powerpoint/2010/main" val="2455484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1283</Words>
  <Application>Microsoft Office PowerPoint</Application>
  <PresentationFormat>Widescreen</PresentationFormat>
  <Paragraphs>156</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Abadi</vt:lpstr>
      <vt:lpstr>Arial</vt:lpstr>
      <vt:lpstr>Calibri</vt:lpstr>
      <vt:lpstr>Calibri Light</vt:lpstr>
      <vt:lpstr>Wingdings</vt:lpstr>
      <vt:lpstr>Office Theme</vt:lpstr>
      <vt:lpstr>Digital Business and               E-Commerce Management</vt:lpstr>
      <vt:lpstr>Introduction to Digital Business &amp; E-commerce</vt:lpstr>
      <vt:lpstr>Activity 1.1</vt:lpstr>
      <vt:lpstr>Introduction</vt:lpstr>
      <vt:lpstr>The impact of electronic communication in traditional business</vt:lpstr>
      <vt:lpstr>The impact of electronic communication in traditional business</vt:lpstr>
      <vt:lpstr>The impact of electronic communication in traditional business</vt:lpstr>
      <vt:lpstr>Inbound Marketing</vt:lpstr>
      <vt:lpstr>Inbound Marketing</vt:lpstr>
      <vt:lpstr>Content Marketing</vt:lpstr>
      <vt:lpstr>Search Marketing</vt:lpstr>
      <vt:lpstr>Activity 1.2</vt:lpstr>
      <vt:lpstr>Social Media Marketing</vt:lpstr>
      <vt:lpstr>PowerPoint Presentation</vt:lpstr>
      <vt:lpstr>PowerPoint Presentation</vt:lpstr>
      <vt:lpstr>Activity 1.3</vt:lpstr>
      <vt:lpstr>Mobile Marketing         (M-Commerce)</vt:lpstr>
      <vt:lpstr>What is the difference between digital business and e-commerce?</vt:lpstr>
      <vt:lpstr>E-commerce</vt:lpstr>
      <vt:lpstr>Perspective of E-commerce</vt:lpstr>
      <vt:lpstr>Digital Business </vt:lpstr>
      <vt:lpstr>PowerPoint Presentation</vt:lpstr>
      <vt:lpstr>Activity 1.4</vt:lpstr>
      <vt:lpstr>Types of Sell-side E-commerce</vt:lpstr>
      <vt:lpstr>Digital Marketing</vt:lpstr>
      <vt:lpstr>Options for Company to reach their audience online</vt:lpstr>
      <vt:lpstr>Digital and Offline Communication Techniques</vt:lpstr>
      <vt:lpstr>Summary and examples of transaction alternatives between businesses, consumers, and government organizations</vt:lpstr>
      <vt:lpstr>Digital Business Opportunities</vt:lpstr>
      <vt:lpstr>What can go wrong in a transactional site?</vt:lpstr>
      <vt:lpstr>Potential Answers</vt:lpstr>
      <vt:lpstr>Activity 1.5</vt:lpstr>
      <vt:lpstr>Drivers of digital technology adoption</vt:lpstr>
      <vt:lpstr>Digital Business Opportunities</vt:lpstr>
      <vt:lpstr>Digital Business Opportunities</vt:lpstr>
      <vt:lpstr>Risk and barriers to digital business  adoption</vt:lpstr>
      <vt:lpstr>Risk and barriers to digital business  adoption</vt:lpstr>
      <vt:lpstr>Evaluating an organization’s digital business capabilities</vt:lpstr>
      <vt:lpstr>Evaluating an organization’s digital business capabilities</vt:lpstr>
      <vt:lpstr>Self-Assessment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Business and               E-Commerce Management</dc:title>
  <dc:creator>Marie Chris Soque</dc:creator>
  <cp:lastModifiedBy>Marie Chris Soque</cp:lastModifiedBy>
  <cp:revision>3</cp:revision>
  <dcterms:created xsi:type="dcterms:W3CDTF">2020-04-07T08:04:03Z</dcterms:created>
  <dcterms:modified xsi:type="dcterms:W3CDTF">2020-04-10T12:58:51Z</dcterms:modified>
</cp:coreProperties>
</file>